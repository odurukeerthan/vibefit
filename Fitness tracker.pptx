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7" d="100"/>
          <a:sy n="47" d="100"/>
        </p:scale>
        <p:origin x="50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1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770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789080"/>
            <a:ext cx="6384290" cy="215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15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06312" y="3031713"/>
            <a:ext cx="8020050" cy="650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8520" y="2534156"/>
            <a:ext cx="7271384" cy="4459605"/>
          </a:xfrm>
          <a:prstGeom prst="rect">
            <a:avLst/>
          </a:prstGeom>
        </p:spPr>
        <p:txBody>
          <a:bodyPr vert="horz" wrap="square" lIns="0" tIns="609600" rIns="0" bIns="0" rtlCol="0">
            <a:spAutoFit/>
          </a:bodyPr>
          <a:lstStyle/>
          <a:p>
            <a:pPr marL="12700" marR="5080" indent="365760">
              <a:lnSpc>
                <a:spcPct val="76000"/>
              </a:lnSpc>
              <a:spcBef>
                <a:spcPts val="4800"/>
              </a:spcBef>
            </a:pPr>
            <a:r>
              <a:rPr sz="16500" i="1" spc="-2860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F</a:t>
            </a:r>
            <a:r>
              <a:rPr sz="16500" i="1" spc="-3225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0" i="1" spc="-1285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16500" i="1" spc="-3225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0" i="1" spc="-944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TNES</a:t>
            </a:r>
            <a:r>
              <a:rPr sz="16500" i="1" spc="-2690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16500" i="1" spc="-1295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500" i="1" spc="-1235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TRACKE</a:t>
            </a:r>
            <a:r>
              <a:rPr sz="16500" i="1" spc="-2980" dirty="0">
                <a:solidFill>
                  <a:srgbClr val="FDFEFE"/>
                </a:solidFill>
                <a:latin typeface="Trebuchet MS" panose="020B0603020202020204"/>
                <a:cs typeface="Trebuchet MS" panose="020B0603020202020204"/>
              </a:rPr>
              <a:t>R</a:t>
            </a:r>
            <a:endParaRPr sz="165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862033"/>
            <a:ext cx="18288000" cy="7418070"/>
          </a:xfrm>
          <a:custGeom>
            <a:avLst/>
            <a:gdLst/>
            <a:ahLst/>
            <a:cxnLst/>
            <a:rect l="l" t="t" r="r" b="b"/>
            <a:pathLst>
              <a:path w="18288000" h="7418070">
                <a:moveTo>
                  <a:pt x="3403574" y="4484052"/>
                </a:moveTo>
                <a:lnTo>
                  <a:pt x="3403371" y="4484052"/>
                </a:lnTo>
                <a:lnTo>
                  <a:pt x="3397974" y="4471352"/>
                </a:lnTo>
                <a:lnTo>
                  <a:pt x="3390392" y="4458652"/>
                </a:lnTo>
                <a:lnTo>
                  <a:pt x="3380041" y="4458652"/>
                </a:lnTo>
                <a:lnTo>
                  <a:pt x="3391128" y="4433252"/>
                </a:lnTo>
                <a:lnTo>
                  <a:pt x="3395624" y="4420552"/>
                </a:lnTo>
                <a:lnTo>
                  <a:pt x="3393579" y="4395152"/>
                </a:lnTo>
                <a:lnTo>
                  <a:pt x="3385007" y="4382452"/>
                </a:lnTo>
                <a:lnTo>
                  <a:pt x="3374021" y="4369752"/>
                </a:lnTo>
                <a:lnTo>
                  <a:pt x="3362299" y="4357052"/>
                </a:lnTo>
                <a:lnTo>
                  <a:pt x="3345040" y="4357052"/>
                </a:lnTo>
                <a:lnTo>
                  <a:pt x="3360534" y="4331652"/>
                </a:lnTo>
                <a:lnTo>
                  <a:pt x="3365512" y="4306252"/>
                </a:lnTo>
                <a:lnTo>
                  <a:pt x="3361677" y="4280852"/>
                </a:lnTo>
                <a:lnTo>
                  <a:pt x="3350717" y="4268152"/>
                </a:lnTo>
                <a:lnTo>
                  <a:pt x="3304705" y="4268152"/>
                </a:lnTo>
                <a:lnTo>
                  <a:pt x="3288373" y="4280852"/>
                </a:lnTo>
                <a:lnTo>
                  <a:pt x="3287572" y="4268152"/>
                </a:lnTo>
                <a:lnTo>
                  <a:pt x="3285210" y="4255452"/>
                </a:lnTo>
                <a:lnTo>
                  <a:pt x="3280676" y="4255452"/>
                </a:lnTo>
                <a:lnTo>
                  <a:pt x="3273387" y="4242752"/>
                </a:lnTo>
                <a:lnTo>
                  <a:pt x="3240760" y="4242752"/>
                </a:lnTo>
                <a:lnTo>
                  <a:pt x="3197402" y="4268152"/>
                </a:lnTo>
                <a:lnTo>
                  <a:pt x="3150374" y="4306252"/>
                </a:lnTo>
                <a:lnTo>
                  <a:pt x="3106801" y="4344352"/>
                </a:lnTo>
                <a:lnTo>
                  <a:pt x="3078962" y="4369752"/>
                </a:lnTo>
                <a:lnTo>
                  <a:pt x="3048114" y="4395152"/>
                </a:lnTo>
                <a:lnTo>
                  <a:pt x="3014942" y="4433252"/>
                </a:lnTo>
                <a:lnTo>
                  <a:pt x="2980194" y="4471352"/>
                </a:lnTo>
                <a:lnTo>
                  <a:pt x="2986303" y="4445952"/>
                </a:lnTo>
                <a:lnTo>
                  <a:pt x="2990494" y="4407852"/>
                </a:lnTo>
                <a:lnTo>
                  <a:pt x="2985795" y="4357052"/>
                </a:lnTo>
                <a:lnTo>
                  <a:pt x="2965208" y="4306252"/>
                </a:lnTo>
                <a:lnTo>
                  <a:pt x="2953435" y="4293552"/>
                </a:lnTo>
                <a:lnTo>
                  <a:pt x="2937129" y="4268152"/>
                </a:lnTo>
                <a:lnTo>
                  <a:pt x="2919031" y="4255452"/>
                </a:lnTo>
                <a:lnTo>
                  <a:pt x="2901899" y="4255452"/>
                </a:lnTo>
                <a:lnTo>
                  <a:pt x="2890710" y="4268152"/>
                </a:lnTo>
                <a:lnTo>
                  <a:pt x="2889453" y="4306252"/>
                </a:lnTo>
                <a:lnTo>
                  <a:pt x="2889364" y="4318952"/>
                </a:lnTo>
                <a:lnTo>
                  <a:pt x="2889275" y="4331652"/>
                </a:lnTo>
                <a:lnTo>
                  <a:pt x="2889186" y="4344352"/>
                </a:lnTo>
                <a:lnTo>
                  <a:pt x="2889097" y="4357052"/>
                </a:lnTo>
                <a:lnTo>
                  <a:pt x="2888996" y="4369752"/>
                </a:lnTo>
                <a:lnTo>
                  <a:pt x="2880220" y="4445952"/>
                </a:lnTo>
                <a:lnTo>
                  <a:pt x="2865564" y="4496752"/>
                </a:lnTo>
                <a:lnTo>
                  <a:pt x="2847975" y="4547552"/>
                </a:lnTo>
                <a:lnTo>
                  <a:pt x="2830296" y="4585652"/>
                </a:lnTo>
                <a:lnTo>
                  <a:pt x="2815386" y="4623752"/>
                </a:lnTo>
                <a:lnTo>
                  <a:pt x="2806090" y="4674552"/>
                </a:lnTo>
                <a:lnTo>
                  <a:pt x="2805252" y="4712652"/>
                </a:lnTo>
                <a:lnTo>
                  <a:pt x="2806306" y="4725352"/>
                </a:lnTo>
                <a:lnTo>
                  <a:pt x="2807220" y="4738052"/>
                </a:lnTo>
                <a:lnTo>
                  <a:pt x="2807195" y="4763452"/>
                </a:lnTo>
                <a:lnTo>
                  <a:pt x="2805417" y="4788852"/>
                </a:lnTo>
                <a:lnTo>
                  <a:pt x="2797873" y="4814252"/>
                </a:lnTo>
                <a:lnTo>
                  <a:pt x="2786888" y="4852352"/>
                </a:lnTo>
                <a:lnTo>
                  <a:pt x="2774708" y="4877752"/>
                </a:lnTo>
                <a:lnTo>
                  <a:pt x="2763621" y="4903152"/>
                </a:lnTo>
                <a:lnTo>
                  <a:pt x="2735338" y="4953952"/>
                </a:lnTo>
                <a:lnTo>
                  <a:pt x="2718257" y="4979352"/>
                </a:lnTo>
                <a:lnTo>
                  <a:pt x="2708173" y="5004752"/>
                </a:lnTo>
                <a:lnTo>
                  <a:pt x="2700896" y="5017452"/>
                </a:lnTo>
                <a:lnTo>
                  <a:pt x="2692235" y="5030152"/>
                </a:lnTo>
                <a:lnTo>
                  <a:pt x="2677985" y="5055552"/>
                </a:lnTo>
                <a:lnTo>
                  <a:pt x="2653969" y="5093652"/>
                </a:lnTo>
                <a:lnTo>
                  <a:pt x="2606649" y="5169852"/>
                </a:lnTo>
                <a:lnTo>
                  <a:pt x="2568473" y="5233352"/>
                </a:lnTo>
                <a:lnTo>
                  <a:pt x="2538285" y="5271452"/>
                </a:lnTo>
                <a:lnTo>
                  <a:pt x="2514892" y="5296852"/>
                </a:lnTo>
                <a:lnTo>
                  <a:pt x="2483866" y="5296852"/>
                </a:lnTo>
                <a:lnTo>
                  <a:pt x="2475788" y="5271452"/>
                </a:lnTo>
                <a:lnTo>
                  <a:pt x="2468181" y="5233352"/>
                </a:lnTo>
                <a:lnTo>
                  <a:pt x="2458694" y="5182552"/>
                </a:lnTo>
                <a:lnTo>
                  <a:pt x="2456319" y="5169852"/>
                </a:lnTo>
                <a:lnTo>
                  <a:pt x="2435479" y="5106352"/>
                </a:lnTo>
                <a:lnTo>
                  <a:pt x="2422474" y="5068252"/>
                </a:lnTo>
                <a:lnTo>
                  <a:pt x="2406688" y="5017452"/>
                </a:lnTo>
                <a:lnTo>
                  <a:pt x="2387765" y="4979352"/>
                </a:lnTo>
                <a:lnTo>
                  <a:pt x="2365362" y="4928552"/>
                </a:lnTo>
                <a:lnTo>
                  <a:pt x="2339149" y="4890452"/>
                </a:lnTo>
                <a:lnTo>
                  <a:pt x="2329027" y="4877752"/>
                </a:lnTo>
                <a:lnTo>
                  <a:pt x="2308783" y="4852352"/>
                </a:lnTo>
                <a:lnTo>
                  <a:pt x="2273922" y="4826952"/>
                </a:lnTo>
                <a:lnTo>
                  <a:pt x="2264270" y="4826952"/>
                </a:lnTo>
                <a:lnTo>
                  <a:pt x="2253348" y="4814252"/>
                </a:lnTo>
                <a:lnTo>
                  <a:pt x="2242299" y="4814252"/>
                </a:lnTo>
                <a:lnTo>
                  <a:pt x="2232291" y="4801552"/>
                </a:lnTo>
                <a:lnTo>
                  <a:pt x="2221103" y="4763452"/>
                </a:lnTo>
                <a:lnTo>
                  <a:pt x="2220379" y="4725352"/>
                </a:lnTo>
                <a:lnTo>
                  <a:pt x="2220455" y="4712652"/>
                </a:lnTo>
                <a:lnTo>
                  <a:pt x="2220531" y="4699952"/>
                </a:lnTo>
                <a:lnTo>
                  <a:pt x="2211959" y="4687252"/>
                </a:lnTo>
                <a:lnTo>
                  <a:pt x="2187714" y="4687252"/>
                </a:lnTo>
                <a:lnTo>
                  <a:pt x="2171446" y="4674552"/>
                </a:lnTo>
                <a:lnTo>
                  <a:pt x="2161819" y="4636452"/>
                </a:lnTo>
                <a:lnTo>
                  <a:pt x="2155126" y="4598352"/>
                </a:lnTo>
                <a:lnTo>
                  <a:pt x="2147659" y="4547552"/>
                </a:lnTo>
                <a:lnTo>
                  <a:pt x="2135695" y="4496752"/>
                </a:lnTo>
                <a:lnTo>
                  <a:pt x="2111819" y="4433252"/>
                </a:lnTo>
                <a:lnTo>
                  <a:pt x="2078863" y="4382452"/>
                </a:lnTo>
                <a:lnTo>
                  <a:pt x="2040102" y="4331652"/>
                </a:lnTo>
                <a:lnTo>
                  <a:pt x="1998827" y="4293552"/>
                </a:lnTo>
                <a:lnTo>
                  <a:pt x="1958301" y="4268152"/>
                </a:lnTo>
                <a:lnTo>
                  <a:pt x="1921840" y="4242752"/>
                </a:lnTo>
                <a:lnTo>
                  <a:pt x="1892706" y="4217352"/>
                </a:lnTo>
                <a:lnTo>
                  <a:pt x="1874189" y="4204652"/>
                </a:lnTo>
                <a:lnTo>
                  <a:pt x="1834819" y="4179252"/>
                </a:lnTo>
                <a:lnTo>
                  <a:pt x="1801469" y="4166552"/>
                </a:lnTo>
                <a:lnTo>
                  <a:pt x="1778660" y="4141152"/>
                </a:lnTo>
                <a:lnTo>
                  <a:pt x="1781416" y="4103052"/>
                </a:lnTo>
                <a:lnTo>
                  <a:pt x="1837931" y="4064952"/>
                </a:lnTo>
                <a:lnTo>
                  <a:pt x="1925916" y="4039552"/>
                </a:lnTo>
                <a:lnTo>
                  <a:pt x="1964601" y="4026852"/>
                </a:lnTo>
                <a:lnTo>
                  <a:pt x="1991093" y="4014152"/>
                </a:lnTo>
                <a:lnTo>
                  <a:pt x="2009571" y="4001452"/>
                </a:lnTo>
                <a:lnTo>
                  <a:pt x="2020316" y="3976052"/>
                </a:lnTo>
                <a:lnTo>
                  <a:pt x="2020277" y="3937952"/>
                </a:lnTo>
                <a:lnTo>
                  <a:pt x="2021865" y="3899852"/>
                </a:lnTo>
                <a:lnTo>
                  <a:pt x="2037448" y="3874452"/>
                </a:lnTo>
                <a:lnTo>
                  <a:pt x="2042972" y="3861752"/>
                </a:lnTo>
                <a:lnTo>
                  <a:pt x="2049030" y="3861752"/>
                </a:lnTo>
                <a:lnTo>
                  <a:pt x="2054720" y="3849052"/>
                </a:lnTo>
                <a:lnTo>
                  <a:pt x="2059127" y="3836352"/>
                </a:lnTo>
                <a:lnTo>
                  <a:pt x="2061095" y="3823652"/>
                </a:lnTo>
                <a:lnTo>
                  <a:pt x="2060727" y="3810952"/>
                </a:lnTo>
                <a:lnTo>
                  <a:pt x="2060803" y="3798252"/>
                </a:lnTo>
                <a:lnTo>
                  <a:pt x="2064105" y="3785552"/>
                </a:lnTo>
                <a:lnTo>
                  <a:pt x="2069668" y="3785552"/>
                </a:lnTo>
                <a:lnTo>
                  <a:pt x="2075865" y="3772852"/>
                </a:lnTo>
                <a:lnTo>
                  <a:pt x="2082457" y="3772852"/>
                </a:lnTo>
                <a:lnTo>
                  <a:pt x="2089200" y="3760152"/>
                </a:lnTo>
                <a:lnTo>
                  <a:pt x="2096046" y="3747452"/>
                </a:lnTo>
                <a:lnTo>
                  <a:pt x="2093531" y="3722052"/>
                </a:lnTo>
                <a:lnTo>
                  <a:pt x="2090470" y="3696652"/>
                </a:lnTo>
                <a:lnTo>
                  <a:pt x="2095728" y="3683952"/>
                </a:lnTo>
                <a:lnTo>
                  <a:pt x="2109051" y="3671252"/>
                </a:lnTo>
                <a:lnTo>
                  <a:pt x="2142553" y="3671252"/>
                </a:lnTo>
                <a:lnTo>
                  <a:pt x="2157374" y="3658552"/>
                </a:lnTo>
                <a:lnTo>
                  <a:pt x="2162568" y="3645852"/>
                </a:lnTo>
                <a:lnTo>
                  <a:pt x="2165096" y="3645852"/>
                </a:lnTo>
                <a:lnTo>
                  <a:pt x="2165858" y="3633152"/>
                </a:lnTo>
                <a:lnTo>
                  <a:pt x="2153526" y="3582352"/>
                </a:lnTo>
                <a:lnTo>
                  <a:pt x="2127605" y="3544252"/>
                </a:lnTo>
                <a:lnTo>
                  <a:pt x="2098040" y="3506152"/>
                </a:lnTo>
                <a:lnTo>
                  <a:pt x="2074951" y="3480752"/>
                </a:lnTo>
                <a:lnTo>
                  <a:pt x="2068436" y="3442652"/>
                </a:lnTo>
                <a:lnTo>
                  <a:pt x="2070836" y="3429952"/>
                </a:lnTo>
                <a:lnTo>
                  <a:pt x="2074849" y="3429952"/>
                </a:lnTo>
                <a:lnTo>
                  <a:pt x="2080450" y="3417252"/>
                </a:lnTo>
                <a:lnTo>
                  <a:pt x="2087651" y="3404552"/>
                </a:lnTo>
                <a:lnTo>
                  <a:pt x="2100732" y="3353752"/>
                </a:lnTo>
                <a:lnTo>
                  <a:pt x="2101367" y="3302952"/>
                </a:lnTo>
                <a:lnTo>
                  <a:pt x="2091524" y="3252152"/>
                </a:lnTo>
                <a:lnTo>
                  <a:pt x="2073211" y="3201352"/>
                </a:lnTo>
                <a:lnTo>
                  <a:pt x="2048421" y="3163252"/>
                </a:lnTo>
                <a:lnTo>
                  <a:pt x="2019147" y="3125152"/>
                </a:lnTo>
                <a:lnTo>
                  <a:pt x="2006714" y="3112452"/>
                </a:lnTo>
                <a:lnTo>
                  <a:pt x="1990255" y="3087052"/>
                </a:lnTo>
                <a:lnTo>
                  <a:pt x="1969503" y="3074352"/>
                </a:lnTo>
                <a:lnTo>
                  <a:pt x="1944179" y="3061652"/>
                </a:lnTo>
                <a:lnTo>
                  <a:pt x="1956384" y="3036252"/>
                </a:lnTo>
                <a:lnTo>
                  <a:pt x="1966709" y="3023552"/>
                </a:lnTo>
                <a:lnTo>
                  <a:pt x="1973059" y="2998152"/>
                </a:lnTo>
                <a:lnTo>
                  <a:pt x="1973338" y="2972752"/>
                </a:lnTo>
                <a:lnTo>
                  <a:pt x="1952536" y="2934652"/>
                </a:lnTo>
                <a:lnTo>
                  <a:pt x="1911108" y="2909252"/>
                </a:lnTo>
                <a:lnTo>
                  <a:pt x="1808403" y="2858452"/>
                </a:lnTo>
                <a:lnTo>
                  <a:pt x="1768119" y="2858452"/>
                </a:lnTo>
                <a:lnTo>
                  <a:pt x="1741487" y="2845752"/>
                </a:lnTo>
                <a:lnTo>
                  <a:pt x="1708975" y="2845752"/>
                </a:lnTo>
                <a:lnTo>
                  <a:pt x="1671370" y="2833052"/>
                </a:lnTo>
                <a:lnTo>
                  <a:pt x="1485696" y="2833052"/>
                </a:lnTo>
                <a:lnTo>
                  <a:pt x="1382674" y="2858452"/>
                </a:lnTo>
                <a:lnTo>
                  <a:pt x="1331353" y="2883852"/>
                </a:lnTo>
                <a:lnTo>
                  <a:pt x="1281201" y="2921952"/>
                </a:lnTo>
                <a:lnTo>
                  <a:pt x="1243977" y="2960052"/>
                </a:lnTo>
                <a:lnTo>
                  <a:pt x="1210348" y="2985452"/>
                </a:lnTo>
                <a:lnTo>
                  <a:pt x="1180439" y="3036252"/>
                </a:lnTo>
                <a:lnTo>
                  <a:pt x="1154366" y="3074352"/>
                </a:lnTo>
                <a:lnTo>
                  <a:pt x="1132255" y="3112452"/>
                </a:lnTo>
                <a:lnTo>
                  <a:pt x="1114196" y="3163252"/>
                </a:lnTo>
                <a:lnTo>
                  <a:pt x="1100328" y="3201352"/>
                </a:lnTo>
                <a:lnTo>
                  <a:pt x="1090752" y="3252152"/>
                </a:lnTo>
                <a:lnTo>
                  <a:pt x="1085583" y="3302952"/>
                </a:lnTo>
                <a:lnTo>
                  <a:pt x="1084935" y="3341052"/>
                </a:lnTo>
                <a:lnTo>
                  <a:pt x="1088936" y="3391852"/>
                </a:lnTo>
                <a:lnTo>
                  <a:pt x="1097686" y="3429952"/>
                </a:lnTo>
                <a:lnTo>
                  <a:pt x="1111300" y="3468052"/>
                </a:lnTo>
                <a:lnTo>
                  <a:pt x="1129868" y="3506152"/>
                </a:lnTo>
                <a:lnTo>
                  <a:pt x="1153883" y="3544252"/>
                </a:lnTo>
                <a:lnTo>
                  <a:pt x="1180376" y="3595052"/>
                </a:lnTo>
                <a:lnTo>
                  <a:pt x="1206347" y="3645852"/>
                </a:lnTo>
                <a:lnTo>
                  <a:pt x="1228801" y="3683952"/>
                </a:lnTo>
                <a:lnTo>
                  <a:pt x="1244765" y="3734752"/>
                </a:lnTo>
                <a:lnTo>
                  <a:pt x="1251242" y="3772852"/>
                </a:lnTo>
                <a:lnTo>
                  <a:pt x="1250619" y="3785552"/>
                </a:lnTo>
                <a:lnTo>
                  <a:pt x="1248740" y="3798252"/>
                </a:lnTo>
                <a:lnTo>
                  <a:pt x="1241234" y="3887152"/>
                </a:lnTo>
                <a:lnTo>
                  <a:pt x="1239862" y="3899852"/>
                </a:lnTo>
                <a:lnTo>
                  <a:pt x="1238034" y="3912552"/>
                </a:lnTo>
                <a:lnTo>
                  <a:pt x="1235036" y="3925252"/>
                </a:lnTo>
                <a:lnTo>
                  <a:pt x="1230210" y="3925252"/>
                </a:lnTo>
                <a:lnTo>
                  <a:pt x="1211630" y="3950652"/>
                </a:lnTo>
                <a:lnTo>
                  <a:pt x="1188935" y="3963352"/>
                </a:lnTo>
                <a:lnTo>
                  <a:pt x="1149616" y="3963352"/>
                </a:lnTo>
                <a:lnTo>
                  <a:pt x="1101331" y="3976052"/>
                </a:lnTo>
                <a:lnTo>
                  <a:pt x="1063269" y="3988752"/>
                </a:lnTo>
                <a:lnTo>
                  <a:pt x="1029068" y="4014152"/>
                </a:lnTo>
                <a:lnTo>
                  <a:pt x="992378" y="4039552"/>
                </a:lnTo>
                <a:lnTo>
                  <a:pt x="946810" y="4052252"/>
                </a:lnTo>
                <a:lnTo>
                  <a:pt x="886015" y="4077652"/>
                </a:lnTo>
                <a:lnTo>
                  <a:pt x="832332" y="4090352"/>
                </a:lnTo>
                <a:lnTo>
                  <a:pt x="797763" y="4077652"/>
                </a:lnTo>
                <a:lnTo>
                  <a:pt x="764527" y="4077652"/>
                </a:lnTo>
                <a:lnTo>
                  <a:pt x="714883" y="4090352"/>
                </a:lnTo>
                <a:lnTo>
                  <a:pt x="677545" y="4103052"/>
                </a:lnTo>
                <a:lnTo>
                  <a:pt x="641642" y="4115752"/>
                </a:lnTo>
                <a:lnTo>
                  <a:pt x="602094" y="4141152"/>
                </a:lnTo>
                <a:lnTo>
                  <a:pt x="553796" y="4166552"/>
                </a:lnTo>
                <a:lnTo>
                  <a:pt x="491680" y="4204652"/>
                </a:lnTo>
                <a:lnTo>
                  <a:pt x="432130" y="4242752"/>
                </a:lnTo>
                <a:lnTo>
                  <a:pt x="384403" y="4280852"/>
                </a:lnTo>
                <a:lnTo>
                  <a:pt x="347116" y="4306252"/>
                </a:lnTo>
                <a:lnTo>
                  <a:pt x="318922" y="4318952"/>
                </a:lnTo>
                <a:lnTo>
                  <a:pt x="298437" y="4331652"/>
                </a:lnTo>
                <a:lnTo>
                  <a:pt x="248310" y="4357052"/>
                </a:lnTo>
                <a:lnTo>
                  <a:pt x="199986" y="4382452"/>
                </a:lnTo>
                <a:lnTo>
                  <a:pt x="153149" y="4407852"/>
                </a:lnTo>
                <a:lnTo>
                  <a:pt x="107505" y="4433252"/>
                </a:lnTo>
                <a:lnTo>
                  <a:pt x="62738" y="4445952"/>
                </a:lnTo>
                <a:lnTo>
                  <a:pt x="18580" y="4471352"/>
                </a:lnTo>
                <a:lnTo>
                  <a:pt x="0" y="4471352"/>
                </a:lnTo>
                <a:lnTo>
                  <a:pt x="0" y="4928552"/>
                </a:lnTo>
                <a:lnTo>
                  <a:pt x="28206" y="4915852"/>
                </a:lnTo>
                <a:lnTo>
                  <a:pt x="75311" y="4915852"/>
                </a:lnTo>
                <a:lnTo>
                  <a:pt x="128231" y="4890452"/>
                </a:lnTo>
                <a:lnTo>
                  <a:pt x="188264" y="4877752"/>
                </a:lnTo>
                <a:lnTo>
                  <a:pt x="209067" y="4865052"/>
                </a:lnTo>
                <a:lnTo>
                  <a:pt x="238379" y="4852352"/>
                </a:lnTo>
                <a:lnTo>
                  <a:pt x="299085" y="4852352"/>
                </a:lnTo>
                <a:lnTo>
                  <a:pt x="309918" y="4865052"/>
                </a:lnTo>
                <a:lnTo>
                  <a:pt x="316115" y="4877752"/>
                </a:lnTo>
                <a:lnTo>
                  <a:pt x="322122" y="4890452"/>
                </a:lnTo>
                <a:lnTo>
                  <a:pt x="332422" y="4903152"/>
                </a:lnTo>
                <a:lnTo>
                  <a:pt x="363893" y="4903152"/>
                </a:lnTo>
                <a:lnTo>
                  <a:pt x="397954" y="4890452"/>
                </a:lnTo>
                <a:lnTo>
                  <a:pt x="430911" y="4877752"/>
                </a:lnTo>
                <a:lnTo>
                  <a:pt x="459028" y="4877752"/>
                </a:lnTo>
                <a:lnTo>
                  <a:pt x="478853" y="4903152"/>
                </a:lnTo>
                <a:lnTo>
                  <a:pt x="483260" y="4953952"/>
                </a:lnTo>
                <a:lnTo>
                  <a:pt x="478878" y="5017452"/>
                </a:lnTo>
                <a:lnTo>
                  <a:pt x="472363" y="5068252"/>
                </a:lnTo>
                <a:lnTo>
                  <a:pt x="466115" y="5119052"/>
                </a:lnTo>
                <a:lnTo>
                  <a:pt x="461365" y="5182552"/>
                </a:lnTo>
                <a:lnTo>
                  <a:pt x="458063" y="5233352"/>
                </a:lnTo>
                <a:lnTo>
                  <a:pt x="456133" y="5296852"/>
                </a:lnTo>
                <a:lnTo>
                  <a:pt x="455523" y="5347652"/>
                </a:lnTo>
                <a:lnTo>
                  <a:pt x="456145" y="5411152"/>
                </a:lnTo>
                <a:lnTo>
                  <a:pt x="457949" y="5461952"/>
                </a:lnTo>
                <a:lnTo>
                  <a:pt x="460857" y="5525452"/>
                </a:lnTo>
                <a:lnTo>
                  <a:pt x="464820" y="5576252"/>
                </a:lnTo>
                <a:lnTo>
                  <a:pt x="469760" y="5627052"/>
                </a:lnTo>
                <a:lnTo>
                  <a:pt x="475615" y="5677852"/>
                </a:lnTo>
                <a:lnTo>
                  <a:pt x="482307" y="5728652"/>
                </a:lnTo>
                <a:lnTo>
                  <a:pt x="489788" y="5766752"/>
                </a:lnTo>
                <a:lnTo>
                  <a:pt x="497979" y="5804852"/>
                </a:lnTo>
                <a:lnTo>
                  <a:pt x="506818" y="5842952"/>
                </a:lnTo>
                <a:lnTo>
                  <a:pt x="516255" y="5881052"/>
                </a:lnTo>
                <a:lnTo>
                  <a:pt x="531152" y="5919152"/>
                </a:lnTo>
                <a:lnTo>
                  <a:pt x="537121" y="5931852"/>
                </a:lnTo>
                <a:lnTo>
                  <a:pt x="541426" y="5957252"/>
                </a:lnTo>
                <a:lnTo>
                  <a:pt x="527494" y="6046152"/>
                </a:lnTo>
                <a:lnTo>
                  <a:pt x="502742" y="6084252"/>
                </a:lnTo>
                <a:lnTo>
                  <a:pt x="456793" y="6122352"/>
                </a:lnTo>
                <a:lnTo>
                  <a:pt x="434505" y="6147752"/>
                </a:lnTo>
                <a:lnTo>
                  <a:pt x="413486" y="6185852"/>
                </a:lnTo>
                <a:lnTo>
                  <a:pt x="393763" y="6211252"/>
                </a:lnTo>
                <a:lnTo>
                  <a:pt x="375348" y="6249352"/>
                </a:lnTo>
                <a:lnTo>
                  <a:pt x="358292" y="6287452"/>
                </a:lnTo>
                <a:lnTo>
                  <a:pt x="342620" y="6338252"/>
                </a:lnTo>
                <a:lnTo>
                  <a:pt x="328345" y="6376352"/>
                </a:lnTo>
                <a:lnTo>
                  <a:pt x="315506" y="6427152"/>
                </a:lnTo>
                <a:lnTo>
                  <a:pt x="304139" y="6477952"/>
                </a:lnTo>
                <a:lnTo>
                  <a:pt x="294259" y="6528752"/>
                </a:lnTo>
                <a:lnTo>
                  <a:pt x="285915" y="6592252"/>
                </a:lnTo>
                <a:lnTo>
                  <a:pt x="279107" y="6643052"/>
                </a:lnTo>
                <a:lnTo>
                  <a:pt x="273888" y="6693852"/>
                </a:lnTo>
                <a:lnTo>
                  <a:pt x="270268" y="6757352"/>
                </a:lnTo>
                <a:lnTo>
                  <a:pt x="268287" y="6808152"/>
                </a:lnTo>
                <a:lnTo>
                  <a:pt x="268211" y="6820852"/>
                </a:lnTo>
                <a:lnTo>
                  <a:pt x="267982" y="6858952"/>
                </a:lnTo>
                <a:lnTo>
                  <a:pt x="269367" y="6909752"/>
                </a:lnTo>
                <a:lnTo>
                  <a:pt x="272478" y="6960552"/>
                </a:lnTo>
                <a:lnTo>
                  <a:pt x="277342" y="7011352"/>
                </a:lnTo>
                <a:lnTo>
                  <a:pt x="283997" y="7049452"/>
                </a:lnTo>
                <a:lnTo>
                  <a:pt x="292442" y="7087552"/>
                </a:lnTo>
                <a:lnTo>
                  <a:pt x="298640" y="7112952"/>
                </a:lnTo>
                <a:lnTo>
                  <a:pt x="304965" y="7151052"/>
                </a:lnTo>
                <a:lnTo>
                  <a:pt x="307301" y="7201852"/>
                </a:lnTo>
                <a:lnTo>
                  <a:pt x="301548" y="7252652"/>
                </a:lnTo>
                <a:lnTo>
                  <a:pt x="283565" y="7316152"/>
                </a:lnTo>
                <a:lnTo>
                  <a:pt x="248462" y="7366952"/>
                </a:lnTo>
                <a:lnTo>
                  <a:pt x="230593" y="7392352"/>
                </a:lnTo>
                <a:lnTo>
                  <a:pt x="214693" y="7405052"/>
                </a:lnTo>
                <a:lnTo>
                  <a:pt x="202793" y="7417752"/>
                </a:lnTo>
                <a:lnTo>
                  <a:pt x="1927440" y="7417752"/>
                </a:lnTo>
                <a:lnTo>
                  <a:pt x="1891626" y="7379652"/>
                </a:lnTo>
                <a:lnTo>
                  <a:pt x="1858175" y="7328852"/>
                </a:lnTo>
                <a:lnTo>
                  <a:pt x="1827022" y="7303452"/>
                </a:lnTo>
                <a:lnTo>
                  <a:pt x="1798104" y="7265352"/>
                </a:lnTo>
                <a:lnTo>
                  <a:pt x="1771332" y="7227252"/>
                </a:lnTo>
                <a:lnTo>
                  <a:pt x="1746669" y="7201852"/>
                </a:lnTo>
                <a:lnTo>
                  <a:pt x="1724050" y="7176452"/>
                </a:lnTo>
                <a:lnTo>
                  <a:pt x="1703387" y="7151052"/>
                </a:lnTo>
                <a:lnTo>
                  <a:pt x="1684616" y="7138352"/>
                </a:lnTo>
                <a:lnTo>
                  <a:pt x="1667700" y="7112952"/>
                </a:lnTo>
                <a:lnTo>
                  <a:pt x="1652549" y="7100252"/>
                </a:lnTo>
                <a:lnTo>
                  <a:pt x="1639100" y="7087552"/>
                </a:lnTo>
                <a:lnTo>
                  <a:pt x="1627289" y="7074852"/>
                </a:lnTo>
                <a:lnTo>
                  <a:pt x="1617052" y="7074852"/>
                </a:lnTo>
                <a:lnTo>
                  <a:pt x="1608328" y="7062152"/>
                </a:lnTo>
                <a:lnTo>
                  <a:pt x="1601050" y="7062152"/>
                </a:lnTo>
                <a:lnTo>
                  <a:pt x="1552371" y="7024052"/>
                </a:lnTo>
                <a:lnTo>
                  <a:pt x="1502575" y="6998652"/>
                </a:lnTo>
                <a:lnTo>
                  <a:pt x="1434414" y="6947852"/>
                </a:lnTo>
                <a:lnTo>
                  <a:pt x="1419783" y="6947852"/>
                </a:lnTo>
                <a:lnTo>
                  <a:pt x="1411046" y="6935152"/>
                </a:lnTo>
                <a:lnTo>
                  <a:pt x="1406093" y="6935152"/>
                </a:lnTo>
                <a:lnTo>
                  <a:pt x="1402842" y="6922452"/>
                </a:lnTo>
                <a:lnTo>
                  <a:pt x="1389748" y="6897052"/>
                </a:lnTo>
                <a:lnTo>
                  <a:pt x="1389291" y="6871652"/>
                </a:lnTo>
                <a:lnTo>
                  <a:pt x="1399032" y="6820852"/>
                </a:lnTo>
                <a:lnTo>
                  <a:pt x="1416558" y="6782752"/>
                </a:lnTo>
                <a:lnTo>
                  <a:pt x="1439456" y="6731952"/>
                </a:lnTo>
                <a:lnTo>
                  <a:pt x="1491653" y="6630352"/>
                </a:lnTo>
                <a:lnTo>
                  <a:pt x="1516126" y="6579552"/>
                </a:lnTo>
                <a:lnTo>
                  <a:pt x="1528495" y="6554152"/>
                </a:lnTo>
                <a:lnTo>
                  <a:pt x="1543583" y="6503352"/>
                </a:lnTo>
                <a:lnTo>
                  <a:pt x="1552663" y="6452552"/>
                </a:lnTo>
                <a:lnTo>
                  <a:pt x="1557502" y="6414452"/>
                </a:lnTo>
                <a:lnTo>
                  <a:pt x="1563916" y="6363652"/>
                </a:lnTo>
                <a:lnTo>
                  <a:pt x="1572907" y="6300152"/>
                </a:lnTo>
                <a:lnTo>
                  <a:pt x="1585518" y="6223952"/>
                </a:lnTo>
                <a:lnTo>
                  <a:pt x="1602765" y="6135052"/>
                </a:lnTo>
                <a:lnTo>
                  <a:pt x="1622298" y="6033452"/>
                </a:lnTo>
                <a:lnTo>
                  <a:pt x="1641411" y="5944552"/>
                </a:lnTo>
                <a:lnTo>
                  <a:pt x="1660093" y="5868352"/>
                </a:lnTo>
                <a:lnTo>
                  <a:pt x="1678317" y="5792152"/>
                </a:lnTo>
                <a:lnTo>
                  <a:pt x="1696072" y="5728652"/>
                </a:lnTo>
                <a:lnTo>
                  <a:pt x="1713357" y="5677852"/>
                </a:lnTo>
                <a:lnTo>
                  <a:pt x="1730133" y="5627052"/>
                </a:lnTo>
                <a:lnTo>
                  <a:pt x="1746402" y="5576252"/>
                </a:lnTo>
                <a:lnTo>
                  <a:pt x="1762150" y="5538152"/>
                </a:lnTo>
                <a:lnTo>
                  <a:pt x="1777339" y="5500052"/>
                </a:lnTo>
                <a:lnTo>
                  <a:pt x="1806054" y="5449252"/>
                </a:lnTo>
                <a:lnTo>
                  <a:pt x="1832394" y="5398452"/>
                </a:lnTo>
                <a:lnTo>
                  <a:pt x="1856257" y="5347652"/>
                </a:lnTo>
                <a:lnTo>
                  <a:pt x="1877517" y="5296852"/>
                </a:lnTo>
                <a:lnTo>
                  <a:pt x="1896046" y="5246052"/>
                </a:lnTo>
                <a:lnTo>
                  <a:pt x="1906270" y="5207952"/>
                </a:lnTo>
                <a:lnTo>
                  <a:pt x="1909927" y="5207952"/>
                </a:lnTo>
                <a:lnTo>
                  <a:pt x="1915756" y="5195252"/>
                </a:lnTo>
                <a:lnTo>
                  <a:pt x="1924265" y="5182552"/>
                </a:lnTo>
                <a:lnTo>
                  <a:pt x="1933854" y="5182552"/>
                </a:lnTo>
                <a:lnTo>
                  <a:pt x="1945601" y="5195252"/>
                </a:lnTo>
                <a:lnTo>
                  <a:pt x="1960854" y="5207952"/>
                </a:lnTo>
                <a:lnTo>
                  <a:pt x="1980933" y="5233352"/>
                </a:lnTo>
                <a:lnTo>
                  <a:pt x="2007146" y="5284152"/>
                </a:lnTo>
                <a:lnTo>
                  <a:pt x="2040813" y="5334952"/>
                </a:lnTo>
                <a:lnTo>
                  <a:pt x="2083257" y="5398452"/>
                </a:lnTo>
                <a:lnTo>
                  <a:pt x="2135809" y="5487352"/>
                </a:lnTo>
                <a:lnTo>
                  <a:pt x="2175611" y="5563552"/>
                </a:lnTo>
                <a:lnTo>
                  <a:pt x="2206802" y="5614352"/>
                </a:lnTo>
                <a:lnTo>
                  <a:pt x="2229574" y="5652452"/>
                </a:lnTo>
                <a:lnTo>
                  <a:pt x="2244166" y="5677852"/>
                </a:lnTo>
                <a:lnTo>
                  <a:pt x="2250757" y="5703252"/>
                </a:lnTo>
                <a:lnTo>
                  <a:pt x="2255456" y="5715952"/>
                </a:lnTo>
                <a:lnTo>
                  <a:pt x="2264079" y="5741352"/>
                </a:lnTo>
                <a:lnTo>
                  <a:pt x="2278951" y="5779452"/>
                </a:lnTo>
                <a:lnTo>
                  <a:pt x="2302446" y="5804852"/>
                </a:lnTo>
                <a:lnTo>
                  <a:pt x="2308644" y="5817552"/>
                </a:lnTo>
                <a:lnTo>
                  <a:pt x="2319210" y="5817552"/>
                </a:lnTo>
                <a:lnTo>
                  <a:pt x="2335530" y="5830252"/>
                </a:lnTo>
                <a:lnTo>
                  <a:pt x="2359012" y="5842952"/>
                </a:lnTo>
                <a:lnTo>
                  <a:pt x="2396947" y="5868352"/>
                </a:lnTo>
                <a:lnTo>
                  <a:pt x="2436330" y="5881052"/>
                </a:lnTo>
                <a:lnTo>
                  <a:pt x="2472448" y="5893752"/>
                </a:lnTo>
                <a:lnTo>
                  <a:pt x="2500604" y="5906452"/>
                </a:lnTo>
                <a:lnTo>
                  <a:pt x="2514968" y="5906452"/>
                </a:lnTo>
                <a:lnTo>
                  <a:pt x="2524264" y="5893752"/>
                </a:lnTo>
                <a:lnTo>
                  <a:pt x="2535161" y="5893752"/>
                </a:lnTo>
                <a:lnTo>
                  <a:pt x="2547810" y="5881052"/>
                </a:lnTo>
                <a:lnTo>
                  <a:pt x="2562352" y="5868352"/>
                </a:lnTo>
                <a:lnTo>
                  <a:pt x="2578925" y="5855652"/>
                </a:lnTo>
                <a:lnTo>
                  <a:pt x="2597696" y="5830252"/>
                </a:lnTo>
                <a:lnTo>
                  <a:pt x="2618790" y="5804852"/>
                </a:lnTo>
                <a:lnTo>
                  <a:pt x="2642362" y="5766752"/>
                </a:lnTo>
                <a:lnTo>
                  <a:pt x="2668562" y="5728652"/>
                </a:lnTo>
                <a:lnTo>
                  <a:pt x="2697518" y="5677852"/>
                </a:lnTo>
                <a:lnTo>
                  <a:pt x="2729407" y="5614352"/>
                </a:lnTo>
                <a:lnTo>
                  <a:pt x="2764345" y="5550852"/>
                </a:lnTo>
                <a:lnTo>
                  <a:pt x="2802496" y="5474652"/>
                </a:lnTo>
                <a:lnTo>
                  <a:pt x="2844000" y="5385752"/>
                </a:lnTo>
                <a:lnTo>
                  <a:pt x="2883370" y="5296852"/>
                </a:lnTo>
                <a:lnTo>
                  <a:pt x="2888996" y="5284152"/>
                </a:lnTo>
                <a:lnTo>
                  <a:pt x="2937649" y="5169852"/>
                </a:lnTo>
                <a:lnTo>
                  <a:pt x="2988487" y="5055552"/>
                </a:lnTo>
                <a:lnTo>
                  <a:pt x="3007906" y="5017452"/>
                </a:lnTo>
                <a:lnTo>
                  <a:pt x="3026638" y="4979352"/>
                </a:lnTo>
                <a:lnTo>
                  <a:pt x="3047136" y="4953952"/>
                </a:lnTo>
                <a:lnTo>
                  <a:pt x="3071914" y="4928552"/>
                </a:lnTo>
                <a:lnTo>
                  <a:pt x="3107588" y="4890452"/>
                </a:lnTo>
                <a:lnTo>
                  <a:pt x="3145688" y="4865052"/>
                </a:lnTo>
                <a:lnTo>
                  <a:pt x="3183852" y="4826952"/>
                </a:lnTo>
                <a:lnTo>
                  <a:pt x="3219716" y="4788852"/>
                </a:lnTo>
                <a:lnTo>
                  <a:pt x="3250920" y="4750752"/>
                </a:lnTo>
                <a:lnTo>
                  <a:pt x="3275101" y="4699952"/>
                </a:lnTo>
                <a:lnTo>
                  <a:pt x="3278682" y="4699952"/>
                </a:lnTo>
                <a:lnTo>
                  <a:pt x="3283140" y="4687252"/>
                </a:lnTo>
                <a:lnTo>
                  <a:pt x="3288995" y="4674552"/>
                </a:lnTo>
                <a:lnTo>
                  <a:pt x="3296767" y="4649152"/>
                </a:lnTo>
                <a:lnTo>
                  <a:pt x="3320377" y="4611052"/>
                </a:lnTo>
                <a:lnTo>
                  <a:pt x="3345192" y="4572952"/>
                </a:lnTo>
                <a:lnTo>
                  <a:pt x="3369538" y="4534852"/>
                </a:lnTo>
                <a:lnTo>
                  <a:pt x="3391700" y="4522152"/>
                </a:lnTo>
                <a:lnTo>
                  <a:pt x="3398278" y="4509452"/>
                </a:lnTo>
                <a:lnTo>
                  <a:pt x="3402533" y="4496752"/>
                </a:lnTo>
                <a:lnTo>
                  <a:pt x="3403574" y="4496752"/>
                </a:lnTo>
                <a:lnTo>
                  <a:pt x="3403574" y="4484052"/>
                </a:lnTo>
                <a:close/>
              </a:path>
              <a:path w="18288000" h="7418070">
                <a:moveTo>
                  <a:pt x="5099977" y="338886"/>
                </a:moveTo>
                <a:lnTo>
                  <a:pt x="5094897" y="300786"/>
                </a:lnTo>
                <a:lnTo>
                  <a:pt x="5067351" y="262686"/>
                </a:lnTo>
                <a:lnTo>
                  <a:pt x="5053012" y="262686"/>
                </a:lnTo>
                <a:lnTo>
                  <a:pt x="5037594" y="249986"/>
                </a:lnTo>
                <a:lnTo>
                  <a:pt x="5005629" y="249986"/>
                </a:lnTo>
                <a:lnTo>
                  <a:pt x="4989627" y="262686"/>
                </a:lnTo>
                <a:lnTo>
                  <a:pt x="4963884" y="262686"/>
                </a:lnTo>
                <a:lnTo>
                  <a:pt x="4943843" y="275386"/>
                </a:lnTo>
                <a:lnTo>
                  <a:pt x="4906022" y="275386"/>
                </a:lnTo>
                <a:lnTo>
                  <a:pt x="4877778" y="288086"/>
                </a:lnTo>
                <a:lnTo>
                  <a:pt x="4806112" y="288086"/>
                </a:lnTo>
                <a:lnTo>
                  <a:pt x="4800358" y="300786"/>
                </a:lnTo>
                <a:lnTo>
                  <a:pt x="4794212" y="300786"/>
                </a:lnTo>
                <a:lnTo>
                  <a:pt x="4790097" y="313486"/>
                </a:lnTo>
                <a:lnTo>
                  <a:pt x="4792561" y="313486"/>
                </a:lnTo>
                <a:lnTo>
                  <a:pt x="4760849" y="326186"/>
                </a:lnTo>
                <a:lnTo>
                  <a:pt x="4637671" y="326186"/>
                </a:lnTo>
                <a:lnTo>
                  <a:pt x="4624108" y="338886"/>
                </a:lnTo>
                <a:lnTo>
                  <a:pt x="4580115" y="338886"/>
                </a:lnTo>
                <a:lnTo>
                  <a:pt x="4564748" y="351586"/>
                </a:lnTo>
                <a:lnTo>
                  <a:pt x="4472432" y="351586"/>
                </a:lnTo>
                <a:lnTo>
                  <a:pt x="4472432" y="503986"/>
                </a:lnTo>
                <a:lnTo>
                  <a:pt x="4470781" y="516686"/>
                </a:lnTo>
                <a:lnTo>
                  <a:pt x="4468736" y="516686"/>
                </a:lnTo>
                <a:lnTo>
                  <a:pt x="4460722" y="542086"/>
                </a:lnTo>
                <a:lnTo>
                  <a:pt x="4452010" y="554786"/>
                </a:lnTo>
                <a:lnTo>
                  <a:pt x="4442523" y="580186"/>
                </a:lnTo>
                <a:lnTo>
                  <a:pt x="4432198" y="592886"/>
                </a:lnTo>
                <a:lnTo>
                  <a:pt x="4430153" y="592886"/>
                </a:lnTo>
                <a:lnTo>
                  <a:pt x="4427690" y="605586"/>
                </a:lnTo>
                <a:lnTo>
                  <a:pt x="4431385" y="605586"/>
                </a:lnTo>
                <a:lnTo>
                  <a:pt x="4431385" y="618286"/>
                </a:lnTo>
                <a:lnTo>
                  <a:pt x="4423892" y="618286"/>
                </a:lnTo>
                <a:lnTo>
                  <a:pt x="4417987" y="630986"/>
                </a:lnTo>
                <a:lnTo>
                  <a:pt x="4412018" y="643686"/>
                </a:lnTo>
                <a:lnTo>
                  <a:pt x="4405935" y="643686"/>
                </a:lnTo>
                <a:lnTo>
                  <a:pt x="4400410" y="656386"/>
                </a:lnTo>
                <a:lnTo>
                  <a:pt x="4392854" y="656386"/>
                </a:lnTo>
                <a:lnTo>
                  <a:pt x="4384751" y="669086"/>
                </a:lnTo>
                <a:lnTo>
                  <a:pt x="4372686" y="669086"/>
                </a:lnTo>
                <a:lnTo>
                  <a:pt x="4371454" y="656386"/>
                </a:lnTo>
                <a:lnTo>
                  <a:pt x="4372076" y="643686"/>
                </a:lnTo>
                <a:lnTo>
                  <a:pt x="4372686" y="643686"/>
                </a:lnTo>
                <a:lnTo>
                  <a:pt x="4372927" y="630986"/>
                </a:lnTo>
                <a:lnTo>
                  <a:pt x="4372927" y="605586"/>
                </a:lnTo>
                <a:lnTo>
                  <a:pt x="4372686" y="592886"/>
                </a:lnTo>
                <a:lnTo>
                  <a:pt x="4371911" y="580186"/>
                </a:lnTo>
                <a:lnTo>
                  <a:pt x="4370743" y="567486"/>
                </a:lnTo>
                <a:lnTo>
                  <a:pt x="4369117" y="554786"/>
                </a:lnTo>
                <a:lnTo>
                  <a:pt x="4366946" y="542086"/>
                </a:lnTo>
                <a:lnTo>
                  <a:pt x="4365333" y="542086"/>
                </a:lnTo>
                <a:lnTo>
                  <a:pt x="4363872" y="529386"/>
                </a:lnTo>
                <a:lnTo>
                  <a:pt x="4363021" y="516686"/>
                </a:lnTo>
                <a:lnTo>
                  <a:pt x="4363250" y="516686"/>
                </a:lnTo>
                <a:lnTo>
                  <a:pt x="4364812" y="503986"/>
                </a:lnTo>
                <a:lnTo>
                  <a:pt x="4367403" y="491286"/>
                </a:lnTo>
                <a:lnTo>
                  <a:pt x="4370692" y="491286"/>
                </a:lnTo>
                <a:lnTo>
                  <a:pt x="4374337" y="478586"/>
                </a:lnTo>
                <a:lnTo>
                  <a:pt x="4376801" y="478586"/>
                </a:lnTo>
                <a:lnTo>
                  <a:pt x="4379265" y="465886"/>
                </a:lnTo>
                <a:lnTo>
                  <a:pt x="4416971" y="465886"/>
                </a:lnTo>
                <a:lnTo>
                  <a:pt x="4428909" y="478586"/>
                </a:lnTo>
                <a:lnTo>
                  <a:pt x="4445622" y="478586"/>
                </a:lnTo>
                <a:lnTo>
                  <a:pt x="4451235" y="491286"/>
                </a:lnTo>
                <a:lnTo>
                  <a:pt x="4457077" y="491286"/>
                </a:lnTo>
                <a:lnTo>
                  <a:pt x="4463808" y="503986"/>
                </a:lnTo>
                <a:lnTo>
                  <a:pt x="4472432" y="503986"/>
                </a:lnTo>
                <a:lnTo>
                  <a:pt x="4472432" y="351586"/>
                </a:lnTo>
                <a:lnTo>
                  <a:pt x="4451083" y="351586"/>
                </a:lnTo>
                <a:lnTo>
                  <a:pt x="4449851" y="338886"/>
                </a:lnTo>
                <a:lnTo>
                  <a:pt x="4450258" y="338886"/>
                </a:lnTo>
                <a:lnTo>
                  <a:pt x="4451083" y="326186"/>
                </a:lnTo>
                <a:lnTo>
                  <a:pt x="4463402" y="326186"/>
                </a:lnTo>
                <a:lnTo>
                  <a:pt x="4467911" y="313486"/>
                </a:lnTo>
                <a:lnTo>
                  <a:pt x="4471200" y="313486"/>
                </a:lnTo>
                <a:lnTo>
                  <a:pt x="4471568" y="300786"/>
                </a:lnTo>
                <a:lnTo>
                  <a:pt x="4472470" y="288086"/>
                </a:lnTo>
                <a:lnTo>
                  <a:pt x="4472838" y="288086"/>
                </a:lnTo>
                <a:lnTo>
                  <a:pt x="4473245" y="275386"/>
                </a:lnTo>
                <a:lnTo>
                  <a:pt x="4480636" y="275386"/>
                </a:lnTo>
                <a:lnTo>
                  <a:pt x="4485144" y="262686"/>
                </a:lnTo>
                <a:lnTo>
                  <a:pt x="4490491" y="275386"/>
                </a:lnTo>
                <a:lnTo>
                  <a:pt x="4493768" y="275386"/>
                </a:lnTo>
                <a:lnTo>
                  <a:pt x="4495000" y="262686"/>
                </a:lnTo>
                <a:lnTo>
                  <a:pt x="4496638" y="262686"/>
                </a:lnTo>
                <a:lnTo>
                  <a:pt x="4499102" y="237286"/>
                </a:lnTo>
                <a:lnTo>
                  <a:pt x="4500753" y="237286"/>
                </a:lnTo>
                <a:lnTo>
                  <a:pt x="4499521" y="224586"/>
                </a:lnTo>
                <a:lnTo>
                  <a:pt x="4497463" y="224586"/>
                </a:lnTo>
                <a:lnTo>
                  <a:pt x="4491723" y="211886"/>
                </a:lnTo>
                <a:lnTo>
                  <a:pt x="4486376" y="211886"/>
                </a:lnTo>
                <a:lnTo>
                  <a:pt x="4472190" y="186486"/>
                </a:lnTo>
                <a:lnTo>
                  <a:pt x="4458728" y="173786"/>
                </a:lnTo>
                <a:lnTo>
                  <a:pt x="4444416" y="161086"/>
                </a:lnTo>
                <a:lnTo>
                  <a:pt x="4427690" y="148386"/>
                </a:lnTo>
                <a:lnTo>
                  <a:pt x="4421086" y="148386"/>
                </a:lnTo>
                <a:lnTo>
                  <a:pt x="4414253" y="135686"/>
                </a:lnTo>
                <a:lnTo>
                  <a:pt x="4319740" y="135686"/>
                </a:lnTo>
                <a:lnTo>
                  <a:pt x="4302569" y="148386"/>
                </a:lnTo>
                <a:lnTo>
                  <a:pt x="4286085" y="148386"/>
                </a:lnTo>
                <a:lnTo>
                  <a:pt x="4251388" y="186486"/>
                </a:lnTo>
                <a:lnTo>
                  <a:pt x="4240936" y="224586"/>
                </a:lnTo>
                <a:lnTo>
                  <a:pt x="4239501" y="262686"/>
                </a:lnTo>
                <a:lnTo>
                  <a:pt x="4238891" y="275386"/>
                </a:lnTo>
                <a:lnTo>
                  <a:pt x="4236580" y="300786"/>
                </a:lnTo>
                <a:lnTo>
                  <a:pt x="4233037" y="326186"/>
                </a:lnTo>
                <a:lnTo>
                  <a:pt x="4228731" y="338886"/>
                </a:lnTo>
                <a:lnTo>
                  <a:pt x="4224109" y="364286"/>
                </a:lnTo>
                <a:lnTo>
                  <a:pt x="4219194" y="364286"/>
                </a:lnTo>
                <a:lnTo>
                  <a:pt x="4210266" y="376986"/>
                </a:lnTo>
                <a:lnTo>
                  <a:pt x="4181208" y="376986"/>
                </a:lnTo>
                <a:lnTo>
                  <a:pt x="4173575" y="389686"/>
                </a:lnTo>
                <a:lnTo>
                  <a:pt x="4166489" y="389686"/>
                </a:lnTo>
                <a:lnTo>
                  <a:pt x="4159681" y="402386"/>
                </a:lnTo>
                <a:lnTo>
                  <a:pt x="4141673" y="415086"/>
                </a:lnTo>
                <a:lnTo>
                  <a:pt x="4124642" y="440486"/>
                </a:lnTo>
                <a:lnTo>
                  <a:pt x="4108602" y="465886"/>
                </a:lnTo>
                <a:lnTo>
                  <a:pt x="4093591" y="478586"/>
                </a:lnTo>
                <a:lnTo>
                  <a:pt x="4079824" y="503986"/>
                </a:lnTo>
                <a:lnTo>
                  <a:pt x="4068711" y="529386"/>
                </a:lnTo>
                <a:lnTo>
                  <a:pt x="4062145" y="554786"/>
                </a:lnTo>
                <a:lnTo>
                  <a:pt x="4062069" y="567486"/>
                </a:lnTo>
                <a:lnTo>
                  <a:pt x="4061993" y="580186"/>
                </a:lnTo>
                <a:lnTo>
                  <a:pt x="4068330" y="630986"/>
                </a:lnTo>
                <a:lnTo>
                  <a:pt x="4074820" y="681786"/>
                </a:lnTo>
                <a:lnTo>
                  <a:pt x="4084853" y="719886"/>
                </a:lnTo>
                <a:lnTo>
                  <a:pt x="4101808" y="770686"/>
                </a:lnTo>
                <a:lnTo>
                  <a:pt x="4127716" y="821486"/>
                </a:lnTo>
                <a:lnTo>
                  <a:pt x="4138688" y="846886"/>
                </a:lnTo>
                <a:lnTo>
                  <a:pt x="4145305" y="872286"/>
                </a:lnTo>
                <a:lnTo>
                  <a:pt x="4146473" y="884986"/>
                </a:lnTo>
                <a:lnTo>
                  <a:pt x="4146956" y="897686"/>
                </a:lnTo>
                <a:lnTo>
                  <a:pt x="4147731" y="910386"/>
                </a:lnTo>
                <a:lnTo>
                  <a:pt x="4149826" y="923086"/>
                </a:lnTo>
                <a:lnTo>
                  <a:pt x="4137926" y="923086"/>
                </a:lnTo>
                <a:lnTo>
                  <a:pt x="4135869" y="935786"/>
                </a:lnTo>
                <a:lnTo>
                  <a:pt x="4135463" y="935786"/>
                </a:lnTo>
                <a:lnTo>
                  <a:pt x="4133062" y="961186"/>
                </a:lnTo>
                <a:lnTo>
                  <a:pt x="4128846" y="973886"/>
                </a:lnTo>
                <a:lnTo>
                  <a:pt x="4123626" y="986586"/>
                </a:lnTo>
                <a:lnTo>
                  <a:pt x="4118229" y="999286"/>
                </a:lnTo>
                <a:lnTo>
                  <a:pt x="4107865" y="1024686"/>
                </a:lnTo>
                <a:lnTo>
                  <a:pt x="4101808" y="1062786"/>
                </a:lnTo>
                <a:lnTo>
                  <a:pt x="4101731" y="1075486"/>
                </a:lnTo>
                <a:lnTo>
                  <a:pt x="4101668" y="1088186"/>
                </a:lnTo>
                <a:lnTo>
                  <a:pt x="4101604" y="1100886"/>
                </a:lnTo>
                <a:lnTo>
                  <a:pt x="4113212" y="1138986"/>
                </a:lnTo>
                <a:lnTo>
                  <a:pt x="4137926" y="1177086"/>
                </a:lnTo>
                <a:lnTo>
                  <a:pt x="4142028" y="1189786"/>
                </a:lnTo>
                <a:lnTo>
                  <a:pt x="4150068" y="1202486"/>
                </a:lnTo>
                <a:lnTo>
                  <a:pt x="4158348" y="1215186"/>
                </a:lnTo>
                <a:lnTo>
                  <a:pt x="4167073" y="1227886"/>
                </a:lnTo>
                <a:lnTo>
                  <a:pt x="4176509" y="1240586"/>
                </a:lnTo>
                <a:lnTo>
                  <a:pt x="4179900" y="1253286"/>
                </a:lnTo>
                <a:lnTo>
                  <a:pt x="4179024" y="1265986"/>
                </a:lnTo>
                <a:lnTo>
                  <a:pt x="4176674" y="1278686"/>
                </a:lnTo>
                <a:lnTo>
                  <a:pt x="4175683" y="1278686"/>
                </a:lnTo>
                <a:lnTo>
                  <a:pt x="4177919" y="1291386"/>
                </a:lnTo>
                <a:lnTo>
                  <a:pt x="4181894" y="1316786"/>
                </a:lnTo>
                <a:lnTo>
                  <a:pt x="4186250" y="1329486"/>
                </a:lnTo>
                <a:lnTo>
                  <a:pt x="4189641" y="1342186"/>
                </a:lnTo>
                <a:lnTo>
                  <a:pt x="4190873" y="1342186"/>
                </a:lnTo>
                <a:lnTo>
                  <a:pt x="4190873" y="1354886"/>
                </a:lnTo>
                <a:lnTo>
                  <a:pt x="4193336" y="1354886"/>
                </a:lnTo>
                <a:lnTo>
                  <a:pt x="4195381" y="1367586"/>
                </a:lnTo>
                <a:lnTo>
                  <a:pt x="4199077" y="1367586"/>
                </a:lnTo>
                <a:lnTo>
                  <a:pt x="4201947" y="1380286"/>
                </a:lnTo>
                <a:lnTo>
                  <a:pt x="4204716" y="1380286"/>
                </a:lnTo>
                <a:lnTo>
                  <a:pt x="4206875" y="1392986"/>
                </a:lnTo>
                <a:lnTo>
                  <a:pt x="4208411" y="1392986"/>
                </a:lnTo>
                <a:lnTo>
                  <a:pt x="4209338" y="1405686"/>
                </a:lnTo>
                <a:lnTo>
                  <a:pt x="4210164" y="1418386"/>
                </a:lnTo>
                <a:lnTo>
                  <a:pt x="4212628" y="1418386"/>
                </a:lnTo>
                <a:lnTo>
                  <a:pt x="4215498" y="1431086"/>
                </a:lnTo>
                <a:lnTo>
                  <a:pt x="4227398" y="1431086"/>
                </a:lnTo>
                <a:lnTo>
                  <a:pt x="4226725" y="1456486"/>
                </a:lnTo>
                <a:lnTo>
                  <a:pt x="4226306" y="1456486"/>
                </a:lnTo>
                <a:lnTo>
                  <a:pt x="4225760" y="1469186"/>
                </a:lnTo>
                <a:lnTo>
                  <a:pt x="4225341" y="1481886"/>
                </a:lnTo>
                <a:lnTo>
                  <a:pt x="4224528" y="1481886"/>
                </a:lnTo>
                <a:lnTo>
                  <a:pt x="4222889" y="1494586"/>
                </a:lnTo>
                <a:lnTo>
                  <a:pt x="4221238" y="1494586"/>
                </a:lnTo>
                <a:lnTo>
                  <a:pt x="4217962" y="1507286"/>
                </a:lnTo>
                <a:lnTo>
                  <a:pt x="4215079" y="1507286"/>
                </a:lnTo>
                <a:lnTo>
                  <a:pt x="4210151" y="1519986"/>
                </a:lnTo>
                <a:lnTo>
                  <a:pt x="4205186" y="1519986"/>
                </a:lnTo>
                <a:lnTo>
                  <a:pt x="4200131" y="1532686"/>
                </a:lnTo>
                <a:lnTo>
                  <a:pt x="4194975" y="1545386"/>
                </a:lnTo>
                <a:lnTo>
                  <a:pt x="4180573" y="1558086"/>
                </a:lnTo>
                <a:lnTo>
                  <a:pt x="4166552" y="1583486"/>
                </a:lnTo>
                <a:lnTo>
                  <a:pt x="4144899" y="1634286"/>
                </a:lnTo>
                <a:lnTo>
                  <a:pt x="4134218" y="1685086"/>
                </a:lnTo>
                <a:lnTo>
                  <a:pt x="4128630" y="1723186"/>
                </a:lnTo>
                <a:lnTo>
                  <a:pt x="4122191" y="1773986"/>
                </a:lnTo>
                <a:lnTo>
                  <a:pt x="4119041" y="1786686"/>
                </a:lnTo>
                <a:lnTo>
                  <a:pt x="4117898" y="1799386"/>
                </a:lnTo>
                <a:lnTo>
                  <a:pt x="4116946" y="1812086"/>
                </a:lnTo>
                <a:lnTo>
                  <a:pt x="4116209" y="1812086"/>
                </a:lnTo>
                <a:lnTo>
                  <a:pt x="4115765" y="1824786"/>
                </a:lnTo>
                <a:lnTo>
                  <a:pt x="4115765" y="1837486"/>
                </a:lnTo>
                <a:lnTo>
                  <a:pt x="4114939" y="1837486"/>
                </a:lnTo>
                <a:lnTo>
                  <a:pt x="4111841" y="1850186"/>
                </a:lnTo>
                <a:lnTo>
                  <a:pt x="4107040" y="1862886"/>
                </a:lnTo>
                <a:lnTo>
                  <a:pt x="4101782" y="1862886"/>
                </a:lnTo>
                <a:lnTo>
                  <a:pt x="4097286" y="1875586"/>
                </a:lnTo>
                <a:lnTo>
                  <a:pt x="4095242" y="1875586"/>
                </a:lnTo>
                <a:lnTo>
                  <a:pt x="4095242" y="1888286"/>
                </a:lnTo>
                <a:lnTo>
                  <a:pt x="4097083" y="1888286"/>
                </a:lnTo>
                <a:lnTo>
                  <a:pt x="4101338" y="1900986"/>
                </a:lnTo>
                <a:lnTo>
                  <a:pt x="4113301" y="1900986"/>
                </a:lnTo>
                <a:lnTo>
                  <a:pt x="4121099" y="1913686"/>
                </a:lnTo>
                <a:lnTo>
                  <a:pt x="4127665" y="1913686"/>
                </a:lnTo>
                <a:lnTo>
                  <a:pt x="4133824" y="1926386"/>
                </a:lnTo>
                <a:lnTo>
                  <a:pt x="4142854" y="1926386"/>
                </a:lnTo>
                <a:lnTo>
                  <a:pt x="4147362" y="1939086"/>
                </a:lnTo>
                <a:lnTo>
                  <a:pt x="4152290" y="1939086"/>
                </a:lnTo>
                <a:lnTo>
                  <a:pt x="4157624" y="1951786"/>
                </a:lnTo>
                <a:lnTo>
                  <a:pt x="4163364" y="1951786"/>
                </a:lnTo>
                <a:lnTo>
                  <a:pt x="4168292" y="1964486"/>
                </a:lnTo>
                <a:lnTo>
                  <a:pt x="4269676" y="1964486"/>
                </a:lnTo>
                <a:lnTo>
                  <a:pt x="4279519" y="1951786"/>
                </a:lnTo>
                <a:lnTo>
                  <a:pt x="4280751" y="1951786"/>
                </a:lnTo>
                <a:lnTo>
                  <a:pt x="4277880" y="1939086"/>
                </a:lnTo>
                <a:lnTo>
                  <a:pt x="4270908" y="1939086"/>
                </a:lnTo>
                <a:lnTo>
                  <a:pt x="4261053" y="1926386"/>
                </a:lnTo>
                <a:lnTo>
                  <a:pt x="4256544" y="1913686"/>
                </a:lnTo>
                <a:lnTo>
                  <a:pt x="4252430" y="1913686"/>
                </a:lnTo>
                <a:lnTo>
                  <a:pt x="4245000" y="1900986"/>
                </a:lnTo>
                <a:lnTo>
                  <a:pt x="4237253" y="1888286"/>
                </a:lnTo>
                <a:lnTo>
                  <a:pt x="4228884" y="1875586"/>
                </a:lnTo>
                <a:lnTo>
                  <a:pt x="4219600" y="1862886"/>
                </a:lnTo>
                <a:lnTo>
                  <a:pt x="4209745" y="1862886"/>
                </a:lnTo>
                <a:lnTo>
                  <a:pt x="4206049" y="1850186"/>
                </a:lnTo>
                <a:lnTo>
                  <a:pt x="4200931" y="1850186"/>
                </a:lnTo>
                <a:lnTo>
                  <a:pt x="4197642" y="1837486"/>
                </a:lnTo>
                <a:lnTo>
                  <a:pt x="4195902" y="1824786"/>
                </a:lnTo>
                <a:lnTo>
                  <a:pt x="4195381" y="1812086"/>
                </a:lnTo>
                <a:lnTo>
                  <a:pt x="4198099" y="1786686"/>
                </a:lnTo>
                <a:lnTo>
                  <a:pt x="4205389" y="1761286"/>
                </a:lnTo>
                <a:lnTo>
                  <a:pt x="4215993" y="1735886"/>
                </a:lnTo>
                <a:lnTo>
                  <a:pt x="4228630" y="1723186"/>
                </a:lnTo>
                <a:lnTo>
                  <a:pt x="4242155" y="1697786"/>
                </a:lnTo>
                <a:lnTo>
                  <a:pt x="4255567" y="1672386"/>
                </a:lnTo>
                <a:lnTo>
                  <a:pt x="4267822" y="1646986"/>
                </a:lnTo>
                <a:lnTo>
                  <a:pt x="4277880" y="1621586"/>
                </a:lnTo>
                <a:lnTo>
                  <a:pt x="4282732" y="1608886"/>
                </a:lnTo>
                <a:lnTo>
                  <a:pt x="4289018" y="1596186"/>
                </a:lnTo>
                <a:lnTo>
                  <a:pt x="4296295" y="1583486"/>
                </a:lnTo>
                <a:lnTo>
                  <a:pt x="4304144" y="1583486"/>
                </a:lnTo>
                <a:lnTo>
                  <a:pt x="4338663" y="1545386"/>
                </a:lnTo>
                <a:lnTo>
                  <a:pt x="4350118" y="1519986"/>
                </a:lnTo>
                <a:lnTo>
                  <a:pt x="4357916" y="1519986"/>
                </a:lnTo>
                <a:lnTo>
                  <a:pt x="4360786" y="1507286"/>
                </a:lnTo>
                <a:lnTo>
                  <a:pt x="4363250" y="1507286"/>
                </a:lnTo>
                <a:lnTo>
                  <a:pt x="4364888" y="1494586"/>
                </a:lnTo>
                <a:lnTo>
                  <a:pt x="4366120" y="1494586"/>
                </a:lnTo>
                <a:lnTo>
                  <a:pt x="4367555" y="1481886"/>
                </a:lnTo>
                <a:lnTo>
                  <a:pt x="4368330" y="1481886"/>
                </a:lnTo>
                <a:lnTo>
                  <a:pt x="4368724" y="1469186"/>
                </a:lnTo>
                <a:lnTo>
                  <a:pt x="4369003" y="1456486"/>
                </a:lnTo>
                <a:lnTo>
                  <a:pt x="4369066" y="1443786"/>
                </a:lnTo>
                <a:lnTo>
                  <a:pt x="4369346" y="1431086"/>
                </a:lnTo>
                <a:lnTo>
                  <a:pt x="4369409" y="1418386"/>
                </a:lnTo>
                <a:lnTo>
                  <a:pt x="4387037" y="1418386"/>
                </a:lnTo>
                <a:lnTo>
                  <a:pt x="4404499" y="1405686"/>
                </a:lnTo>
                <a:lnTo>
                  <a:pt x="4421352" y="1405686"/>
                </a:lnTo>
                <a:lnTo>
                  <a:pt x="4437126" y="1392986"/>
                </a:lnTo>
                <a:lnTo>
                  <a:pt x="4436948" y="1405686"/>
                </a:lnTo>
                <a:lnTo>
                  <a:pt x="4436897" y="1431086"/>
                </a:lnTo>
                <a:lnTo>
                  <a:pt x="4436808" y="1443786"/>
                </a:lnTo>
                <a:lnTo>
                  <a:pt x="4436770" y="1469186"/>
                </a:lnTo>
                <a:lnTo>
                  <a:pt x="4437240" y="1469186"/>
                </a:lnTo>
                <a:lnTo>
                  <a:pt x="4438358" y="1481886"/>
                </a:lnTo>
                <a:lnTo>
                  <a:pt x="4440313" y="1481886"/>
                </a:lnTo>
                <a:lnTo>
                  <a:pt x="4442930" y="1494586"/>
                </a:lnTo>
                <a:lnTo>
                  <a:pt x="4445927" y="1494586"/>
                </a:lnTo>
                <a:lnTo>
                  <a:pt x="4449026" y="1507286"/>
                </a:lnTo>
                <a:lnTo>
                  <a:pt x="4459503" y="1532686"/>
                </a:lnTo>
                <a:lnTo>
                  <a:pt x="4480433" y="1570786"/>
                </a:lnTo>
                <a:lnTo>
                  <a:pt x="4490898" y="1596186"/>
                </a:lnTo>
                <a:lnTo>
                  <a:pt x="4500664" y="1621586"/>
                </a:lnTo>
                <a:lnTo>
                  <a:pt x="4509935" y="1634286"/>
                </a:lnTo>
                <a:lnTo>
                  <a:pt x="4518203" y="1659686"/>
                </a:lnTo>
                <a:lnTo>
                  <a:pt x="4524959" y="1685086"/>
                </a:lnTo>
                <a:lnTo>
                  <a:pt x="4529645" y="1697786"/>
                </a:lnTo>
                <a:lnTo>
                  <a:pt x="4531677" y="1723186"/>
                </a:lnTo>
                <a:lnTo>
                  <a:pt x="4530560" y="1748586"/>
                </a:lnTo>
                <a:lnTo>
                  <a:pt x="4525784" y="1773986"/>
                </a:lnTo>
                <a:lnTo>
                  <a:pt x="4523918" y="1773986"/>
                </a:lnTo>
                <a:lnTo>
                  <a:pt x="4522660" y="1786686"/>
                </a:lnTo>
                <a:lnTo>
                  <a:pt x="4524959" y="1799386"/>
                </a:lnTo>
                <a:lnTo>
                  <a:pt x="4536046" y="1799386"/>
                </a:lnTo>
                <a:lnTo>
                  <a:pt x="4551591" y="1812086"/>
                </a:lnTo>
                <a:lnTo>
                  <a:pt x="4567136" y="1812086"/>
                </a:lnTo>
                <a:lnTo>
                  <a:pt x="4582223" y="1824786"/>
                </a:lnTo>
                <a:lnTo>
                  <a:pt x="4596384" y="1824786"/>
                </a:lnTo>
                <a:lnTo>
                  <a:pt x="4617415" y="1850186"/>
                </a:lnTo>
                <a:lnTo>
                  <a:pt x="4636960" y="1862886"/>
                </a:lnTo>
                <a:lnTo>
                  <a:pt x="4657039" y="1875586"/>
                </a:lnTo>
                <a:lnTo>
                  <a:pt x="4679696" y="1900986"/>
                </a:lnTo>
                <a:lnTo>
                  <a:pt x="4751108" y="1900986"/>
                </a:lnTo>
                <a:lnTo>
                  <a:pt x="4749470" y="1888286"/>
                </a:lnTo>
                <a:lnTo>
                  <a:pt x="4740846" y="1888286"/>
                </a:lnTo>
                <a:lnTo>
                  <a:pt x="4736744" y="1875586"/>
                </a:lnTo>
                <a:lnTo>
                  <a:pt x="4732642" y="1875586"/>
                </a:lnTo>
                <a:lnTo>
                  <a:pt x="4732236" y="1862886"/>
                </a:lnTo>
                <a:lnTo>
                  <a:pt x="4714989" y="1862886"/>
                </a:lnTo>
                <a:lnTo>
                  <a:pt x="4700092" y="1850186"/>
                </a:lnTo>
                <a:lnTo>
                  <a:pt x="4688167" y="1837486"/>
                </a:lnTo>
                <a:lnTo>
                  <a:pt x="4678464" y="1824786"/>
                </a:lnTo>
                <a:lnTo>
                  <a:pt x="4670260" y="1799386"/>
                </a:lnTo>
                <a:lnTo>
                  <a:pt x="4654855" y="1773986"/>
                </a:lnTo>
                <a:lnTo>
                  <a:pt x="4639424" y="1735886"/>
                </a:lnTo>
                <a:lnTo>
                  <a:pt x="4623905" y="1710486"/>
                </a:lnTo>
                <a:lnTo>
                  <a:pt x="4608284" y="1672386"/>
                </a:lnTo>
                <a:lnTo>
                  <a:pt x="4593501" y="1634286"/>
                </a:lnTo>
                <a:lnTo>
                  <a:pt x="4585449" y="1596186"/>
                </a:lnTo>
                <a:lnTo>
                  <a:pt x="4580407" y="1545386"/>
                </a:lnTo>
                <a:lnTo>
                  <a:pt x="4574629" y="1507286"/>
                </a:lnTo>
                <a:lnTo>
                  <a:pt x="4571022" y="1481886"/>
                </a:lnTo>
                <a:lnTo>
                  <a:pt x="4567390" y="1469186"/>
                </a:lnTo>
                <a:lnTo>
                  <a:pt x="4564291" y="1443786"/>
                </a:lnTo>
                <a:lnTo>
                  <a:pt x="4562310" y="1431086"/>
                </a:lnTo>
                <a:lnTo>
                  <a:pt x="4561751" y="1405686"/>
                </a:lnTo>
                <a:lnTo>
                  <a:pt x="4561802" y="1392986"/>
                </a:lnTo>
                <a:lnTo>
                  <a:pt x="4562310" y="1380286"/>
                </a:lnTo>
                <a:lnTo>
                  <a:pt x="4563135" y="1367586"/>
                </a:lnTo>
                <a:lnTo>
                  <a:pt x="4563186" y="1354886"/>
                </a:lnTo>
                <a:lnTo>
                  <a:pt x="4562005" y="1342186"/>
                </a:lnTo>
                <a:lnTo>
                  <a:pt x="4559439" y="1329486"/>
                </a:lnTo>
                <a:lnTo>
                  <a:pt x="4555337" y="1316786"/>
                </a:lnTo>
                <a:lnTo>
                  <a:pt x="4550905" y="1304086"/>
                </a:lnTo>
                <a:lnTo>
                  <a:pt x="4545431" y="1304086"/>
                </a:lnTo>
                <a:lnTo>
                  <a:pt x="4539577" y="1291386"/>
                </a:lnTo>
                <a:lnTo>
                  <a:pt x="4533989" y="1278686"/>
                </a:lnTo>
                <a:lnTo>
                  <a:pt x="4528223" y="1278686"/>
                </a:lnTo>
                <a:lnTo>
                  <a:pt x="4522965" y="1265986"/>
                </a:lnTo>
                <a:lnTo>
                  <a:pt x="4517771" y="1253286"/>
                </a:lnTo>
                <a:lnTo>
                  <a:pt x="4512234" y="1240586"/>
                </a:lnTo>
                <a:lnTo>
                  <a:pt x="4508182" y="1240586"/>
                </a:lnTo>
                <a:lnTo>
                  <a:pt x="4504131" y="1227886"/>
                </a:lnTo>
                <a:lnTo>
                  <a:pt x="4500232" y="1227886"/>
                </a:lnTo>
                <a:lnTo>
                  <a:pt x="4496638" y="1215186"/>
                </a:lnTo>
                <a:lnTo>
                  <a:pt x="4493768" y="1215186"/>
                </a:lnTo>
                <a:lnTo>
                  <a:pt x="4491152" y="1202486"/>
                </a:lnTo>
                <a:lnTo>
                  <a:pt x="4488624" y="1202486"/>
                </a:lnTo>
                <a:lnTo>
                  <a:pt x="4485970" y="1189786"/>
                </a:lnTo>
                <a:lnTo>
                  <a:pt x="4478566" y="1177086"/>
                </a:lnTo>
                <a:lnTo>
                  <a:pt x="4470171" y="1151686"/>
                </a:lnTo>
                <a:lnTo>
                  <a:pt x="4461154" y="1138986"/>
                </a:lnTo>
                <a:lnTo>
                  <a:pt x="4451909" y="1126286"/>
                </a:lnTo>
                <a:lnTo>
                  <a:pt x="4447222" y="1113586"/>
                </a:lnTo>
                <a:lnTo>
                  <a:pt x="4442777" y="1113586"/>
                </a:lnTo>
                <a:lnTo>
                  <a:pt x="4439094" y="1100886"/>
                </a:lnTo>
                <a:lnTo>
                  <a:pt x="4436719" y="1088186"/>
                </a:lnTo>
                <a:lnTo>
                  <a:pt x="4432643" y="1075486"/>
                </a:lnTo>
                <a:lnTo>
                  <a:pt x="4427232" y="1050086"/>
                </a:lnTo>
                <a:lnTo>
                  <a:pt x="4420501" y="1024686"/>
                </a:lnTo>
                <a:lnTo>
                  <a:pt x="4412500" y="1011986"/>
                </a:lnTo>
                <a:lnTo>
                  <a:pt x="4409630" y="999286"/>
                </a:lnTo>
                <a:lnTo>
                  <a:pt x="4406760" y="999286"/>
                </a:lnTo>
                <a:lnTo>
                  <a:pt x="4398137" y="986586"/>
                </a:lnTo>
                <a:lnTo>
                  <a:pt x="4391977" y="986586"/>
                </a:lnTo>
                <a:lnTo>
                  <a:pt x="4387469" y="973886"/>
                </a:lnTo>
                <a:lnTo>
                  <a:pt x="4383875" y="973886"/>
                </a:lnTo>
                <a:lnTo>
                  <a:pt x="4381208" y="961186"/>
                </a:lnTo>
                <a:lnTo>
                  <a:pt x="4379620" y="961186"/>
                </a:lnTo>
                <a:lnTo>
                  <a:pt x="4379265" y="948486"/>
                </a:lnTo>
                <a:lnTo>
                  <a:pt x="4380077" y="935786"/>
                </a:lnTo>
                <a:lnTo>
                  <a:pt x="4376382" y="935786"/>
                </a:lnTo>
                <a:lnTo>
                  <a:pt x="4370641" y="923086"/>
                </a:lnTo>
                <a:lnTo>
                  <a:pt x="4367352" y="935786"/>
                </a:lnTo>
                <a:lnTo>
                  <a:pt x="4369892" y="910386"/>
                </a:lnTo>
                <a:lnTo>
                  <a:pt x="4368228" y="884986"/>
                </a:lnTo>
                <a:lnTo>
                  <a:pt x="4365104" y="859586"/>
                </a:lnTo>
                <a:lnTo>
                  <a:pt x="4363250" y="846886"/>
                </a:lnTo>
                <a:lnTo>
                  <a:pt x="4363390" y="834186"/>
                </a:lnTo>
                <a:lnTo>
                  <a:pt x="4363771" y="834186"/>
                </a:lnTo>
                <a:lnTo>
                  <a:pt x="4364291" y="821486"/>
                </a:lnTo>
                <a:lnTo>
                  <a:pt x="4367352" y="783386"/>
                </a:lnTo>
                <a:lnTo>
                  <a:pt x="4385157" y="783386"/>
                </a:lnTo>
                <a:lnTo>
                  <a:pt x="4394073" y="796086"/>
                </a:lnTo>
                <a:lnTo>
                  <a:pt x="4402658" y="796086"/>
                </a:lnTo>
                <a:lnTo>
                  <a:pt x="4408170" y="783386"/>
                </a:lnTo>
                <a:lnTo>
                  <a:pt x="4412653" y="783386"/>
                </a:lnTo>
                <a:lnTo>
                  <a:pt x="4416450" y="770686"/>
                </a:lnTo>
                <a:lnTo>
                  <a:pt x="4419892" y="770686"/>
                </a:lnTo>
                <a:lnTo>
                  <a:pt x="4440377" y="745286"/>
                </a:lnTo>
                <a:lnTo>
                  <a:pt x="4462526" y="707186"/>
                </a:lnTo>
                <a:lnTo>
                  <a:pt x="4482744" y="681786"/>
                </a:lnTo>
                <a:lnTo>
                  <a:pt x="4487646" y="669086"/>
                </a:lnTo>
                <a:lnTo>
                  <a:pt x="4497463" y="643686"/>
                </a:lnTo>
                <a:lnTo>
                  <a:pt x="4512234" y="643686"/>
                </a:lnTo>
                <a:lnTo>
                  <a:pt x="4518799" y="656386"/>
                </a:lnTo>
                <a:lnTo>
                  <a:pt x="4531118" y="656386"/>
                </a:lnTo>
                <a:lnTo>
                  <a:pt x="4539272" y="630986"/>
                </a:lnTo>
                <a:lnTo>
                  <a:pt x="4545228" y="618286"/>
                </a:lnTo>
                <a:lnTo>
                  <a:pt x="4550803" y="592886"/>
                </a:lnTo>
                <a:lnTo>
                  <a:pt x="4557801" y="580186"/>
                </a:lnTo>
                <a:lnTo>
                  <a:pt x="4565828" y="567486"/>
                </a:lnTo>
                <a:lnTo>
                  <a:pt x="4574933" y="554786"/>
                </a:lnTo>
                <a:lnTo>
                  <a:pt x="4583887" y="542086"/>
                </a:lnTo>
                <a:lnTo>
                  <a:pt x="4591456" y="529386"/>
                </a:lnTo>
                <a:lnTo>
                  <a:pt x="4594060" y="516686"/>
                </a:lnTo>
                <a:lnTo>
                  <a:pt x="4596320" y="503986"/>
                </a:lnTo>
                <a:lnTo>
                  <a:pt x="4598200" y="503986"/>
                </a:lnTo>
                <a:lnTo>
                  <a:pt x="4599660" y="491286"/>
                </a:lnTo>
                <a:lnTo>
                  <a:pt x="4602111" y="478586"/>
                </a:lnTo>
                <a:lnTo>
                  <a:pt x="4603915" y="465886"/>
                </a:lnTo>
                <a:lnTo>
                  <a:pt x="4605032" y="453186"/>
                </a:lnTo>
                <a:lnTo>
                  <a:pt x="4605401" y="440486"/>
                </a:lnTo>
                <a:lnTo>
                  <a:pt x="4663376" y="440486"/>
                </a:lnTo>
                <a:lnTo>
                  <a:pt x="4692104" y="427786"/>
                </a:lnTo>
                <a:lnTo>
                  <a:pt x="4720742" y="427786"/>
                </a:lnTo>
                <a:lnTo>
                  <a:pt x="4745444" y="415086"/>
                </a:lnTo>
                <a:lnTo>
                  <a:pt x="4769739" y="415086"/>
                </a:lnTo>
                <a:lnTo>
                  <a:pt x="4817186" y="389686"/>
                </a:lnTo>
                <a:lnTo>
                  <a:pt x="4838941" y="389686"/>
                </a:lnTo>
                <a:lnTo>
                  <a:pt x="4883264" y="376986"/>
                </a:lnTo>
                <a:lnTo>
                  <a:pt x="4893856" y="364286"/>
                </a:lnTo>
                <a:lnTo>
                  <a:pt x="4915649" y="364286"/>
                </a:lnTo>
                <a:lnTo>
                  <a:pt x="4925542" y="376986"/>
                </a:lnTo>
                <a:lnTo>
                  <a:pt x="4934966" y="376986"/>
                </a:lnTo>
                <a:lnTo>
                  <a:pt x="4944275" y="389686"/>
                </a:lnTo>
                <a:lnTo>
                  <a:pt x="4953647" y="389686"/>
                </a:lnTo>
                <a:lnTo>
                  <a:pt x="4963299" y="402386"/>
                </a:lnTo>
                <a:lnTo>
                  <a:pt x="4983721" y="402386"/>
                </a:lnTo>
                <a:lnTo>
                  <a:pt x="4994237" y="415086"/>
                </a:lnTo>
                <a:lnTo>
                  <a:pt x="5013210" y="415086"/>
                </a:lnTo>
                <a:lnTo>
                  <a:pt x="5021897" y="427786"/>
                </a:lnTo>
                <a:lnTo>
                  <a:pt x="5047843" y="427786"/>
                </a:lnTo>
                <a:lnTo>
                  <a:pt x="5055654" y="415086"/>
                </a:lnTo>
                <a:lnTo>
                  <a:pt x="5069192" y="415086"/>
                </a:lnTo>
                <a:lnTo>
                  <a:pt x="5074678" y="402386"/>
                </a:lnTo>
                <a:lnTo>
                  <a:pt x="5079454" y="389686"/>
                </a:lnTo>
                <a:lnTo>
                  <a:pt x="5083632" y="389686"/>
                </a:lnTo>
                <a:lnTo>
                  <a:pt x="5087251" y="376986"/>
                </a:lnTo>
                <a:lnTo>
                  <a:pt x="5091836" y="364286"/>
                </a:lnTo>
                <a:lnTo>
                  <a:pt x="5095621" y="364286"/>
                </a:lnTo>
                <a:lnTo>
                  <a:pt x="5098389" y="351586"/>
                </a:lnTo>
                <a:lnTo>
                  <a:pt x="5099977" y="338886"/>
                </a:lnTo>
                <a:close/>
              </a:path>
              <a:path w="18288000" h="7418070">
                <a:moveTo>
                  <a:pt x="15111375" y="974026"/>
                </a:moveTo>
                <a:lnTo>
                  <a:pt x="15109127" y="965682"/>
                </a:lnTo>
                <a:lnTo>
                  <a:pt x="15104034" y="959065"/>
                </a:lnTo>
                <a:lnTo>
                  <a:pt x="15096833" y="954849"/>
                </a:lnTo>
                <a:lnTo>
                  <a:pt x="15088248" y="953706"/>
                </a:lnTo>
                <a:lnTo>
                  <a:pt x="14989378" y="960043"/>
                </a:lnTo>
                <a:lnTo>
                  <a:pt x="14972919" y="915060"/>
                </a:lnTo>
                <a:lnTo>
                  <a:pt x="14943989" y="879157"/>
                </a:lnTo>
                <a:lnTo>
                  <a:pt x="14905444" y="855370"/>
                </a:lnTo>
                <a:lnTo>
                  <a:pt x="14860080" y="846759"/>
                </a:lnTo>
                <a:lnTo>
                  <a:pt x="14811147" y="856843"/>
                </a:lnTo>
                <a:lnTo>
                  <a:pt x="14770494" y="884478"/>
                </a:lnTo>
                <a:lnTo>
                  <a:pt x="14741754" y="925779"/>
                </a:lnTo>
                <a:lnTo>
                  <a:pt x="14728558" y="976833"/>
                </a:lnTo>
                <a:lnTo>
                  <a:pt x="14612163" y="984313"/>
                </a:lnTo>
                <a:lnTo>
                  <a:pt x="14612087" y="984046"/>
                </a:lnTo>
                <a:lnTo>
                  <a:pt x="14607540" y="974636"/>
                </a:lnTo>
                <a:lnTo>
                  <a:pt x="14601038" y="966304"/>
                </a:lnTo>
                <a:lnTo>
                  <a:pt x="14593646" y="958456"/>
                </a:lnTo>
                <a:lnTo>
                  <a:pt x="14586395" y="950531"/>
                </a:lnTo>
                <a:lnTo>
                  <a:pt x="14566240" y="906627"/>
                </a:lnTo>
                <a:lnTo>
                  <a:pt x="14558518" y="857097"/>
                </a:lnTo>
                <a:lnTo>
                  <a:pt x="14553591" y="807135"/>
                </a:lnTo>
                <a:lnTo>
                  <a:pt x="14552206" y="782027"/>
                </a:lnTo>
                <a:lnTo>
                  <a:pt x="14550644" y="756932"/>
                </a:lnTo>
                <a:lnTo>
                  <a:pt x="14544193" y="707009"/>
                </a:lnTo>
                <a:lnTo>
                  <a:pt x="14529092" y="659320"/>
                </a:lnTo>
                <a:lnTo>
                  <a:pt x="14517942" y="638327"/>
                </a:lnTo>
                <a:lnTo>
                  <a:pt x="14517942" y="936307"/>
                </a:lnTo>
                <a:lnTo>
                  <a:pt x="14514690" y="949032"/>
                </a:lnTo>
                <a:lnTo>
                  <a:pt x="14509991" y="961377"/>
                </a:lnTo>
                <a:lnTo>
                  <a:pt x="14505140" y="973709"/>
                </a:lnTo>
                <a:lnTo>
                  <a:pt x="14501457" y="986345"/>
                </a:lnTo>
                <a:lnTo>
                  <a:pt x="14500797" y="991463"/>
                </a:lnTo>
                <a:lnTo>
                  <a:pt x="14465973" y="993698"/>
                </a:lnTo>
                <a:lnTo>
                  <a:pt x="14465694" y="990841"/>
                </a:lnTo>
                <a:lnTo>
                  <a:pt x="14463065" y="964031"/>
                </a:lnTo>
                <a:lnTo>
                  <a:pt x="14454734" y="910755"/>
                </a:lnTo>
                <a:lnTo>
                  <a:pt x="14447203" y="871334"/>
                </a:lnTo>
                <a:lnTo>
                  <a:pt x="14431544" y="832535"/>
                </a:lnTo>
                <a:lnTo>
                  <a:pt x="14425181" y="819607"/>
                </a:lnTo>
                <a:lnTo>
                  <a:pt x="14416418" y="774585"/>
                </a:lnTo>
                <a:lnTo>
                  <a:pt x="14416380" y="763917"/>
                </a:lnTo>
                <a:lnTo>
                  <a:pt x="14416748" y="647725"/>
                </a:lnTo>
                <a:lnTo>
                  <a:pt x="14420342" y="643445"/>
                </a:lnTo>
                <a:lnTo>
                  <a:pt x="14427734" y="659942"/>
                </a:lnTo>
                <a:lnTo>
                  <a:pt x="14432775" y="677367"/>
                </a:lnTo>
                <a:lnTo>
                  <a:pt x="14436446" y="695286"/>
                </a:lnTo>
                <a:lnTo>
                  <a:pt x="14439760" y="713270"/>
                </a:lnTo>
                <a:lnTo>
                  <a:pt x="14448028" y="748411"/>
                </a:lnTo>
                <a:lnTo>
                  <a:pt x="14459014" y="782789"/>
                </a:lnTo>
                <a:lnTo>
                  <a:pt x="14472666" y="816203"/>
                </a:lnTo>
                <a:lnTo>
                  <a:pt x="14488897" y="848436"/>
                </a:lnTo>
                <a:lnTo>
                  <a:pt x="14500581" y="869416"/>
                </a:lnTo>
                <a:lnTo>
                  <a:pt x="14511033" y="891044"/>
                </a:lnTo>
                <a:lnTo>
                  <a:pt x="14517675" y="913333"/>
                </a:lnTo>
                <a:lnTo>
                  <a:pt x="14517942" y="936307"/>
                </a:lnTo>
                <a:lnTo>
                  <a:pt x="14517942" y="638327"/>
                </a:lnTo>
                <a:lnTo>
                  <a:pt x="14517523" y="637527"/>
                </a:lnTo>
                <a:lnTo>
                  <a:pt x="14504899" y="616242"/>
                </a:lnTo>
                <a:lnTo>
                  <a:pt x="14493291" y="594575"/>
                </a:lnTo>
                <a:lnTo>
                  <a:pt x="14484833" y="571677"/>
                </a:lnTo>
                <a:lnTo>
                  <a:pt x="14483169" y="564362"/>
                </a:lnTo>
                <a:lnTo>
                  <a:pt x="14480451" y="549592"/>
                </a:lnTo>
                <a:lnTo>
                  <a:pt x="14478940" y="542239"/>
                </a:lnTo>
                <a:lnTo>
                  <a:pt x="14465148" y="503923"/>
                </a:lnTo>
                <a:lnTo>
                  <a:pt x="14462430" y="497357"/>
                </a:lnTo>
                <a:lnTo>
                  <a:pt x="14461630" y="491007"/>
                </a:lnTo>
                <a:lnTo>
                  <a:pt x="14461681" y="481431"/>
                </a:lnTo>
                <a:lnTo>
                  <a:pt x="14460296" y="471932"/>
                </a:lnTo>
                <a:lnTo>
                  <a:pt x="14428267" y="368198"/>
                </a:lnTo>
                <a:lnTo>
                  <a:pt x="14347393" y="326440"/>
                </a:lnTo>
                <a:lnTo>
                  <a:pt x="14340231" y="323088"/>
                </a:lnTo>
                <a:lnTo>
                  <a:pt x="14340700" y="261505"/>
                </a:lnTo>
                <a:lnTo>
                  <a:pt x="14345298" y="252653"/>
                </a:lnTo>
                <a:lnTo>
                  <a:pt x="14352537" y="250685"/>
                </a:lnTo>
                <a:lnTo>
                  <a:pt x="14365491" y="249732"/>
                </a:lnTo>
                <a:lnTo>
                  <a:pt x="14372400" y="250050"/>
                </a:lnTo>
                <a:lnTo>
                  <a:pt x="14384541" y="242760"/>
                </a:lnTo>
                <a:lnTo>
                  <a:pt x="14387475" y="234619"/>
                </a:lnTo>
                <a:lnTo>
                  <a:pt x="14388338" y="219278"/>
                </a:lnTo>
                <a:lnTo>
                  <a:pt x="14386776" y="211632"/>
                </a:lnTo>
                <a:lnTo>
                  <a:pt x="14386738" y="203949"/>
                </a:lnTo>
                <a:lnTo>
                  <a:pt x="14388694" y="186359"/>
                </a:lnTo>
                <a:lnTo>
                  <a:pt x="14392516" y="168821"/>
                </a:lnTo>
                <a:lnTo>
                  <a:pt x="14394841" y="151561"/>
                </a:lnTo>
                <a:lnTo>
                  <a:pt x="14392326" y="134772"/>
                </a:lnTo>
                <a:lnTo>
                  <a:pt x="14390129" y="128803"/>
                </a:lnTo>
                <a:lnTo>
                  <a:pt x="14386357" y="122377"/>
                </a:lnTo>
                <a:lnTo>
                  <a:pt x="14390815" y="112369"/>
                </a:lnTo>
                <a:lnTo>
                  <a:pt x="14395564" y="110020"/>
                </a:lnTo>
                <a:lnTo>
                  <a:pt x="14399654" y="101219"/>
                </a:lnTo>
                <a:lnTo>
                  <a:pt x="14397812" y="95796"/>
                </a:lnTo>
                <a:lnTo>
                  <a:pt x="14382801" y="57365"/>
                </a:lnTo>
                <a:lnTo>
                  <a:pt x="14359687" y="22644"/>
                </a:lnTo>
                <a:lnTo>
                  <a:pt x="14321993" y="3975"/>
                </a:lnTo>
                <a:lnTo>
                  <a:pt x="14298067" y="0"/>
                </a:lnTo>
                <a:lnTo>
                  <a:pt x="14273810" y="1130"/>
                </a:lnTo>
                <a:lnTo>
                  <a:pt x="14227836" y="16903"/>
                </a:lnTo>
                <a:lnTo>
                  <a:pt x="14193025" y="49034"/>
                </a:lnTo>
                <a:lnTo>
                  <a:pt x="14184440" y="85686"/>
                </a:lnTo>
                <a:lnTo>
                  <a:pt x="14184452" y="93154"/>
                </a:lnTo>
                <a:lnTo>
                  <a:pt x="14187945" y="141782"/>
                </a:lnTo>
                <a:lnTo>
                  <a:pt x="14203782" y="181013"/>
                </a:lnTo>
                <a:lnTo>
                  <a:pt x="14210284" y="192506"/>
                </a:lnTo>
                <a:lnTo>
                  <a:pt x="14216355" y="204216"/>
                </a:lnTo>
                <a:lnTo>
                  <a:pt x="14221257" y="216611"/>
                </a:lnTo>
                <a:lnTo>
                  <a:pt x="14224203" y="229577"/>
                </a:lnTo>
                <a:lnTo>
                  <a:pt x="14224432" y="242595"/>
                </a:lnTo>
                <a:lnTo>
                  <a:pt x="14221181" y="255104"/>
                </a:lnTo>
                <a:lnTo>
                  <a:pt x="14220216" y="257327"/>
                </a:lnTo>
                <a:lnTo>
                  <a:pt x="14219009" y="259511"/>
                </a:lnTo>
                <a:lnTo>
                  <a:pt x="14213853" y="263702"/>
                </a:lnTo>
                <a:lnTo>
                  <a:pt x="14209306" y="263842"/>
                </a:lnTo>
                <a:lnTo>
                  <a:pt x="14205115" y="264426"/>
                </a:lnTo>
                <a:lnTo>
                  <a:pt x="14170533" y="280581"/>
                </a:lnTo>
                <a:lnTo>
                  <a:pt x="14083043" y="349529"/>
                </a:lnTo>
                <a:lnTo>
                  <a:pt x="14059268" y="392264"/>
                </a:lnTo>
                <a:lnTo>
                  <a:pt x="14059345" y="404876"/>
                </a:lnTo>
                <a:lnTo>
                  <a:pt x="14059205" y="417436"/>
                </a:lnTo>
                <a:lnTo>
                  <a:pt x="14057376" y="431126"/>
                </a:lnTo>
                <a:lnTo>
                  <a:pt x="14054315" y="444665"/>
                </a:lnTo>
                <a:lnTo>
                  <a:pt x="14051077" y="458177"/>
                </a:lnTo>
                <a:lnTo>
                  <a:pt x="14048715" y="471830"/>
                </a:lnTo>
                <a:lnTo>
                  <a:pt x="14053122" y="521017"/>
                </a:lnTo>
                <a:lnTo>
                  <a:pt x="14069987" y="568960"/>
                </a:lnTo>
                <a:lnTo>
                  <a:pt x="14087437" y="616940"/>
                </a:lnTo>
                <a:lnTo>
                  <a:pt x="14093609" y="666305"/>
                </a:lnTo>
                <a:lnTo>
                  <a:pt x="14091844" y="693889"/>
                </a:lnTo>
                <a:lnTo>
                  <a:pt x="14091247" y="715518"/>
                </a:lnTo>
                <a:lnTo>
                  <a:pt x="14092212" y="737108"/>
                </a:lnTo>
                <a:lnTo>
                  <a:pt x="14095146" y="764565"/>
                </a:lnTo>
                <a:lnTo>
                  <a:pt x="14097673" y="782104"/>
                </a:lnTo>
                <a:lnTo>
                  <a:pt x="14100378" y="799630"/>
                </a:lnTo>
                <a:lnTo>
                  <a:pt x="14102525" y="817181"/>
                </a:lnTo>
                <a:lnTo>
                  <a:pt x="14103363" y="834821"/>
                </a:lnTo>
                <a:lnTo>
                  <a:pt x="14102537" y="851458"/>
                </a:lnTo>
                <a:lnTo>
                  <a:pt x="14098981" y="884656"/>
                </a:lnTo>
                <a:lnTo>
                  <a:pt x="14098016" y="901293"/>
                </a:lnTo>
                <a:lnTo>
                  <a:pt x="14098397" y="916368"/>
                </a:lnTo>
                <a:lnTo>
                  <a:pt x="14099680" y="931392"/>
                </a:lnTo>
                <a:lnTo>
                  <a:pt x="14101356" y="946404"/>
                </a:lnTo>
                <a:lnTo>
                  <a:pt x="14102893" y="961428"/>
                </a:lnTo>
                <a:lnTo>
                  <a:pt x="14104277" y="987082"/>
                </a:lnTo>
                <a:lnTo>
                  <a:pt x="14104277" y="1012774"/>
                </a:lnTo>
                <a:lnTo>
                  <a:pt x="14104125" y="1016939"/>
                </a:lnTo>
                <a:lnTo>
                  <a:pt x="13931659" y="1028001"/>
                </a:lnTo>
                <a:lnTo>
                  <a:pt x="13919708" y="980300"/>
                </a:lnTo>
                <a:lnTo>
                  <a:pt x="13898677" y="939571"/>
                </a:lnTo>
                <a:lnTo>
                  <a:pt x="13870140" y="907897"/>
                </a:lnTo>
                <a:lnTo>
                  <a:pt x="13835698" y="887361"/>
                </a:lnTo>
                <a:lnTo>
                  <a:pt x="13796950" y="880046"/>
                </a:lnTo>
                <a:lnTo>
                  <a:pt x="13755726" y="888352"/>
                </a:lnTo>
                <a:lnTo>
                  <a:pt x="13719543" y="911593"/>
                </a:lnTo>
                <a:lnTo>
                  <a:pt x="13690321" y="947216"/>
                </a:lnTo>
                <a:lnTo>
                  <a:pt x="13670013" y="992670"/>
                </a:lnTo>
                <a:lnTo>
                  <a:pt x="13660552" y="1045425"/>
                </a:lnTo>
                <a:lnTo>
                  <a:pt x="13430504" y="1060183"/>
                </a:lnTo>
                <a:lnTo>
                  <a:pt x="13422148" y="1062431"/>
                </a:lnTo>
                <a:lnTo>
                  <a:pt x="13415544" y="1067523"/>
                </a:lnTo>
                <a:lnTo>
                  <a:pt x="13411327" y="1074737"/>
                </a:lnTo>
                <a:lnTo>
                  <a:pt x="13410133" y="1083297"/>
                </a:lnTo>
                <a:lnTo>
                  <a:pt x="13412254" y="1091336"/>
                </a:lnTo>
                <a:lnTo>
                  <a:pt x="13417017" y="1097800"/>
                </a:lnTo>
                <a:lnTo>
                  <a:pt x="13423773" y="1102106"/>
                </a:lnTo>
                <a:lnTo>
                  <a:pt x="13431850" y="1103668"/>
                </a:lnTo>
                <a:lnTo>
                  <a:pt x="13661758" y="1088961"/>
                </a:lnTo>
                <a:lnTo>
                  <a:pt x="13673265" y="1137704"/>
                </a:lnTo>
                <a:lnTo>
                  <a:pt x="13694182" y="1179410"/>
                </a:lnTo>
                <a:lnTo>
                  <a:pt x="13722871" y="1211897"/>
                </a:lnTo>
                <a:lnTo>
                  <a:pt x="13757682" y="1232992"/>
                </a:lnTo>
                <a:lnTo>
                  <a:pt x="13796950" y="1240510"/>
                </a:lnTo>
                <a:lnTo>
                  <a:pt x="13838708" y="1231988"/>
                </a:lnTo>
                <a:lnTo>
                  <a:pt x="13875258" y="1208176"/>
                </a:lnTo>
                <a:lnTo>
                  <a:pt x="13904621" y="1171740"/>
                </a:lnTo>
                <a:lnTo>
                  <a:pt x="13924750" y="1125296"/>
                </a:lnTo>
                <a:lnTo>
                  <a:pt x="13933640" y="1071499"/>
                </a:lnTo>
                <a:lnTo>
                  <a:pt x="14102131" y="1060678"/>
                </a:lnTo>
                <a:lnTo>
                  <a:pt x="14101953" y="1064171"/>
                </a:lnTo>
                <a:lnTo>
                  <a:pt x="14088986" y="1290624"/>
                </a:lnTo>
                <a:lnTo>
                  <a:pt x="14093495" y="1292504"/>
                </a:lnTo>
                <a:lnTo>
                  <a:pt x="14102550" y="1297444"/>
                </a:lnTo>
                <a:lnTo>
                  <a:pt x="14106944" y="1295311"/>
                </a:lnTo>
                <a:lnTo>
                  <a:pt x="14109764" y="1316088"/>
                </a:lnTo>
                <a:lnTo>
                  <a:pt x="14104036" y="1357896"/>
                </a:lnTo>
                <a:lnTo>
                  <a:pt x="14089037" y="1397596"/>
                </a:lnTo>
                <a:lnTo>
                  <a:pt x="14080211" y="1416850"/>
                </a:lnTo>
                <a:lnTo>
                  <a:pt x="14071562" y="1436179"/>
                </a:lnTo>
                <a:lnTo>
                  <a:pt x="14063917" y="1455902"/>
                </a:lnTo>
                <a:lnTo>
                  <a:pt x="14052461" y="1504302"/>
                </a:lnTo>
                <a:lnTo>
                  <a:pt x="14049058" y="1553845"/>
                </a:lnTo>
                <a:lnTo>
                  <a:pt x="14050975" y="1604187"/>
                </a:lnTo>
                <a:lnTo>
                  <a:pt x="14055484" y="1654987"/>
                </a:lnTo>
                <a:lnTo>
                  <a:pt x="14059827" y="1705889"/>
                </a:lnTo>
                <a:lnTo>
                  <a:pt x="14061288" y="1756575"/>
                </a:lnTo>
                <a:lnTo>
                  <a:pt x="14060767" y="1767116"/>
                </a:lnTo>
                <a:lnTo>
                  <a:pt x="14059103" y="1777517"/>
                </a:lnTo>
                <a:lnTo>
                  <a:pt x="14055662" y="1787156"/>
                </a:lnTo>
                <a:lnTo>
                  <a:pt x="14049743" y="1795411"/>
                </a:lnTo>
                <a:lnTo>
                  <a:pt x="14046772" y="1798358"/>
                </a:lnTo>
                <a:lnTo>
                  <a:pt x="14043139" y="1800694"/>
                </a:lnTo>
                <a:lnTo>
                  <a:pt x="14038529" y="1807540"/>
                </a:lnTo>
                <a:lnTo>
                  <a:pt x="14027493" y="1854631"/>
                </a:lnTo>
                <a:lnTo>
                  <a:pt x="14015314" y="1892846"/>
                </a:lnTo>
                <a:lnTo>
                  <a:pt x="14010437" y="1906714"/>
                </a:lnTo>
                <a:lnTo>
                  <a:pt x="14014145" y="1917065"/>
                </a:lnTo>
                <a:lnTo>
                  <a:pt x="14049883" y="1935162"/>
                </a:lnTo>
                <a:lnTo>
                  <a:pt x="14066292" y="1938807"/>
                </a:lnTo>
                <a:lnTo>
                  <a:pt x="14082090" y="1943950"/>
                </a:lnTo>
                <a:lnTo>
                  <a:pt x="14088796" y="1947354"/>
                </a:lnTo>
                <a:lnTo>
                  <a:pt x="14095248" y="1951253"/>
                </a:lnTo>
                <a:lnTo>
                  <a:pt x="14101598" y="1955330"/>
                </a:lnTo>
                <a:lnTo>
                  <a:pt x="14108036" y="1959279"/>
                </a:lnTo>
                <a:lnTo>
                  <a:pt x="14145222" y="1973465"/>
                </a:lnTo>
                <a:lnTo>
                  <a:pt x="14185075" y="1978545"/>
                </a:lnTo>
                <a:lnTo>
                  <a:pt x="14196060" y="1978723"/>
                </a:lnTo>
                <a:lnTo>
                  <a:pt x="14206995" y="1977885"/>
                </a:lnTo>
                <a:lnTo>
                  <a:pt x="14240459" y="1953793"/>
                </a:lnTo>
                <a:lnTo>
                  <a:pt x="14241869" y="1943328"/>
                </a:lnTo>
                <a:lnTo>
                  <a:pt x="14238567" y="1933473"/>
                </a:lnTo>
                <a:lnTo>
                  <a:pt x="14234808" y="1927745"/>
                </a:lnTo>
                <a:lnTo>
                  <a:pt x="14228572" y="1924253"/>
                </a:lnTo>
                <a:lnTo>
                  <a:pt x="14222794" y="1920570"/>
                </a:lnTo>
                <a:lnTo>
                  <a:pt x="14178864" y="1878076"/>
                </a:lnTo>
                <a:lnTo>
                  <a:pt x="14154506" y="1822030"/>
                </a:lnTo>
                <a:lnTo>
                  <a:pt x="14152931" y="1814207"/>
                </a:lnTo>
                <a:lnTo>
                  <a:pt x="14151077" y="1806448"/>
                </a:lnTo>
                <a:lnTo>
                  <a:pt x="14148359" y="1799094"/>
                </a:lnTo>
                <a:lnTo>
                  <a:pt x="14144231" y="1792490"/>
                </a:lnTo>
                <a:lnTo>
                  <a:pt x="14134287" y="1781759"/>
                </a:lnTo>
                <a:lnTo>
                  <a:pt x="14130465" y="1775968"/>
                </a:lnTo>
                <a:lnTo>
                  <a:pt x="14129042" y="1769402"/>
                </a:lnTo>
                <a:lnTo>
                  <a:pt x="14130185" y="1736090"/>
                </a:lnTo>
                <a:lnTo>
                  <a:pt x="14132319" y="1702828"/>
                </a:lnTo>
                <a:lnTo>
                  <a:pt x="14136421" y="1669872"/>
                </a:lnTo>
                <a:lnTo>
                  <a:pt x="14143457" y="1637436"/>
                </a:lnTo>
                <a:lnTo>
                  <a:pt x="14151559" y="1611782"/>
                </a:lnTo>
                <a:lnTo>
                  <a:pt x="14160526" y="1586369"/>
                </a:lnTo>
                <a:lnTo>
                  <a:pt x="14168730" y="1560804"/>
                </a:lnTo>
                <a:lnTo>
                  <a:pt x="14174508" y="1534655"/>
                </a:lnTo>
                <a:lnTo>
                  <a:pt x="14176451" y="1517116"/>
                </a:lnTo>
                <a:lnTo>
                  <a:pt x="14177671" y="1499501"/>
                </a:lnTo>
                <a:lnTo>
                  <a:pt x="14179245" y="1481950"/>
                </a:lnTo>
                <a:lnTo>
                  <a:pt x="14189101" y="1443024"/>
                </a:lnTo>
                <a:lnTo>
                  <a:pt x="14197952" y="1422095"/>
                </a:lnTo>
                <a:lnTo>
                  <a:pt x="14211910" y="1389253"/>
                </a:lnTo>
                <a:lnTo>
                  <a:pt x="14238681" y="1323238"/>
                </a:lnTo>
                <a:lnTo>
                  <a:pt x="14252639" y="1290408"/>
                </a:lnTo>
                <a:lnTo>
                  <a:pt x="14322590" y="1291882"/>
                </a:lnTo>
                <a:lnTo>
                  <a:pt x="14323111" y="1315123"/>
                </a:lnTo>
                <a:lnTo>
                  <a:pt x="14327467" y="1338211"/>
                </a:lnTo>
                <a:lnTo>
                  <a:pt x="14332509" y="1361338"/>
                </a:lnTo>
                <a:lnTo>
                  <a:pt x="14335125" y="1384668"/>
                </a:lnTo>
                <a:lnTo>
                  <a:pt x="14333957" y="1402715"/>
                </a:lnTo>
                <a:lnTo>
                  <a:pt x="14330756" y="1420583"/>
                </a:lnTo>
                <a:lnTo>
                  <a:pt x="14326794" y="1438402"/>
                </a:lnTo>
                <a:lnTo>
                  <a:pt x="14323378" y="1456309"/>
                </a:lnTo>
                <a:lnTo>
                  <a:pt x="14321803" y="1503908"/>
                </a:lnTo>
                <a:lnTo>
                  <a:pt x="14328369" y="1551457"/>
                </a:lnTo>
                <a:lnTo>
                  <a:pt x="14338300" y="1599057"/>
                </a:lnTo>
                <a:lnTo>
                  <a:pt x="14346835" y="1646809"/>
                </a:lnTo>
                <a:lnTo>
                  <a:pt x="14349209" y="1694802"/>
                </a:lnTo>
                <a:lnTo>
                  <a:pt x="14348752" y="1701723"/>
                </a:lnTo>
                <a:lnTo>
                  <a:pt x="14348016" y="1708619"/>
                </a:lnTo>
                <a:lnTo>
                  <a:pt x="14346923" y="1715452"/>
                </a:lnTo>
                <a:lnTo>
                  <a:pt x="14345438" y="1722221"/>
                </a:lnTo>
                <a:lnTo>
                  <a:pt x="14343456" y="1729968"/>
                </a:lnTo>
                <a:lnTo>
                  <a:pt x="14340561" y="1737448"/>
                </a:lnTo>
                <a:lnTo>
                  <a:pt x="14338008" y="1745030"/>
                </a:lnTo>
                <a:lnTo>
                  <a:pt x="14326032" y="1791563"/>
                </a:lnTo>
                <a:lnTo>
                  <a:pt x="14317078" y="1846275"/>
                </a:lnTo>
                <a:lnTo>
                  <a:pt x="14316443" y="1854771"/>
                </a:lnTo>
                <a:lnTo>
                  <a:pt x="14326095" y="1863458"/>
                </a:lnTo>
                <a:lnTo>
                  <a:pt x="14332445" y="1863420"/>
                </a:lnTo>
                <a:lnTo>
                  <a:pt x="14368894" y="1861693"/>
                </a:lnTo>
                <a:lnTo>
                  <a:pt x="14399667" y="1861019"/>
                </a:lnTo>
                <a:lnTo>
                  <a:pt x="14430286" y="1862251"/>
                </a:lnTo>
                <a:lnTo>
                  <a:pt x="14460576" y="1866506"/>
                </a:lnTo>
                <a:lnTo>
                  <a:pt x="14479511" y="1871027"/>
                </a:lnTo>
                <a:lnTo>
                  <a:pt x="14498358" y="1875993"/>
                </a:lnTo>
                <a:lnTo>
                  <a:pt x="14517294" y="1880222"/>
                </a:lnTo>
                <a:lnTo>
                  <a:pt x="14536496" y="1882521"/>
                </a:lnTo>
                <a:lnTo>
                  <a:pt x="14554556" y="1881263"/>
                </a:lnTo>
                <a:lnTo>
                  <a:pt x="14571713" y="1875663"/>
                </a:lnTo>
                <a:lnTo>
                  <a:pt x="14585442" y="1865541"/>
                </a:lnTo>
                <a:lnTo>
                  <a:pt x="14593189" y="1850707"/>
                </a:lnTo>
                <a:lnTo>
                  <a:pt x="14594269" y="1845983"/>
                </a:lnTo>
                <a:lnTo>
                  <a:pt x="14594053" y="1840484"/>
                </a:lnTo>
                <a:lnTo>
                  <a:pt x="14588071" y="1834261"/>
                </a:lnTo>
                <a:lnTo>
                  <a:pt x="14580438" y="1832521"/>
                </a:lnTo>
                <a:lnTo>
                  <a:pt x="14560753" y="1827491"/>
                </a:lnTo>
                <a:lnTo>
                  <a:pt x="14522857" y="1813179"/>
                </a:lnTo>
                <a:lnTo>
                  <a:pt x="14488871" y="1791208"/>
                </a:lnTo>
                <a:lnTo>
                  <a:pt x="14462582" y="1760562"/>
                </a:lnTo>
                <a:lnTo>
                  <a:pt x="14449628" y="1728558"/>
                </a:lnTo>
                <a:lnTo>
                  <a:pt x="14440700" y="1718475"/>
                </a:lnTo>
                <a:lnTo>
                  <a:pt x="14433525" y="1713128"/>
                </a:lnTo>
                <a:lnTo>
                  <a:pt x="14427149" y="1713268"/>
                </a:lnTo>
                <a:lnTo>
                  <a:pt x="14426413" y="1683766"/>
                </a:lnTo>
                <a:lnTo>
                  <a:pt x="14424901" y="1654289"/>
                </a:lnTo>
                <a:lnTo>
                  <a:pt x="14424228" y="1624876"/>
                </a:lnTo>
                <a:lnTo>
                  <a:pt x="14426044" y="1595539"/>
                </a:lnTo>
                <a:lnTo>
                  <a:pt x="14430223" y="1568983"/>
                </a:lnTo>
                <a:lnTo>
                  <a:pt x="14435201" y="1542338"/>
                </a:lnTo>
                <a:lnTo>
                  <a:pt x="14439379" y="1515630"/>
                </a:lnTo>
                <a:lnTo>
                  <a:pt x="14441132" y="1488909"/>
                </a:lnTo>
                <a:lnTo>
                  <a:pt x="14440751" y="1470406"/>
                </a:lnTo>
                <a:lnTo>
                  <a:pt x="14440078" y="1451902"/>
                </a:lnTo>
                <a:lnTo>
                  <a:pt x="14439913" y="1433410"/>
                </a:lnTo>
                <a:lnTo>
                  <a:pt x="14441069" y="1414932"/>
                </a:lnTo>
                <a:lnTo>
                  <a:pt x="14442847" y="1402588"/>
                </a:lnTo>
                <a:lnTo>
                  <a:pt x="14447431" y="1378077"/>
                </a:lnTo>
                <a:lnTo>
                  <a:pt x="14449374" y="1365758"/>
                </a:lnTo>
                <a:lnTo>
                  <a:pt x="14450987" y="1344295"/>
                </a:lnTo>
                <a:lnTo>
                  <a:pt x="14450746" y="1322755"/>
                </a:lnTo>
                <a:lnTo>
                  <a:pt x="14449260" y="1301191"/>
                </a:lnTo>
                <a:lnTo>
                  <a:pt x="14447152" y="1279690"/>
                </a:lnTo>
                <a:lnTo>
                  <a:pt x="14499323" y="1273644"/>
                </a:lnTo>
                <a:lnTo>
                  <a:pt x="14502219" y="1273200"/>
                </a:lnTo>
                <a:lnTo>
                  <a:pt x="14505762" y="1268996"/>
                </a:lnTo>
                <a:lnTo>
                  <a:pt x="14505521" y="1265783"/>
                </a:lnTo>
                <a:lnTo>
                  <a:pt x="14505165" y="1262926"/>
                </a:lnTo>
                <a:lnTo>
                  <a:pt x="14497368" y="1208036"/>
                </a:lnTo>
                <a:lnTo>
                  <a:pt x="14479207" y="1100137"/>
                </a:lnTo>
                <a:lnTo>
                  <a:pt x="14471269" y="1045959"/>
                </a:lnTo>
                <a:lnTo>
                  <a:pt x="14470355" y="1037031"/>
                </a:lnTo>
                <a:lnTo>
                  <a:pt x="14511960" y="1034364"/>
                </a:lnTo>
                <a:lnTo>
                  <a:pt x="14512239" y="1034351"/>
                </a:lnTo>
                <a:lnTo>
                  <a:pt x="14518259" y="1033957"/>
                </a:lnTo>
                <a:lnTo>
                  <a:pt x="14526260" y="1036993"/>
                </a:lnTo>
                <a:lnTo>
                  <a:pt x="14526476" y="1047229"/>
                </a:lnTo>
                <a:lnTo>
                  <a:pt x="14535531" y="1052461"/>
                </a:lnTo>
                <a:lnTo>
                  <a:pt x="14582572" y="1047330"/>
                </a:lnTo>
                <a:lnTo>
                  <a:pt x="14595005" y="1039837"/>
                </a:lnTo>
                <a:lnTo>
                  <a:pt x="14600365" y="1034389"/>
                </a:lnTo>
                <a:lnTo>
                  <a:pt x="14604352" y="1032611"/>
                </a:lnTo>
                <a:lnTo>
                  <a:pt x="14607337" y="1029665"/>
                </a:lnTo>
                <a:lnTo>
                  <a:pt x="14608378" y="1028166"/>
                </a:lnTo>
                <a:lnTo>
                  <a:pt x="14731365" y="1020267"/>
                </a:lnTo>
                <a:lnTo>
                  <a:pt x="14748256" y="1064196"/>
                </a:lnTo>
                <a:lnTo>
                  <a:pt x="14777149" y="1099197"/>
                </a:lnTo>
                <a:lnTo>
                  <a:pt x="14815338" y="1122337"/>
                </a:lnTo>
                <a:lnTo>
                  <a:pt x="14860080" y="1130706"/>
                </a:lnTo>
                <a:lnTo>
                  <a:pt x="14908416" y="1120876"/>
                </a:lnTo>
                <a:lnTo>
                  <a:pt x="14948713" y="1093914"/>
                </a:lnTo>
                <a:lnTo>
                  <a:pt x="14977504" y="1053541"/>
                </a:lnTo>
                <a:lnTo>
                  <a:pt x="14991309" y="1003541"/>
                </a:lnTo>
                <a:lnTo>
                  <a:pt x="15091055" y="997153"/>
                </a:lnTo>
                <a:lnTo>
                  <a:pt x="15099399" y="994892"/>
                </a:lnTo>
                <a:lnTo>
                  <a:pt x="15106003" y="989799"/>
                </a:lnTo>
                <a:lnTo>
                  <a:pt x="15110206" y="982599"/>
                </a:lnTo>
                <a:lnTo>
                  <a:pt x="15111375" y="974026"/>
                </a:lnTo>
                <a:close/>
              </a:path>
              <a:path w="18288000" h="7418070">
                <a:moveTo>
                  <a:pt x="18288000" y="4047236"/>
                </a:moveTo>
                <a:lnTo>
                  <a:pt x="18226494" y="4047236"/>
                </a:lnTo>
                <a:lnTo>
                  <a:pt x="18178298" y="4034536"/>
                </a:lnTo>
                <a:lnTo>
                  <a:pt x="18034623" y="4034536"/>
                </a:lnTo>
                <a:lnTo>
                  <a:pt x="17941633" y="4059936"/>
                </a:lnTo>
                <a:lnTo>
                  <a:pt x="17898009" y="4072636"/>
                </a:lnTo>
                <a:lnTo>
                  <a:pt x="17856645" y="4098036"/>
                </a:lnTo>
                <a:lnTo>
                  <a:pt x="17817630" y="4123436"/>
                </a:lnTo>
                <a:lnTo>
                  <a:pt x="17781093" y="4148836"/>
                </a:lnTo>
                <a:lnTo>
                  <a:pt x="17747120" y="4186936"/>
                </a:lnTo>
                <a:lnTo>
                  <a:pt x="17715815" y="4212336"/>
                </a:lnTo>
                <a:lnTo>
                  <a:pt x="17687290" y="4250436"/>
                </a:lnTo>
                <a:lnTo>
                  <a:pt x="17672127" y="4275836"/>
                </a:lnTo>
                <a:lnTo>
                  <a:pt x="17653585" y="4288536"/>
                </a:lnTo>
                <a:lnTo>
                  <a:pt x="17632579" y="4301236"/>
                </a:lnTo>
                <a:lnTo>
                  <a:pt x="17557280" y="4301236"/>
                </a:lnTo>
                <a:lnTo>
                  <a:pt x="17507865" y="4288536"/>
                </a:lnTo>
                <a:lnTo>
                  <a:pt x="17458487" y="4288536"/>
                </a:lnTo>
                <a:lnTo>
                  <a:pt x="17266755" y="4237736"/>
                </a:lnTo>
                <a:lnTo>
                  <a:pt x="17260253" y="4237736"/>
                </a:lnTo>
                <a:lnTo>
                  <a:pt x="17254004" y="4225036"/>
                </a:lnTo>
                <a:lnTo>
                  <a:pt x="17243794" y="4225036"/>
                </a:lnTo>
                <a:lnTo>
                  <a:pt x="17239298" y="4212336"/>
                </a:lnTo>
                <a:lnTo>
                  <a:pt x="17242232" y="4186936"/>
                </a:lnTo>
                <a:lnTo>
                  <a:pt x="17250537" y="4174236"/>
                </a:lnTo>
                <a:lnTo>
                  <a:pt x="17262183" y="4161536"/>
                </a:lnTo>
                <a:lnTo>
                  <a:pt x="17275379" y="4161536"/>
                </a:lnTo>
                <a:lnTo>
                  <a:pt x="17288841" y="4148836"/>
                </a:lnTo>
                <a:lnTo>
                  <a:pt x="17301236" y="4136136"/>
                </a:lnTo>
                <a:lnTo>
                  <a:pt x="17311205" y="4123436"/>
                </a:lnTo>
                <a:lnTo>
                  <a:pt x="17317695" y="4110736"/>
                </a:lnTo>
                <a:lnTo>
                  <a:pt x="17319524" y="4098036"/>
                </a:lnTo>
                <a:lnTo>
                  <a:pt x="17318114" y="4072636"/>
                </a:lnTo>
                <a:lnTo>
                  <a:pt x="17314888" y="4059936"/>
                </a:lnTo>
                <a:lnTo>
                  <a:pt x="17303700" y="4009136"/>
                </a:lnTo>
                <a:lnTo>
                  <a:pt x="17290644" y="3958336"/>
                </a:lnTo>
                <a:lnTo>
                  <a:pt x="17275760" y="3920236"/>
                </a:lnTo>
                <a:lnTo>
                  <a:pt x="17259072" y="3869436"/>
                </a:lnTo>
                <a:lnTo>
                  <a:pt x="17240606" y="3818636"/>
                </a:lnTo>
                <a:lnTo>
                  <a:pt x="17220362" y="3780536"/>
                </a:lnTo>
                <a:lnTo>
                  <a:pt x="17214952" y="3767836"/>
                </a:lnTo>
                <a:lnTo>
                  <a:pt x="17209935" y="3755136"/>
                </a:lnTo>
                <a:lnTo>
                  <a:pt x="17205897" y="3742436"/>
                </a:lnTo>
                <a:lnTo>
                  <a:pt x="17203420" y="3729736"/>
                </a:lnTo>
                <a:lnTo>
                  <a:pt x="17203027" y="3717036"/>
                </a:lnTo>
                <a:lnTo>
                  <a:pt x="17205262" y="3678936"/>
                </a:lnTo>
                <a:lnTo>
                  <a:pt x="17202646" y="3653536"/>
                </a:lnTo>
                <a:lnTo>
                  <a:pt x="17197451" y="3640836"/>
                </a:lnTo>
                <a:lnTo>
                  <a:pt x="17190047" y="3628136"/>
                </a:lnTo>
                <a:lnTo>
                  <a:pt x="17181233" y="3628136"/>
                </a:lnTo>
                <a:lnTo>
                  <a:pt x="17171785" y="3615436"/>
                </a:lnTo>
                <a:lnTo>
                  <a:pt x="17100207" y="3539236"/>
                </a:lnTo>
                <a:lnTo>
                  <a:pt x="17089616" y="3526536"/>
                </a:lnTo>
                <a:lnTo>
                  <a:pt x="17081932" y="3513836"/>
                </a:lnTo>
                <a:lnTo>
                  <a:pt x="17078833" y="3488436"/>
                </a:lnTo>
                <a:lnTo>
                  <a:pt x="17079202" y="3488436"/>
                </a:lnTo>
                <a:lnTo>
                  <a:pt x="17080040" y="3475736"/>
                </a:lnTo>
                <a:lnTo>
                  <a:pt x="17080535" y="3475736"/>
                </a:lnTo>
                <a:lnTo>
                  <a:pt x="17079900" y="3463036"/>
                </a:lnTo>
                <a:lnTo>
                  <a:pt x="17077309" y="3450336"/>
                </a:lnTo>
                <a:lnTo>
                  <a:pt x="17073144" y="3450336"/>
                </a:lnTo>
                <a:lnTo>
                  <a:pt x="17067949" y="3437636"/>
                </a:lnTo>
                <a:lnTo>
                  <a:pt x="17062323" y="3437636"/>
                </a:lnTo>
                <a:lnTo>
                  <a:pt x="16884790" y="3247136"/>
                </a:lnTo>
                <a:lnTo>
                  <a:pt x="16860470" y="3221736"/>
                </a:lnTo>
                <a:lnTo>
                  <a:pt x="16834650" y="3196336"/>
                </a:lnTo>
                <a:lnTo>
                  <a:pt x="16806939" y="3158236"/>
                </a:lnTo>
                <a:lnTo>
                  <a:pt x="16776980" y="3145536"/>
                </a:lnTo>
                <a:lnTo>
                  <a:pt x="16745014" y="3132836"/>
                </a:lnTo>
                <a:lnTo>
                  <a:pt x="16678085" y="3107436"/>
                </a:lnTo>
                <a:lnTo>
                  <a:pt x="16481451" y="3107436"/>
                </a:lnTo>
                <a:lnTo>
                  <a:pt x="16428073" y="3120136"/>
                </a:lnTo>
                <a:lnTo>
                  <a:pt x="16376396" y="3145536"/>
                </a:lnTo>
                <a:lnTo>
                  <a:pt x="16326815" y="3170936"/>
                </a:lnTo>
                <a:lnTo>
                  <a:pt x="16279483" y="3196336"/>
                </a:lnTo>
                <a:lnTo>
                  <a:pt x="16233890" y="3221736"/>
                </a:lnTo>
                <a:lnTo>
                  <a:pt x="16189579" y="3259836"/>
                </a:lnTo>
                <a:lnTo>
                  <a:pt x="16146069" y="3297936"/>
                </a:lnTo>
                <a:lnTo>
                  <a:pt x="16126435" y="3310636"/>
                </a:lnTo>
                <a:lnTo>
                  <a:pt x="16107753" y="3323336"/>
                </a:lnTo>
                <a:lnTo>
                  <a:pt x="16091243" y="3348736"/>
                </a:lnTo>
                <a:lnTo>
                  <a:pt x="16078149" y="3361436"/>
                </a:lnTo>
                <a:lnTo>
                  <a:pt x="16073374" y="3374136"/>
                </a:lnTo>
                <a:lnTo>
                  <a:pt x="16069513" y="3386836"/>
                </a:lnTo>
                <a:lnTo>
                  <a:pt x="16066275" y="3399536"/>
                </a:lnTo>
                <a:lnTo>
                  <a:pt x="16063354" y="3412236"/>
                </a:lnTo>
                <a:lnTo>
                  <a:pt x="16033382" y="3539236"/>
                </a:lnTo>
                <a:lnTo>
                  <a:pt x="16028124" y="3564636"/>
                </a:lnTo>
                <a:lnTo>
                  <a:pt x="16023273" y="3577336"/>
                </a:lnTo>
                <a:lnTo>
                  <a:pt x="16019298" y="3602736"/>
                </a:lnTo>
                <a:lnTo>
                  <a:pt x="16016593" y="3628136"/>
                </a:lnTo>
                <a:lnTo>
                  <a:pt x="16015665" y="3653536"/>
                </a:lnTo>
                <a:lnTo>
                  <a:pt x="16018294" y="3691636"/>
                </a:lnTo>
                <a:lnTo>
                  <a:pt x="16024467" y="3717036"/>
                </a:lnTo>
                <a:lnTo>
                  <a:pt x="16034093" y="3755136"/>
                </a:lnTo>
                <a:lnTo>
                  <a:pt x="16052864" y="3793236"/>
                </a:lnTo>
                <a:lnTo>
                  <a:pt x="16076371" y="3844036"/>
                </a:lnTo>
                <a:lnTo>
                  <a:pt x="16104350" y="3882136"/>
                </a:lnTo>
                <a:lnTo>
                  <a:pt x="16136455" y="3920236"/>
                </a:lnTo>
                <a:lnTo>
                  <a:pt x="16172409" y="3945636"/>
                </a:lnTo>
                <a:lnTo>
                  <a:pt x="16211893" y="3971036"/>
                </a:lnTo>
                <a:lnTo>
                  <a:pt x="16297745" y="4021836"/>
                </a:lnTo>
                <a:lnTo>
                  <a:pt x="16337255" y="4047236"/>
                </a:lnTo>
                <a:lnTo>
                  <a:pt x="16412909" y="4098036"/>
                </a:lnTo>
                <a:lnTo>
                  <a:pt x="16452825" y="4136136"/>
                </a:lnTo>
                <a:lnTo>
                  <a:pt x="16466376" y="4136136"/>
                </a:lnTo>
                <a:lnTo>
                  <a:pt x="16480028" y="4148836"/>
                </a:lnTo>
                <a:lnTo>
                  <a:pt x="16493414" y="4148836"/>
                </a:lnTo>
                <a:lnTo>
                  <a:pt x="16506203" y="4161536"/>
                </a:lnTo>
                <a:lnTo>
                  <a:pt x="16523767" y="4174236"/>
                </a:lnTo>
                <a:lnTo>
                  <a:pt x="16539248" y="4199636"/>
                </a:lnTo>
                <a:lnTo>
                  <a:pt x="16553256" y="4212336"/>
                </a:lnTo>
                <a:lnTo>
                  <a:pt x="16566401" y="4237736"/>
                </a:lnTo>
                <a:lnTo>
                  <a:pt x="16585743" y="4263136"/>
                </a:lnTo>
                <a:lnTo>
                  <a:pt x="16603879" y="4301236"/>
                </a:lnTo>
                <a:lnTo>
                  <a:pt x="16619665" y="4326636"/>
                </a:lnTo>
                <a:lnTo>
                  <a:pt x="16631946" y="4364736"/>
                </a:lnTo>
                <a:lnTo>
                  <a:pt x="16639362" y="4402836"/>
                </a:lnTo>
                <a:lnTo>
                  <a:pt x="16640658" y="4440936"/>
                </a:lnTo>
                <a:lnTo>
                  <a:pt x="16634829" y="4466336"/>
                </a:lnTo>
                <a:lnTo>
                  <a:pt x="16620909" y="4504436"/>
                </a:lnTo>
                <a:lnTo>
                  <a:pt x="16589159" y="4542536"/>
                </a:lnTo>
                <a:lnTo>
                  <a:pt x="16430181" y="4694936"/>
                </a:lnTo>
                <a:lnTo>
                  <a:pt x="16419208" y="4707636"/>
                </a:lnTo>
                <a:lnTo>
                  <a:pt x="16406229" y="4720336"/>
                </a:lnTo>
                <a:lnTo>
                  <a:pt x="16378555" y="4720336"/>
                </a:lnTo>
                <a:lnTo>
                  <a:pt x="16331680" y="4707636"/>
                </a:lnTo>
                <a:lnTo>
                  <a:pt x="16237509" y="4707636"/>
                </a:lnTo>
                <a:lnTo>
                  <a:pt x="16099079" y="4745736"/>
                </a:lnTo>
                <a:lnTo>
                  <a:pt x="16011690" y="4771136"/>
                </a:lnTo>
                <a:lnTo>
                  <a:pt x="15970263" y="4796536"/>
                </a:lnTo>
                <a:lnTo>
                  <a:pt x="15930677" y="4821936"/>
                </a:lnTo>
                <a:lnTo>
                  <a:pt x="15893187" y="4847336"/>
                </a:lnTo>
                <a:lnTo>
                  <a:pt x="15858084" y="4885436"/>
                </a:lnTo>
                <a:lnTo>
                  <a:pt x="15825597" y="4923536"/>
                </a:lnTo>
                <a:lnTo>
                  <a:pt x="15796006" y="4961636"/>
                </a:lnTo>
                <a:lnTo>
                  <a:pt x="15774353" y="4987036"/>
                </a:lnTo>
                <a:lnTo>
                  <a:pt x="15754376" y="5025136"/>
                </a:lnTo>
                <a:lnTo>
                  <a:pt x="15735796" y="5050536"/>
                </a:lnTo>
                <a:lnTo>
                  <a:pt x="15718320" y="5088636"/>
                </a:lnTo>
                <a:lnTo>
                  <a:pt x="15696540" y="5126736"/>
                </a:lnTo>
                <a:lnTo>
                  <a:pt x="15676245" y="5177536"/>
                </a:lnTo>
                <a:lnTo>
                  <a:pt x="15659557" y="5215636"/>
                </a:lnTo>
                <a:lnTo>
                  <a:pt x="15648572" y="5266436"/>
                </a:lnTo>
                <a:lnTo>
                  <a:pt x="15645435" y="5317236"/>
                </a:lnTo>
                <a:lnTo>
                  <a:pt x="15606675" y="5342636"/>
                </a:lnTo>
                <a:lnTo>
                  <a:pt x="15568537" y="5368036"/>
                </a:lnTo>
                <a:lnTo>
                  <a:pt x="15531643" y="5393436"/>
                </a:lnTo>
                <a:lnTo>
                  <a:pt x="15496667" y="5418836"/>
                </a:lnTo>
                <a:lnTo>
                  <a:pt x="15464308" y="5456936"/>
                </a:lnTo>
                <a:lnTo>
                  <a:pt x="15435644" y="5495036"/>
                </a:lnTo>
                <a:lnTo>
                  <a:pt x="15411895" y="5533136"/>
                </a:lnTo>
                <a:lnTo>
                  <a:pt x="15394242" y="5571236"/>
                </a:lnTo>
                <a:lnTo>
                  <a:pt x="15384971" y="5609336"/>
                </a:lnTo>
                <a:lnTo>
                  <a:pt x="15375585" y="5634736"/>
                </a:lnTo>
                <a:lnTo>
                  <a:pt x="15364994" y="5660136"/>
                </a:lnTo>
                <a:lnTo>
                  <a:pt x="15352154" y="5685536"/>
                </a:lnTo>
                <a:lnTo>
                  <a:pt x="15344407" y="5672836"/>
                </a:lnTo>
                <a:lnTo>
                  <a:pt x="15336063" y="5647436"/>
                </a:lnTo>
                <a:lnTo>
                  <a:pt x="15326665" y="5634736"/>
                </a:lnTo>
                <a:lnTo>
                  <a:pt x="15315743" y="5609336"/>
                </a:lnTo>
                <a:lnTo>
                  <a:pt x="15305812" y="5596636"/>
                </a:lnTo>
                <a:lnTo>
                  <a:pt x="15295131" y="5583936"/>
                </a:lnTo>
                <a:lnTo>
                  <a:pt x="15284145" y="5571236"/>
                </a:lnTo>
                <a:lnTo>
                  <a:pt x="15273262" y="5558536"/>
                </a:lnTo>
                <a:lnTo>
                  <a:pt x="15259825" y="5545836"/>
                </a:lnTo>
                <a:lnTo>
                  <a:pt x="15247112" y="5520436"/>
                </a:lnTo>
                <a:lnTo>
                  <a:pt x="15234920" y="5507736"/>
                </a:lnTo>
                <a:lnTo>
                  <a:pt x="15223109" y="5482336"/>
                </a:lnTo>
                <a:lnTo>
                  <a:pt x="15172868" y="5406136"/>
                </a:lnTo>
                <a:lnTo>
                  <a:pt x="15150491" y="5368036"/>
                </a:lnTo>
                <a:lnTo>
                  <a:pt x="15133422" y="5329936"/>
                </a:lnTo>
                <a:lnTo>
                  <a:pt x="15120557" y="5279136"/>
                </a:lnTo>
                <a:lnTo>
                  <a:pt x="15110689" y="5228336"/>
                </a:lnTo>
                <a:lnTo>
                  <a:pt x="15103844" y="5177536"/>
                </a:lnTo>
                <a:lnTo>
                  <a:pt x="15100046" y="5126736"/>
                </a:lnTo>
                <a:lnTo>
                  <a:pt x="15099310" y="5075936"/>
                </a:lnTo>
                <a:lnTo>
                  <a:pt x="15100643" y="5050536"/>
                </a:lnTo>
                <a:lnTo>
                  <a:pt x="15111527" y="4987036"/>
                </a:lnTo>
                <a:lnTo>
                  <a:pt x="15149475" y="4923536"/>
                </a:lnTo>
                <a:lnTo>
                  <a:pt x="15183092" y="4898136"/>
                </a:lnTo>
                <a:lnTo>
                  <a:pt x="15221395" y="4872736"/>
                </a:lnTo>
                <a:lnTo>
                  <a:pt x="15261717" y="4847336"/>
                </a:lnTo>
                <a:lnTo>
                  <a:pt x="15301341" y="4821936"/>
                </a:lnTo>
                <a:lnTo>
                  <a:pt x="15337574" y="4796536"/>
                </a:lnTo>
                <a:lnTo>
                  <a:pt x="15367737" y="4758436"/>
                </a:lnTo>
                <a:lnTo>
                  <a:pt x="15376081" y="4745736"/>
                </a:lnTo>
                <a:lnTo>
                  <a:pt x="15383891" y="4733036"/>
                </a:lnTo>
                <a:lnTo>
                  <a:pt x="15391816" y="4720336"/>
                </a:lnTo>
                <a:lnTo>
                  <a:pt x="15400452" y="4707636"/>
                </a:lnTo>
                <a:lnTo>
                  <a:pt x="15419616" y="4694936"/>
                </a:lnTo>
                <a:lnTo>
                  <a:pt x="15441511" y="4669536"/>
                </a:lnTo>
                <a:lnTo>
                  <a:pt x="15464727" y="4656836"/>
                </a:lnTo>
                <a:lnTo>
                  <a:pt x="15487866" y="4631436"/>
                </a:lnTo>
                <a:lnTo>
                  <a:pt x="15501138" y="4631436"/>
                </a:lnTo>
                <a:lnTo>
                  <a:pt x="15505125" y="4618736"/>
                </a:lnTo>
                <a:lnTo>
                  <a:pt x="15509151" y="4606036"/>
                </a:lnTo>
                <a:lnTo>
                  <a:pt x="15507602" y="4593336"/>
                </a:lnTo>
                <a:lnTo>
                  <a:pt x="15501950" y="4567936"/>
                </a:lnTo>
                <a:lnTo>
                  <a:pt x="15493657" y="4555236"/>
                </a:lnTo>
                <a:lnTo>
                  <a:pt x="15474442" y="4529836"/>
                </a:lnTo>
                <a:lnTo>
                  <a:pt x="15466086" y="4517136"/>
                </a:lnTo>
                <a:lnTo>
                  <a:pt x="15460294" y="4504436"/>
                </a:lnTo>
                <a:lnTo>
                  <a:pt x="15458707" y="4504436"/>
                </a:lnTo>
                <a:lnTo>
                  <a:pt x="15457373" y="4491736"/>
                </a:lnTo>
                <a:lnTo>
                  <a:pt x="15455646" y="4491736"/>
                </a:lnTo>
                <a:lnTo>
                  <a:pt x="15452890" y="4479036"/>
                </a:lnTo>
                <a:lnTo>
                  <a:pt x="15449055" y="4479036"/>
                </a:lnTo>
                <a:lnTo>
                  <a:pt x="15444267" y="4466336"/>
                </a:lnTo>
                <a:lnTo>
                  <a:pt x="15433116" y="4466336"/>
                </a:lnTo>
                <a:lnTo>
                  <a:pt x="15395283" y="4440936"/>
                </a:lnTo>
                <a:lnTo>
                  <a:pt x="15315311" y="4415536"/>
                </a:lnTo>
                <a:lnTo>
                  <a:pt x="15276475" y="4402836"/>
                </a:lnTo>
                <a:lnTo>
                  <a:pt x="15246680" y="4377436"/>
                </a:lnTo>
                <a:lnTo>
                  <a:pt x="15231567" y="4377436"/>
                </a:lnTo>
                <a:lnTo>
                  <a:pt x="15215807" y="4364736"/>
                </a:lnTo>
                <a:lnTo>
                  <a:pt x="15165400" y="4364736"/>
                </a:lnTo>
                <a:lnTo>
                  <a:pt x="15150935" y="4377436"/>
                </a:lnTo>
                <a:lnTo>
                  <a:pt x="15145169" y="4377436"/>
                </a:lnTo>
                <a:lnTo>
                  <a:pt x="15140153" y="4390136"/>
                </a:lnTo>
                <a:lnTo>
                  <a:pt x="15135682" y="4390136"/>
                </a:lnTo>
                <a:lnTo>
                  <a:pt x="15131491" y="4402836"/>
                </a:lnTo>
                <a:lnTo>
                  <a:pt x="14901367" y="4783836"/>
                </a:lnTo>
                <a:lnTo>
                  <a:pt x="14875739" y="4834636"/>
                </a:lnTo>
                <a:lnTo>
                  <a:pt x="14853374" y="4885436"/>
                </a:lnTo>
                <a:lnTo>
                  <a:pt x="14833791" y="4936236"/>
                </a:lnTo>
                <a:lnTo>
                  <a:pt x="14816468" y="4999736"/>
                </a:lnTo>
                <a:lnTo>
                  <a:pt x="14804505" y="5050536"/>
                </a:lnTo>
                <a:lnTo>
                  <a:pt x="14799475" y="5101336"/>
                </a:lnTo>
                <a:lnTo>
                  <a:pt x="14798383" y="5152136"/>
                </a:lnTo>
                <a:lnTo>
                  <a:pt x="14798205" y="5215636"/>
                </a:lnTo>
                <a:lnTo>
                  <a:pt x="14795907" y="5266436"/>
                </a:lnTo>
                <a:lnTo>
                  <a:pt x="14789938" y="5317236"/>
                </a:lnTo>
                <a:lnTo>
                  <a:pt x="14780781" y="5355336"/>
                </a:lnTo>
                <a:lnTo>
                  <a:pt x="14759229" y="5456936"/>
                </a:lnTo>
                <a:lnTo>
                  <a:pt x="14749983" y="5507736"/>
                </a:lnTo>
                <a:lnTo>
                  <a:pt x="14743837" y="5558536"/>
                </a:lnTo>
                <a:lnTo>
                  <a:pt x="14742376" y="5609336"/>
                </a:lnTo>
                <a:lnTo>
                  <a:pt x="14744281" y="5660136"/>
                </a:lnTo>
                <a:lnTo>
                  <a:pt x="14746910" y="5710936"/>
                </a:lnTo>
                <a:lnTo>
                  <a:pt x="14750250" y="5761736"/>
                </a:lnTo>
                <a:lnTo>
                  <a:pt x="14754301" y="5812536"/>
                </a:lnTo>
                <a:lnTo>
                  <a:pt x="14759064" y="5876036"/>
                </a:lnTo>
                <a:lnTo>
                  <a:pt x="14763941" y="5914136"/>
                </a:lnTo>
                <a:lnTo>
                  <a:pt x="14769770" y="5964936"/>
                </a:lnTo>
                <a:lnTo>
                  <a:pt x="14776920" y="6015736"/>
                </a:lnTo>
                <a:lnTo>
                  <a:pt x="14785759" y="6053836"/>
                </a:lnTo>
                <a:lnTo>
                  <a:pt x="14796643" y="6104636"/>
                </a:lnTo>
                <a:lnTo>
                  <a:pt x="14809927" y="6142736"/>
                </a:lnTo>
                <a:lnTo>
                  <a:pt x="14826006" y="6193536"/>
                </a:lnTo>
                <a:lnTo>
                  <a:pt x="14848586" y="6244336"/>
                </a:lnTo>
                <a:lnTo>
                  <a:pt x="14873275" y="6295136"/>
                </a:lnTo>
                <a:lnTo>
                  <a:pt x="14926920" y="6396736"/>
                </a:lnTo>
                <a:lnTo>
                  <a:pt x="14936915" y="6422136"/>
                </a:lnTo>
                <a:lnTo>
                  <a:pt x="14947507" y="6434836"/>
                </a:lnTo>
                <a:lnTo>
                  <a:pt x="14960283" y="6460236"/>
                </a:lnTo>
                <a:lnTo>
                  <a:pt x="14976869" y="6472936"/>
                </a:lnTo>
                <a:lnTo>
                  <a:pt x="15017395" y="6498336"/>
                </a:lnTo>
                <a:lnTo>
                  <a:pt x="15060981" y="6511036"/>
                </a:lnTo>
                <a:lnTo>
                  <a:pt x="15106612" y="6523736"/>
                </a:lnTo>
                <a:lnTo>
                  <a:pt x="15236927" y="6523736"/>
                </a:lnTo>
                <a:lnTo>
                  <a:pt x="15273668" y="6511036"/>
                </a:lnTo>
                <a:lnTo>
                  <a:pt x="15309698" y="6511036"/>
                </a:lnTo>
                <a:lnTo>
                  <a:pt x="15344496" y="6498336"/>
                </a:lnTo>
                <a:lnTo>
                  <a:pt x="15373719" y="6485636"/>
                </a:lnTo>
                <a:lnTo>
                  <a:pt x="15401671" y="6460236"/>
                </a:lnTo>
                <a:lnTo>
                  <a:pt x="15456624" y="6434836"/>
                </a:lnTo>
                <a:lnTo>
                  <a:pt x="15504617" y="6396736"/>
                </a:lnTo>
                <a:lnTo>
                  <a:pt x="15554262" y="6384036"/>
                </a:lnTo>
                <a:lnTo>
                  <a:pt x="15705544" y="6307836"/>
                </a:lnTo>
                <a:lnTo>
                  <a:pt x="15752598" y="6295136"/>
                </a:lnTo>
                <a:lnTo>
                  <a:pt x="15798254" y="6257036"/>
                </a:lnTo>
                <a:lnTo>
                  <a:pt x="15842463" y="6231636"/>
                </a:lnTo>
                <a:lnTo>
                  <a:pt x="15885198" y="6206236"/>
                </a:lnTo>
                <a:lnTo>
                  <a:pt x="15926410" y="6168136"/>
                </a:lnTo>
                <a:lnTo>
                  <a:pt x="15966034" y="6130036"/>
                </a:lnTo>
                <a:lnTo>
                  <a:pt x="16004058" y="6091936"/>
                </a:lnTo>
                <a:lnTo>
                  <a:pt x="16040430" y="6053836"/>
                </a:lnTo>
                <a:lnTo>
                  <a:pt x="16075089" y="6015736"/>
                </a:lnTo>
                <a:lnTo>
                  <a:pt x="16111944" y="5964936"/>
                </a:lnTo>
                <a:lnTo>
                  <a:pt x="16129915" y="5952236"/>
                </a:lnTo>
                <a:lnTo>
                  <a:pt x="16147745" y="5926836"/>
                </a:lnTo>
                <a:lnTo>
                  <a:pt x="16166046" y="5901436"/>
                </a:lnTo>
                <a:lnTo>
                  <a:pt x="16204095" y="5850636"/>
                </a:lnTo>
                <a:lnTo>
                  <a:pt x="16222396" y="5825236"/>
                </a:lnTo>
                <a:lnTo>
                  <a:pt x="16254819" y="5876036"/>
                </a:lnTo>
                <a:lnTo>
                  <a:pt x="16285706" y="5914136"/>
                </a:lnTo>
                <a:lnTo>
                  <a:pt x="16315246" y="5952236"/>
                </a:lnTo>
                <a:lnTo>
                  <a:pt x="16343656" y="6003036"/>
                </a:lnTo>
                <a:lnTo>
                  <a:pt x="16371138" y="6041136"/>
                </a:lnTo>
                <a:lnTo>
                  <a:pt x="16397910" y="6091936"/>
                </a:lnTo>
                <a:lnTo>
                  <a:pt x="16424174" y="6130036"/>
                </a:lnTo>
                <a:lnTo>
                  <a:pt x="16450145" y="6180836"/>
                </a:lnTo>
                <a:lnTo>
                  <a:pt x="16470732" y="6206236"/>
                </a:lnTo>
                <a:lnTo>
                  <a:pt x="16490455" y="6244336"/>
                </a:lnTo>
                <a:lnTo>
                  <a:pt x="16508425" y="6282436"/>
                </a:lnTo>
                <a:lnTo>
                  <a:pt x="16523742" y="6320536"/>
                </a:lnTo>
                <a:lnTo>
                  <a:pt x="16532975" y="6358636"/>
                </a:lnTo>
                <a:lnTo>
                  <a:pt x="16535908" y="6409436"/>
                </a:lnTo>
                <a:lnTo>
                  <a:pt x="16536505" y="6447536"/>
                </a:lnTo>
                <a:lnTo>
                  <a:pt x="16538690" y="6485636"/>
                </a:lnTo>
                <a:lnTo>
                  <a:pt x="16540709" y="6536436"/>
                </a:lnTo>
                <a:lnTo>
                  <a:pt x="16537280" y="6587236"/>
                </a:lnTo>
                <a:lnTo>
                  <a:pt x="16529673" y="6638036"/>
                </a:lnTo>
                <a:lnTo>
                  <a:pt x="16519182" y="6688836"/>
                </a:lnTo>
                <a:lnTo>
                  <a:pt x="16507117" y="6739636"/>
                </a:lnTo>
                <a:lnTo>
                  <a:pt x="16494760" y="6777736"/>
                </a:lnTo>
                <a:lnTo>
                  <a:pt x="16483406" y="6828536"/>
                </a:lnTo>
                <a:lnTo>
                  <a:pt x="16474339" y="6879336"/>
                </a:lnTo>
                <a:lnTo>
                  <a:pt x="16468852" y="6930136"/>
                </a:lnTo>
                <a:lnTo>
                  <a:pt x="16467760" y="6955536"/>
                </a:lnTo>
                <a:lnTo>
                  <a:pt x="16466757" y="6968236"/>
                </a:lnTo>
                <a:lnTo>
                  <a:pt x="16465030" y="6993636"/>
                </a:lnTo>
                <a:lnTo>
                  <a:pt x="16461740" y="7019036"/>
                </a:lnTo>
                <a:lnTo>
                  <a:pt x="16455974" y="7044436"/>
                </a:lnTo>
                <a:lnTo>
                  <a:pt x="16448291" y="7057136"/>
                </a:lnTo>
                <a:lnTo>
                  <a:pt x="16439426" y="7082536"/>
                </a:lnTo>
                <a:lnTo>
                  <a:pt x="16430079" y="7107936"/>
                </a:lnTo>
                <a:lnTo>
                  <a:pt x="16409429" y="7146036"/>
                </a:lnTo>
                <a:lnTo>
                  <a:pt x="16389896" y="7196836"/>
                </a:lnTo>
                <a:lnTo>
                  <a:pt x="16371354" y="7247636"/>
                </a:lnTo>
                <a:lnTo>
                  <a:pt x="16353676" y="7285736"/>
                </a:lnTo>
                <a:lnTo>
                  <a:pt x="16336734" y="7336536"/>
                </a:lnTo>
                <a:lnTo>
                  <a:pt x="16320719" y="7387336"/>
                </a:lnTo>
                <a:lnTo>
                  <a:pt x="18174119" y="7387336"/>
                </a:lnTo>
                <a:lnTo>
                  <a:pt x="18160188" y="7336536"/>
                </a:lnTo>
                <a:lnTo>
                  <a:pt x="18144211" y="7298436"/>
                </a:lnTo>
                <a:lnTo>
                  <a:pt x="18110518" y="7209536"/>
                </a:lnTo>
                <a:lnTo>
                  <a:pt x="18094554" y="7158736"/>
                </a:lnTo>
                <a:lnTo>
                  <a:pt x="18080355" y="7107936"/>
                </a:lnTo>
                <a:lnTo>
                  <a:pt x="18068786" y="7069836"/>
                </a:lnTo>
                <a:lnTo>
                  <a:pt x="18060734" y="7019036"/>
                </a:lnTo>
                <a:lnTo>
                  <a:pt x="18057089" y="6968236"/>
                </a:lnTo>
                <a:lnTo>
                  <a:pt x="18053762" y="6917436"/>
                </a:lnTo>
                <a:lnTo>
                  <a:pt x="18046827" y="6866636"/>
                </a:lnTo>
                <a:lnTo>
                  <a:pt x="18037099" y="6815836"/>
                </a:lnTo>
                <a:lnTo>
                  <a:pt x="18025339" y="6765036"/>
                </a:lnTo>
                <a:lnTo>
                  <a:pt x="18012334" y="6714236"/>
                </a:lnTo>
                <a:lnTo>
                  <a:pt x="17998872" y="6663436"/>
                </a:lnTo>
                <a:lnTo>
                  <a:pt x="17985728" y="6612636"/>
                </a:lnTo>
                <a:lnTo>
                  <a:pt x="17973688" y="6561836"/>
                </a:lnTo>
                <a:lnTo>
                  <a:pt x="17963515" y="6511036"/>
                </a:lnTo>
                <a:lnTo>
                  <a:pt x="17955997" y="6460236"/>
                </a:lnTo>
                <a:lnTo>
                  <a:pt x="17951908" y="6409436"/>
                </a:lnTo>
                <a:lnTo>
                  <a:pt x="17952035" y="6358636"/>
                </a:lnTo>
                <a:lnTo>
                  <a:pt x="17957153" y="6307836"/>
                </a:lnTo>
                <a:lnTo>
                  <a:pt x="17968024" y="6257036"/>
                </a:lnTo>
                <a:lnTo>
                  <a:pt x="17982743" y="6206236"/>
                </a:lnTo>
                <a:lnTo>
                  <a:pt x="18000815" y="6168136"/>
                </a:lnTo>
                <a:lnTo>
                  <a:pt x="18020627" y="6117336"/>
                </a:lnTo>
                <a:lnTo>
                  <a:pt x="18040592" y="6079236"/>
                </a:lnTo>
                <a:lnTo>
                  <a:pt x="18060759" y="6028436"/>
                </a:lnTo>
                <a:lnTo>
                  <a:pt x="18079060" y="5990336"/>
                </a:lnTo>
                <a:lnTo>
                  <a:pt x="18095799" y="5939536"/>
                </a:lnTo>
                <a:lnTo>
                  <a:pt x="18111280" y="5888736"/>
                </a:lnTo>
                <a:lnTo>
                  <a:pt x="18125847" y="5837936"/>
                </a:lnTo>
                <a:lnTo>
                  <a:pt x="18129327" y="5825236"/>
                </a:lnTo>
                <a:lnTo>
                  <a:pt x="18139779" y="5787136"/>
                </a:lnTo>
                <a:lnTo>
                  <a:pt x="18167033" y="5698236"/>
                </a:lnTo>
                <a:lnTo>
                  <a:pt x="18170513" y="5685536"/>
                </a:lnTo>
                <a:lnTo>
                  <a:pt x="18180977" y="5647436"/>
                </a:lnTo>
                <a:lnTo>
                  <a:pt x="18195532" y="5596636"/>
                </a:lnTo>
                <a:lnTo>
                  <a:pt x="18212880" y="5545836"/>
                </a:lnTo>
                <a:lnTo>
                  <a:pt x="18233314" y="5495036"/>
                </a:lnTo>
                <a:lnTo>
                  <a:pt x="18277307" y="5406136"/>
                </a:lnTo>
                <a:lnTo>
                  <a:pt x="18288000" y="5380736"/>
                </a:lnTo>
                <a:lnTo>
                  <a:pt x="18288000" y="4720336"/>
                </a:lnTo>
                <a:lnTo>
                  <a:pt x="18288000" y="4301236"/>
                </a:lnTo>
                <a:lnTo>
                  <a:pt x="18288000" y="4047236"/>
                </a:lnTo>
                <a:close/>
              </a:path>
            </a:pathLst>
          </a:custGeom>
          <a:solidFill>
            <a:srgbClr val="BCAA8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26900" y="2075533"/>
            <a:ext cx="7115174" cy="76390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1180" y="1636712"/>
            <a:ext cx="13194030" cy="0"/>
          </a:xfrm>
          <a:custGeom>
            <a:avLst/>
            <a:gdLst/>
            <a:ahLst/>
            <a:cxnLst/>
            <a:rect l="l" t="t" r="r" b="b"/>
            <a:pathLst>
              <a:path w="13194030">
                <a:moveTo>
                  <a:pt x="0" y="0"/>
                </a:moveTo>
                <a:lnTo>
                  <a:pt x="13193811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6886" y="252476"/>
            <a:ext cx="1333817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525" dirty="0">
                <a:solidFill>
                  <a:srgbClr val="CBF733"/>
                </a:solidFill>
                <a:latin typeface="Verdana" panose="020B0604030504040204"/>
                <a:cs typeface="Verdana" panose="020B0604030504040204"/>
              </a:rPr>
              <a:t>01/</a:t>
            </a:r>
            <a:r>
              <a:rPr sz="8000" spc="-745" dirty="0">
                <a:solidFill>
                  <a:srgbClr val="CBF733"/>
                </a:solidFill>
                <a:latin typeface="Verdana" panose="020B0604030504040204"/>
                <a:cs typeface="Verdana" panose="020B0604030504040204"/>
              </a:rPr>
              <a:t> </a:t>
            </a:r>
            <a:r>
              <a:rPr sz="8000" spc="1864" dirty="0">
                <a:solidFill>
                  <a:srgbClr val="CBF733"/>
                </a:solidFill>
                <a:latin typeface="Verdana" panose="020B0604030504040204"/>
                <a:cs typeface="Verdana" panose="020B0604030504040204"/>
              </a:rPr>
              <a:t>INTRODUCTION</a:t>
            </a:r>
            <a:endParaRPr sz="80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8480" y="1888577"/>
            <a:ext cx="9958705" cy="6216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6000"/>
              </a:lnSpc>
              <a:spcBef>
                <a:spcPts val="90"/>
              </a:spcBef>
            </a:pP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PPT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presents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development</a:t>
            </a:r>
            <a:r>
              <a:rPr sz="3500" spc="6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500" spc="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iFit</a:t>
            </a:r>
            <a:r>
              <a:rPr sz="3500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Coach,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tracking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application </a:t>
            </a:r>
            <a:r>
              <a:rPr sz="3500" spc="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created</a:t>
            </a:r>
            <a:r>
              <a:rPr sz="3500" spc="8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3500" spc="8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Java</a:t>
            </a:r>
            <a:r>
              <a:rPr sz="3500" spc="8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500" spc="8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Firebase.</a:t>
            </a:r>
            <a:r>
              <a:rPr sz="3500" spc="8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500" spc="8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3500" spc="8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allows </a:t>
            </a:r>
            <a:r>
              <a:rPr sz="3500" spc="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calorie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intake,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workouts,</a:t>
            </a:r>
            <a:r>
              <a:rPr sz="3500" spc="7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500" spc="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3500" spc="2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consumption</a:t>
            </a:r>
            <a:r>
              <a:rPr sz="3500" spc="2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while</a:t>
            </a:r>
            <a:r>
              <a:rPr sz="3500" spc="2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offering</a:t>
            </a:r>
            <a:r>
              <a:rPr sz="3500" spc="2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3500" spc="2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interaction 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500" spc="7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other</a:t>
            </a:r>
            <a:r>
              <a:rPr sz="3500" spc="7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3500" spc="7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enthusiasts.</a:t>
            </a:r>
            <a:r>
              <a:rPr sz="3500" spc="7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3500" spc="7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integrating features</a:t>
            </a:r>
            <a:r>
              <a:rPr sz="3500" spc="6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such</a:t>
            </a:r>
            <a:r>
              <a:rPr sz="3500" spc="6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500" spc="6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goal-setting,</a:t>
            </a:r>
            <a:r>
              <a:rPr sz="3500" spc="6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sz="3500" spc="6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5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metrics, </a:t>
            </a:r>
            <a:r>
              <a:rPr sz="3500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engagement,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iFit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Coach</a:t>
            </a:r>
            <a:r>
              <a:rPr sz="3500" spc="2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serves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r>
              <a:rPr sz="3500" spc="2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spc="1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500" spc="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comprehensive</a:t>
            </a:r>
            <a:r>
              <a:rPr sz="3500" spc="6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tool</a:t>
            </a:r>
            <a:r>
              <a:rPr sz="3500" spc="6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500" spc="6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improving</a:t>
            </a:r>
            <a:r>
              <a:rPr sz="3500" spc="6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health</a:t>
            </a:r>
            <a:r>
              <a:rPr sz="3500" spc="6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500" spc="1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500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wellness.</a:t>
            </a:r>
            <a:endParaRPr sz="35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397549" y="0"/>
              <a:ext cx="5467985" cy="4761230"/>
            </a:xfrm>
            <a:custGeom>
              <a:avLst/>
              <a:gdLst/>
              <a:ahLst/>
              <a:cxnLst/>
              <a:rect l="l" t="t" r="r" b="b"/>
              <a:pathLst>
                <a:path w="5467984" h="4761230">
                  <a:moveTo>
                    <a:pt x="5467791" y="4761069"/>
                  </a:moveTo>
                  <a:lnTo>
                    <a:pt x="0" y="4761069"/>
                  </a:lnTo>
                  <a:lnTo>
                    <a:pt x="0" y="0"/>
                  </a:lnTo>
                  <a:lnTo>
                    <a:pt x="5467791" y="0"/>
                  </a:lnTo>
                  <a:lnTo>
                    <a:pt x="5467791" y="4761069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776903" y="2381051"/>
              <a:ext cx="4712335" cy="4699000"/>
            </a:xfrm>
            <a:custGeom>
              <a:avLst/>
              <a:gdLst/>
              <a:ahLst/>
              <a:cxnLst/>
              <a:rect l="l" t="t" r="r" b="b"/>
              <a:pathLst>
                <a:path w="4712334" h="4699000">
                  <a:moveTo>
                    <a:pt x="2640889" y="12699"/>
                  </a:moveTo>
                  <a:lnTo>
                    <a:pt x="2071327" y="12699"/>
                  </a:lnTo>
                  <a:lnTo>
                    <a:pt x="2118143" y="0"/>
                  </a:lnTo>
                  <a:lnTo>
                    <a:pt x="2594072" y="0"/>
                  </a:lnTo>
                  <a:lnTo>
                    <a:pt x="2640889" y="12699"/>
                  </a:lnTo>
                  <a:close/>
                </a:path>
                <a:path w="4712334" h="4699000">
                  <a:moveTo>
                    <a:pt x="2733672" y="25399"/>
                  </a:moveTo>
                  <a:lnTo>
                    <a:pt x="1978543" y="25399"/>
                  </a:lnTo>
                  <a:lnTo>
                    <a:pt x="2024790" y="12699"/>
                  </a:lnTo>
                  <a:lnTo>
                    <a:pt x="2687425" y="12699"/>
                  </a:lnTo>
                  <a:lnTo>
                    <a:pt x="2733672" y="25399"/>
                  </a:lnTo>
                  <a:close/>
                </a:path>
                <a:path w="4712334" h="4699000">
                  <a:moveTo>
                    <a:pt x="2779621" y="4673599"/>
                  </a:moveTo>
                  <a:lnTo>
                    <a:pt x="1932594" y="4673599"/>
                  </a:lnTo>
                  <a:lnTo>
                    <a:pt x="1576838" y="4571999"/>
                  </a:lnTo>
                  <a:lnTo>
                    <a:pt x="1491522" y="4546599"/>
                  </a:lnTo>
                  <a:lnTo>
                    <a:pt x="1449457" y="4521199"/>
                  </a:lnTo>
                  <a:lnTo>
                    <a:pt x="1407800" y="4508499"/>
                  </a:lnTo>
                  <a:lnTo>
                    <a:pt x="1366560" y="4483099"/>
                  </a:lnTo>
                  <a:lnTo>
                    <a:pt x="1325746" y="4470399"/>
                  </a:lnTo>
                  <a:lnTo>
                    <a:pt x="1285368" y="4444999"/>
                  </a:lnTo>
                  <a:lnTo>
                    <a:pt x="1245433" y="4432299"/>
                  </a:lnTo>
                  <a:lnTo>
                    <a:pt x="1166935" y="4381499"/>
                  </a:lnTo>
                  <a:lnTo>
                    <a:pt x="1090323" y="4330699"/>
                  </a:lnTo>
                  <a:lnTo>
                    <a:pt x="1052748" y="4317999"/>
                  </a:lnTo>
                  <a:lnTo>
                    <a:pt x="979103" y="4267199"/>
                  </a:lnTo>
                  <a:lnTo>
                    <a:pt x="943053" y="4229099"/>
                  </a:lnTo>
                  <a:lnTo>
                    <a:pt x="907529" y="4203699"/>
                  </a:lnTo>
                  <a:lnTo>
                    <a:pt x="872541" y="4178299"/>
                  </a:lnTo>
                  <a:lnTo>
                    <a:pt x="838097" y="4152899"/>
                  </a:lnTo>
                  <a:lnTo>
                    <a:pt x="804207" y="4127499"/>
                  </a:lnTo>
                  <a:lnTo>
                    <a:pt x="770881" y="4089399"/>
                  </a:lnTo>
                  <a:lnTo>
                    <a:pt x="738126" y="4063999"/>
                  </a:lnTo>
                  <a:lnTo>
                    <a:pt x="705953" y="4025899"/>
                  </a:lnTo>
                  <a:lnTo>
                    <a:pt x="674371" y="4000499"/>
                  </a:lnTo>
                  <a:lnTo>
                    <a:pt x="643387" y="3962399"/>
                  </a:lnTo>
                  <a:lnTo>
                    <a:pt x="613013" y="3936999"/>
                  </a:lnTo>
                  <a:lnTo>
                    <a:pt x="583256" y="3898899"/>
                  </a:lnTo>
                  <a:lnTo>
                    <a:pt x="554126" y="3873499"/>
                  </a:lnTo>
                  <a:lnTo>
                    <a:pt x="525633" y="3835399"/>
                  </a:lnTo>
                  <a:lnTo>
                    <a:pt x="497784" y="3797299"/>
                  </a:lnTo>
                  <a:lnTo>
                    <a:pt x="470590" y="3759199"/>
                  </a:lnTo>
                  <a:lnTo>
                    <a:pt x="444060" y="3721099"/>
                  </a:lnTo>
                  <a:lnTo>
                    <a:pt x="418201" y="3695699"/>
                  </a:lnTo>
                  <a:lnTo>
                    <a:pt x="393025" y="3657599"/>
                  </a:lnTo>
                  <a:lnTo>
                    <a:pt x="368539" y="3619499"/>
                  </a:lnTo>
                  <a:lnTo>
                    <a:pt x="344754" y="3581399"/>
                  </a:lnTo>
                  <a:lnTo>
                    <a:pt x="321677" y="3543299"/>
                  </a:lnTo>
                  <a:lnTo>
                    <a:pt x="299319" y="3505199"/>
                  </a:lnTo>
                  <a:lnTo>
                    <a:pt x="277688" y="3454399"/>
                  </a:lnTo>
                  <a:lnTo>
                    <a:pt x="256793" y="3416299"/>
                  </a:lnTo>
                  <a:lnTo>
                    <a:pt x="236645" y="3378199"/>
                  </a:lnTo>
                  <a:lnTo>
                    <a:pt x="217250" y="3340099"/>
                  </a:lnTo>
                  <a:lnTo>
                    <a:pt x="198620" y="3301999"/>
                  </a:lnTo>
                  <a:lnTo>
                    <a:pt x="180763" y="3251199"/>
                  </a:lnTo>
                  <a:lnTo>
                    <a:pt x="163688" y="3213099"/>
                  </a:lnTo>
                  <a:lnTo>
                    <a:pt x="147404" y="3174999"/>
                  </a:lnTo>
                  <a:lnTo>
                    <a:pt x="131920" y="3124199"/>
                  </a:lnTo>
                  <a:lnTo>
                    <a:pt x="117246" y="3086099"/>
                  </a:lnTo>
                  <a:lnTo>
                    <a:pt x="103390" y="3047999"/>
                  </a:lnTo>
                  <a:lnTo>
                    <a:pt x="90363" y="2997199"/>
                  </a:lnTo>
                  <a:lnTo>
                    <a:pt x="78172" y="2959099"/>
                  </a:lnTo>
                  <a:lnTo>
                    <a:pt x="66827" y="2908299"/>
                  </a:lnTo>
                  <a:lnTo>
                    <a:pt x="56337" y="2857499"/>
                  </a:lnTo>
                  <a:lnTo>
                    <a:pt x="46712" y="2819399"/>
                  </a:lnTo>
                  <a:lnTo>
                    <a:pt x="37960" y="2768599"/>
                  </a:lnTo>
                  <a:lnTo>
                    <a:pt x="30090" y="2730499"/>
                  </a:lnTo>
                  <a:lnTo>
                    <a:pt x="23112" y="2679699"/>
                  </a:lnTo>
                  <a:lnTo>
                    <a:pt x="17035" y="2628899"/>
                  </a:lnTo>
                  <a:lnTo>
                    <a:pt x="11868" y="2590799"/>
                  </a:lnTo>
                  <a:lnTo>
                    <a:pt x="7619" y="2539999"/>
                  </a:lnTo>
                  <a:lnTo>
                    <a:pt x="4299" y="2489199"/>
                  </a:lnTo>
                  <a:lnTo>
                    <a:pt x="1917" y="2451099"/>
                  </a:lnTo>
                  <a:lnTo>
                    <a:pt x="480" y="2400299"/>
                  </a:lnTo>
                  <a:lnTo>
                    <a:pt x="0" y="2349499"/>
                  </a:lnTo>
                  <a:lnTo>
                    <a:pt x="480" y="2298699"/>
                  </a:lnTo>
                  <a:lnTo>
                    <a:pt x="1917" y="2247899"/>
                  </a:lnTo>
                  <a:lnTo>
                    <a:pt x="4299" y="2209799"/>
                  </a:lnTo>
                  <a:lnTo>
                    <a:pt x="7619" y="2158999"/>
                  </a:lnTo>
                  <a:lnTo>
                    <a:pt x="11868" y="2108199"/>
                  </a:lnTo>
                  <a:lnTo>
                    <a:pt x="17035" y="2070099"/>
                  </a:lnTo>
                  <a:lnTo>
                    <a:pt x="23112" y="2019299"/>
                  </a:lnTo>
                  <a:lnTo>
                    <a:pt x="30090" y="1968499"/>
                  </a:lnTo>
                  <a:lnTo>
                    <a:pt x="37960" y="1930399"/>
                  </a:lnTo>
                  <a:lnTo>
                    <a:pt x="46712" y="1879599"/>
                  </a:lnTo>
                  <a:lnTo>
                    <a:pt x="56337" y="1828799"/>
                  </a:lnTo>
                  <a:lnTo>
                    <a:pt x="66827" y="1790699"/>
                  </a:lnTo>
                  <a:lnTo>
                    <a:pt x="78172" y="1739899"/>
                  </a:lnTo>
                  <a:lnTo>
                    <a:pt x="90363" y="1701799"/>
                  </a:lnTo>
                  <a:lnTo>
                    <a:pt x="103390" y="1650999"/>
                  </a:lnTo>
                  <a:lnTo>
                    <a:pt x="117246" y="1612899"/>
                  </a:lnTo>
                  <a:lnTo>
                    <a:pt x="131920" y="1574799"/>
                  </a:lnTo>
                  <a:lnTo>
                    <a:pt x="147404" y="1523999"/>
                  </a:lnTo>
                  <a:lnTo>
                    <a:pt x="163688" y="1485899"/>
                  </a:lnTo>
                  <a:lnTo>
                    <a:pt x="180763" y="1447799"/>
                  </a:lnTo>
                  <a:lnTo>
                    <a:pt x="198620" y="1396999"/>
                  </a:lnTo>
                  <a:lnTo>
                    <a:pt x="217250" y="1358899"/>
                  </a:lnTo>
                  <a:lnTo>
                    <a:pt x="236645" y="1320799"/>
                  </a:lnTo>
                  <a:lnTo>
                    <a:pt x="256793" y="1282699"/>
                  </a:lnTo>
                  <a:lnTo>
                    <a:pt x="277688" y="1244599"/>
                  </a:lnTo>
                  <a:lnTo>
                    <a:pt x="299319" y="1193799"/>
                  </a:lnTo>
                  <a:lnTo>
                    <a:pt x="321677" y="1155699"/>
                  </a:lnTo>
                  <a:lnTo>
                    <a:pt x="344754" y="1117599"/>
                  </a:lnTo>
                  <a:lnTo>
                    <a:pt x="368539" y="1079499"/>
                  </a:lnTo>
                  <a:lnTo>
                    <a:pt x="393025" y="1041399"/>
                  </a:lnTo>
                  <a:lnTo>
                    <a:pt x="418201" y="1003299"/>
                  </a:lnTo>
                  <a:lnTo>
                    <a:pt x="444060" y="977899"/>
                  </a:lnTo>
                  <a:lnTo>
                    <a:pt x="470590" y="939799"/>
                  </a:lnTo>
                  <a:lnTo>
                    <a:pt x="497784" y="901699"/>
                  </a:lnTo>
                  <a:lnTo>
                    <a:pt x="525633" y="863599"/>
                  </a:lnTo>
                  <a:lnTo>
                    <a:pt x="554126" y="825499"/>
                  </a:lnTo>
                  <a:lnTo>
                    <a:pt x="583256" y="800099"/>
                  </a:lnTo>
                  <a:lnTo>
                    <a:pt x="613013" y="761999"/>
                  </a:lnTo>
                  <a:lnTo>
                    <a:pt x="643387" y="736599"/>
                  </a:lnTo>
                  <a:lnTo>
                    <a:pt x="674371" y="698499"/>
                  </a:lnTo>
                  <a:lnTo>
                    <a:pt x="705953" y="673099"/>
                  </a:lnTo>
                  <a:lnTo>
                    <a:pt x="738126" y="634999"/>
                  </a:lnTo>
                  <a:lnTo>
                    <a:pt x="770881" y="609599"/>
                  </a:lnTo>
                  <a:lnTo>
                    <a:pt x="804207" y="571499"/>
                  </a:lnTo>
                  <a:lnTo>
                    <a:pt x="838097" y="546099"/>
                  </a:lnTo>
                  <a:lnTo>
                    <a:pt x="872541" y="520699"/>
                  </a:lnTo>
                  <a:lnTo>
                    <a:pt x="907529" y="495299"/>
                  </a:lnTo>
                  <a:lnTo>
                    <a:pt x="943053" y="469899"/>
                  </a:lnTo>
                  <a:lnTo>
                    <a:pt x="979103" y="431799"/>
                  </a:lnTo>
                  <a:lnTo>
                    <a:pt x="1052748" y="380999"/>
                  </a:lnTo>
                  <a:lnTo>
                    <a:pt x="1090323" y="355599"/>
                  </a:lnTo>
                  <a:lnTo>
                    <a:pt x="1128388" y="342899"/>
                  </a:lnTo>
                  <a:lnTo>
                    <a:pt x="1205953" y="292099"/>
                  </a:lnTo>
                  <a:lnTo>
                    <a:pt x="1245433" y="266699"/>
                  </a:lnTo>
                  <a:lnTo>
                    <a:pt x="1285368" y="253999"/>
                  </a:lnTo>
                  <a:lnTo>
                    <a:pt x="1325746" y="228599"/>
                  </a:lnTo>
                  <a:lnTo>
                    <a:pt x="1366560" y="215899"/>
                  </a:lnTo>
                  <a:lnTo>
                    <a:pt x="1407800" y="190499"/>
                  </a:lnTo>
                  <a:lnTo>
                    <a:pt x="1449457" y="177799"/>
                  </a:lnTo>
                  <a:lnTo>
                    <a:pt x="1491522" y="152399"/>
                  </a:lnTo>
                  <a:lnTo>
                    <a:pt x="1886953" y="38099"/>
                  </a:lnTo>
                  <a:lnTo>
                    <a:pt x="1932594" y="25399"/>
                  </a:lnTo>
                  <a:lnTo>
                    <a:pt x="2779621" y="25399"/>
                  </a:lnTo>
                  <a:lnTo>
                    <a:pt x="2825263" y="38099"/>
                  </a:lnTo>
                  <a:lnTo>
                    <a:pt x="3220694" y="152399"/>
                  </a:lnTo>
                  <a:lnTo>
                    <a:pt x="3262759" y="177799"/>
                  </a:lnTo>
                  <a:lnTo>
                    <a:pt x="3304416" y="190499"/>
                  </a:lnTo>
                  <a:lnTo>
                    <a:pt x="3345656" y="215899"/>
                  </a:lnTo>
                  <a:lnTo>
                    <a:pt x="3386469" y="228599"/>
                  </a:lnTo>
                  <a:lnTo>
                    <a:pt x="3426848" y="253999"/>
                  </a:lnTo>
                  <a:lnTo>
                    <a:pt x="3466782" y="266699"/>
                  </a:lnTo>
                  <a:lnTo>
                    <a:pt x="3506263" y="292099"/>
                  </a:lnTo>
                  <a:lnTo>
                    <a:pt x="3583827" y="342899"/>
                  </a:lnTo>
                  <a:lnTo>
                    <a:pt x="3621893" y="355599"/>
                  </a:lnTo>
                  <a:lnTo>
                    <a:pt x="3659468" y="380999"/>
                  </a:lnTo>
                  <a:lnTo>
                    <a:pt x="3733112" y="431799"/>
                  </a:lnTo>
                  <a:lnTo>
                    <a:pt x="3769163" y="469899"/>
                  </a:lnTo>
                  <a:lnTo>
                    <a:pt x="3804687" y="495299"/>
                  </a:lnTo>
                  <a:lnTo>
                    <a:pt x="3839675" y="520699"/>
                  </a:lnTo>
                  <a:lnTo>
                    <a:pt x="3874119" y="546099"/>
                  </a:lnTo>
                  <a:lnTo>
                    <a:pt x="3908008" y="571499"/>
                  </a:lnTo>
                  <a:lnTo>
                    <a:pt x="3941335" y="609599"/>
                  </a:lnTo>
                  <a:lnTo>
                    <a:pt x="3974089" y="634999"/>
                  </a:lnTo>
                  <a:lnTo>
                    <a:pt x="4006262" y="673099"/>
                  </a:lnTo>
                  <a:lnTo>
                    <a:pt x="4037845" y="698499"/>
                  </a:lnTo>
                  <a:lnTo>
                    <a:pt x="4068828" y="736599"/>
                  </a:lnTo>
                  <a:lnTo>
                    <a:pt x="4099203" y="761999"/>
                  </a:lnTo>
                  <a:lnTo>
                    <a:pt x="4128959" y="800099"/>
                  </a:lnTo>
                  <a:lnTo>
                    <a:pt x="4158089" y="825499"/>
                  </a:lnTo>
                  <a:lnTo>
                    <a:pt x="4186583" y="863599"/>
                  </a:lnTo>
                  <a:lnTo>
                    <a:pt x="4214431" y="901699"/>
                  </a:lnTo>
                  <a:lnTo>
                    <a:pt x="4241625" y="939799"/>
                  </a:lnTo>
                  <a:lnTo>
                    <a:pt x="4268156" y="977899"/>
                  </a:lnTo>
                  <a:lnTo>
                    <a:pt x="4294014" y="1003299"/>
                  </a:lnTo>
                  <a:lnTo>
                    <a:pt x="4319191" y="1041399"/>
                  </a:lnTo>
                  <a:lnTo>
                    <a:pt x="4343676" y="1079499"/>
                  </a:lnTo>
                  <a:lnTo>
                    <a:pt x="4367462" y="1117599"/>
                  </a:lnTo>
                  <a:lnTo>
                    <a:pt x="4390538" y="1155699"/>
                  </a:lnTo>
                  <a:lnTo>
                    <a:pt x="4412897" y="1193799"/>
                  </a:lnTo>
                  <a:lnTo>
                    <a:pt x="4434528" y="1244599"/>
                  </a:lnTo>
                  <a:lnTo>
                    <a:pt x="4455422" y="1282699"/>
                  </a:lnTo>
                  <a:lnTo>
                    <a:pt x="4475571" y="1320799"/>
                  </a:lnTo>
                  <a:lnTo>
                    <a:pt x="4494965" y="1358899"/>
                  </a:lnTo>
                  <a:lnTo>
                    <a:pt x="4513596" y="1396999"/>
                  </a:lnTo>
                  <a:lnTo>
                    <a:pt x="4531453" y="1447799"/>
                  </a:lnTo>
                  <a:lnTo>
                    <a:pt x="4548528" y="1485899"/>
                  </a:lnTo>
                  <a:lnTo>
                    <a:pt x="4564812" y="1523999"/>
                  </a:lnTo>
                  <a:lnTo>
                    <a:pt x="4580296" y="1574799"/>
                  </a:lnTo>
                  <a:lnTo>
                    <a:pt x="4594970" y="1612899"/>
                  </a:lnTo>
                  <a:lnTo>
                    <a:pt x="4608825" y="1650999"/>
                  </a:lnTo>
                  <a:lnTo>
                    <a:pt x="4621853" y="1701799"/>
                  </a:lnTo>
                  <a:lnTo>
                    <a:pt x="4634044" y="1739899"/>
                  </a:lnTo>
                  <a:lnTo>
                    <a:pt x="4645389" y="1790699"/>
                  </a:lnTo>
                  <a:lnTo>
                    <a:pt x="4655879" y="1828799"/>
                  </a:lnTo>
                  <a:lnTo>
                    <a:pt x="4665504" y="1879599"/>
                  </a:lnTo>
                  <a:lnTo>
                    <a:pt x="4674256" y="1930399"/>
                  </a:lnTo>
                  <a:lnTo>
                    <a:pt x="4682126" y="1968499"/>
                  </a:lnTo>
                  <a:lnTo>
                    <a:pt x="4689104" y="2019299"/>
                  </a:lnTo>
                  <a:lnTo>
                    <a:pt x="4695181" y="2070099"/>
                  </a:lnTo>
                  <a:lnTo>
                    <a:pt x="4700348" y="2108199"/>
                  </a:lnTo>
                  <a:lnTo>
                    <a:pt x="4704596" y="2158999"/>
                  </a:lnTo>
                  <a:lnTo>
                    <a:pt x="4707916" y="2209799"/>
                  </a:lnTo>
                  <a:lnTo>
                    <a:pt x="4710299" y="2247899"/>
                  </a:lnTo>
                  <a:lnTo>
                    <a:pt x="4711735" y="2298699"/>
                  </a:lnTo>
                  <a:lnTo>
                    <a:pt x="4712216" y="2349499"/>
                  </a:lnTo>
                  <a:lnTo>
                    <a:pt x="4711735" y="2400299"/>
                  </a:lnTo>
                  <a:lnTo>
                    <a:pt x="4710299" y="2451099"/>
                  </a:lnTo>
                  <a:lnTo>
                    <a:pt x="4707916" y="2489199"/>
                  </a:lnTo>
                  <a:lnTo>
                    <a:pt x="4704596" y="2539999"/>
                  </a:lnTo>
                  <a:lnTo>
                    <a:pt x="4700348" y="2590799"/>
                  </a:lnTo>
                  <a:lnTo>
                    <a:pt x="4695181" y="2628899"/>
                  </a:lnTo>
                  <a:lnTo>
                    <a:pt x="4689104" y="2679699"/>
                  </a:lnTo>
                  <a:lnTo>
                    <a:pt x="4682126" y="2730499"/>
                  </a:lnTo>
                  <a:lnTo>
                    <a:pt x="4674256" y="2768599"/>
                  </a:lnTo>
                  <a:lnTo>
                    <a:pt x="4665504" y="2819399"/>
                  </a:lnTo>
                  <a:lnTo>
                    <a:pt x="4655879" y="2857499"/>
                  </a:lnTo>
                  <a:lnTo>
                    <a:pt x="4645389" y="2908299"/>
                  </a:lnTo>
                  <a:lnTo>
                    <a:pt x="4634044" y="2959099"/>
                  </a:lnTo>
                  <a:lnTo>
                    <a:pt x="4621853" y="2997199"/>
                  </a:lnTo>
                  <a:lnTo>
                    <a:pt x="4608825" y="3047999"/>
                  </a:lnTo>
                  <a:lnTo>
                    <a:pt x="4594970" y="3086099"/>
                  </a:lnTo>
                  <a:lnTo>
                    <a:pt x="4580296" y="3124199"/>
                  </a:lnTo>
                  <a:lnTo>
                    <a:pt x="4564812" y="3174999"/>
                  </a:lnTo>
                  <a:lnTo>
                    <a:pt x="4548528" y="3213099"/>
                  </a:lnTo>
                  <a:lnTo>
                    <a:pt x="4531453" y="3251199"/>
                  </a:lnTo>
                  <a:lnTo>
                    <a:pt x="4513596" y="3301999"/>
                  </a:lnTo>
                  <a:lnTo>
                    <a:pt x="4494965" y="3340099"/>
                  </a:lnTo>
                  <a:lnTo>
                    <a:pt x="4475571" y="3378199"/>
                  </a:lnTo>
                  <a:lnTo>
                    <a:pt x="4455422" y="3416299"/>
                  </a:lnTo>
                  <a:lnTo>
                    <a:pt x="4434528" y="3454399"/>
                  </a:lnTo>
                  <a:lnTo>
                    <a:pt x="4412897" y="3505199"/>
                  </a:lnTo>
                  <a:lnTo>
                    <a:pt x="4390538" y="3543299"/>
                  </a:lnTo>
                  <a:lnTo>
                    <a:pt x="4367462" y="3581399"/>
                  </a:lnTo>
                  <a:lnTo>
                    <a:pt x="4343676" y="3619499"/>
                  </a:lnTo>
                  <a:lnTo>
                    <a:pt x="4319191" y="3657599"/>
                  </a:lnTo>
                  <a:lnTo>
                    <a:pt x="4294014" y="3695699"/>
                  </a:lnTo>
                  <a:lnTo>
                    <a:pt x="4268156" y="3721099"/>
                  </a:lnTo>
                  <a:lnTo>
                    <a:pt x="4241625" y="3759199"/>
                  </a:lnTo>
                  <a:lnTo>
                    <a:pt x="4214431" y="3797299"/>
                  </a:lnTo>
                  <a:lnTo>
                    <a:pt x="4186583" y="3835399"/>
                  </a:lnTo>
                  <a:lnTo>
                    <a:pt x="4158089" y="3873499"/>
                  </a:lnTo>
                  <a:lnTo>
                    <a:pt x="4128959" y="3898899"/>
                  </a:lnTo>
                  <a:lnTo>
                    <a:pt x="4099203" y="3936999"/>
                  </a:lnTo>
                  <a:lnTo>
                    <a:pt x="4068828" y="3962399"/>
                  </a:lnTo>
                  <a:lnTo>
                    <a:pt x="4037845" y="4000499"/>
                  </a:lnTo>
                  <a:lnTo>
                    <a:pt x="4006262" y="4025899"/>
                  </a:lnTo>
                  <a:lnTo>
                    <a:pt x="3974089" y="4063999"/>
                  </a:lnTo>
                  <a:lnTo>
                    <a:pt x="3941335" y="4089399"/>
                  </a:lnTo>
                  <a:lnTo>
                    <a:pt x="3908008" y="4127499"/>
                  </a:lnTo>
                  <a:lnTo>
                    <a:pt x="3874119" y="4152899"/>
                  </a:lnTo>
                  <a:lnTo>
                    <a:pt x="3839675" y="4178299"/>
                  </a:lnTo>
                  <a:lnTo>
                    <a:pt x="3804687" y="4203699"/>
                  </a:lnTo>
                  <a:lnTo>
                    <a:pt x="3769163" y="4229099"/>
                  </a:lnTo>
                  <a:lnTo>
                    <a:pt x="3733112" y="4267199"/>
                  </a:lnTo>
                  <a:lnTo>
                    <a:pt x="3659468" y="4317999"/>
                  </a:lnTo>
                  <a:lnTo>
                    <a:pt x="3621893" y="4330699"/>
                  </a:lnTo>
                  <a:lnTo>
                    <a:pt x="3545281" y="4381499"/>
                  </a:lnTo>
                  <a:lnTo>
                    <a:pt x="3466782" y="4432299"/>
                  </a:lnTo>
                  <a:lnTo>
                    <a:pt x="3426848" y="4444999"/>
                  </a:lnTo>
                  <a:lnTo>
                    <a:pt x="3386469" y="4470399"/>
                  </a:lnTo>
                  <a:lnTo>
                    <a:pt x="3345656" y="4483099"/>
                  </a:lnTo>
                  <a:lnTo>
                    <a:pt x="3304416" y="4508499"/>
                  </a:lnTo>
                  <a:lnTo>
                    <a:pt x="3262759" y="4521199"/>
                  </a:lnTo>
                  <a:lnTo>
                    <a:pt x="3220694" y="4546599"/>
                  </a:lnTo>
                  <a:lnTo>
                    <a:pt x="3135377" y="4571999"/>
                  </a:lnTo>
                  <a:lnTo>
                    <a:pt x="2779621" y="4673599"/>
                  </a:lnTo>
                  <a:close/>
                </a:path>
                <a:path w="4712334" h="4699000">
                  <a:moveTo>
                    <a:pt x="2687425" y="4686299"/>
                  </a:moveTo>
                  <a:lnTo>
                    <a:pt x="2024790" y="4686299"/>
                  </a:lnTo>
                  <a:lnTo>
                    <a:pt x="1978543" y="4673599"/>
                  </a:lnTo>
                  <a:lnTo>
                    <a:pt x="2733672" y="4673599"/>
                  </a:lnTo>
                  <a:lnTo>
                    <a:pt x="2687425" y="4686299"/>
                  </a:lnTo>
                  <a:close/>
                </a:path>
                <a:path w="4712334" h="4699000">
                  <a:moveTo>
                    <a:pt x="2594072" y="4698999"/>
                  </a:moveTo>
                  <a:lnTo>
                    <a:pt x="2118143" y="4698999"/>
                  </a:lnTo>
                  <a:lnTo>
                    <a:pt x="2071327" y="4686299"/>
                  </a:lnTo>
                  <a:lnTo>
                    <a:pt x="2640889" y="4686299"/>
                  </a:lnTo>
                  <a:lnTo>
                    <a:pt x="2594072" y="469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94870" y="2607584"/>
              <a:ext cx="4276282" cy="42599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53531" y="9316593"/>
              <a:ext cx="11035030" cy="970915"/>
            </a:xfrm>
            <a:custGeom>
              <a:avLst/>
              <a:gdLst/>
              <a:ahLst/>
              <a:cxnLst/>
              <a:rect l="l" t="t" r="r" b="b"/>
              <a:pathLst>
                <a:path w="11035030" h="970915">
                  <a:moveTo>
                    <a:pt x="6620736" y="970406"/>
                  </a:moveTo>
                  <a:lnTo>
                    <a:pt x="970406" y="970406"/>
                  </a:lnTo>
                  <a:lnTo>
                    <a:pt x="0" y="0"/>
                  </a:lnTo>
                  <a:lnTo>
                    <a:pt x="11034469" y="0"/>
                  </a:lnTo>
                  <a:lnTo>
                    <a:pt x="11034469" y="685534"/>
                  </a:lnTo>
                  <a:lnTo>
                    <a:pt x="6905608" y="685534"/>
                  </a:lnTo>
                  <a:lnTo>
                    <a:pt x="6620736" y="970406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9316605"/>
              <a:ext cx="18288000" cy="970915"/>
            </a:xfrm>
            <a:custGeom>
              <a:avLst/>
              <a:gdLst/>
              <a:ahLst/>
              <a:cxnLst/>
              <a:rect l="l" t="t" r="r" b="b"/>
              <a:pathLst>
                <a:path w="18288000" h="970915">
                  <a:moveTo>
                    <a:pt x="8045170" y="791641"/>
                  </a:moveTo>
                  <a:lnTo>
                    <a:pt x="7253529" y="0"/>
                  </a:lnTo>
                  <a:lnTo>
                    <a:pt x="0" y="0"/>
                  </a:lnTo>
                  <a:lnTo>
                    <a:pt x="0" y="22021"/>
                  </a:lnTo>
                  <a:lnTo>
                    <a:pt x="770966" y="791641"/>
                  </a:lnTo>
                  <a:lnTo>
                    <a:pt x="8045170" y="791641"/>
                  </a:lnTo>
                  <a:close/>
                </a:path>
                <a:path w="18288000" h="970915">
                  <a:moveTo>
                    <a:pt x="18288000" y="685533"/>
                  </a:moveTo>
                  <a:lnTo>
                    <a:pt x="14159129" y="685533"/>
                  </a:lnTo>
                  <a:lnTo>
                    <a:pt x="13874268" y="970407"/>
                  </a:lnTo>
                  <a:lnTo>
                    <a:pt x="18288000" y="970407"/>
                  </a:lnTo>
                  <a:lnTo>
                    <a:pt x="18288000" y="685533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1047770"/>
            <a:ext cx="632206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0" spc="944" dirty="0">
                <a:solidFill>
                  <a:srgbClr val="252525"/>
                </a:solidFill>
                <a:latin typeface="Microsoft Sans Serif" panose="020B0604020202020204"/>
                <a:cs typeface="Microsoft Sans Serif" panose="020B0604020202020204"/>
              </a:rPr>
              <a:t>Objectives</a:t>
            </a:r>
            <a:endParaRPr sz="85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31540" y="920765"/>
            <a:ext cx="901065" cy="7870825"/>
            <a:chOff x="1031540" y="920765"/>
            <a:chExt cx="901065" cy="78708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145" y="2609840"/>
              <a:ext cx="85725" cy="85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145" y="4133840"/>
              <a:ext cx="85725" cy="85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145" y="5657839"/>
              <a:ext cx="85725" cy="85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145" y="7181839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145" y="8705839"/>
              <a:ext cx="85725" cy="857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31540" y="920765"/>
              <a:ext cx="901065" cy="215900"/>
            </a:xfrm>
            <a:custGeom>
              <a:avLst/>
              <a:gdLst/>
              <a:ahLst/>
              <a:cxnLst/>
              <a:rect l="l" t="t" r="r" b="b"/>
              <a:pathLst>
                <a:path w="901064" h="215900">
                  <a:moveTo>
                    <a:pt x="107849" y="215800"/>
                  </a:moveTo>
                  <a:lnTo>
                    <a:pt x="65842" y="207319"/>
                  </a:lnTo>
                  <a:lnTo>
                    <a:pt x="31564" y="184191"/>
                  </a:lnTo>
                  <a:lnTo>
                    <a:pt x="8466" y="149893"/>
                  </a:lnTo>
                  <a:lnTo>
                    <a:pt x="0" y="107900"/>
                  </a:lnTo>
                  <a:lnTo>
                    <a:pt x="8489" y="65886"/>
                  </a:lnTo>
                  <a:lnTo>
                    <a:pt x="31618" y="31590"/>
                  </a:lnTo>
                  <a:lnTo>
                    <a:pt x="65921" y="8474"/>
                  </a:lnTo>
                  <a:lnTo>
                    <a:pt x="107900" y="0"/>
                  </a:lnTo>
                  <a:lnTo>
                    <a:pt x="149906" y="8474"/>
                  </a:lnTo>
                  <a:lnTo>
                    <a:pt x="184184" y="31590"/>
                  </a:lnTo>
                  <a:lnTo>
                    <a:pt x="207283" y="65886"/>
                  </a:lnTo>
                  <a:lnTo>
                    <a:pt x="215749" y="107900"/>
                  </a:lnTo>
                  <a:lnTo>
                    <a:pt x="207275" y="149893"/>
                  </a:lnTo>
                  <a:lnTo>
                    <a:pt x="184159" y="184191"/>
                  </a:lnTo>
                  <a:lnTo>
                    <a:pt x="149863" y="207319"/>
                  </a:lnTo>
                  <a:lnTo>
                    <a:pt x="107849" y="215800"/>
                  </a:lnTo>
                  <a:close/>
                </a:path>
                <a:path w="901064" h="215900">
                  <a:moveTo>
                    <a:pt x="450266" y="215800"/>
                  </a:moveTo>
                  <a:lnTo>
                    <a:pt x="408252" y="207326"/>
                  </a:lnTo>
                  <a:lnTo>
                    <a:pt x="373956" y="184210"/>
                  </a:lnTo>
                  <a:lnTo>
                    <a:pt x="350840" y="149914"/>
                  </a:lnTo>
                  <a:lnTo>
                    <a:pt x="342366" y="107900"/>
                  </a:lnTo>
                  <a:lnTo>
                    <a:pt x="350848" y="65886"/>
                  </a:lnTo>
                  <a:lnTo>
                    <a:pt x="373975" y="31590"/>
                  </a:lnTo>
                  <a:lnTo>
                    <a:pt x="408273" y="8474"/>
                  </a:lnTo>
                  <a:lnTo>
                    <a:pt x="450266" y="0"/>
                  </a:lnTo>
                  <a:lnTo>
                    <a:pt x="492259" y="8474"/>
                  </a:lnTo>
                  <a:lnTo>
                    <a:pt x="526557" y="31590"/>
                  </a:lnTo>
                  <a:lnTo>
                    <a:pt x="549685" y="65886"/>
                  </a:lnTo>
                  <a:lnTo>
                    <a:pt x="558167" y="107900"/>
                  </a:lnTo>
                  <a:lnTo>
                    <a:pt x="549692" y="149914"/>
                  </a:lnTo>
                  <a:lnTo>
                    <a:pt x="526576" y="184210"/>
                  </a:lnTo>
                  <a:lnTo>
                    <a:pt x="492281" y="207326"/>
                  </a:lnTo>
                  <a:lnTo>
                    <a:pt x="450266" y="215800"/>
                  </a:lnTo>
                  <a:close/>
                </a:path>
                <a:path w="901064" h="215900">
                  <a:moveTo>
                    <a:pt x="792684" y="215800"/>
                  </a:moveTo>
                  <a:lnTo>
                    <a:pt x="750669" y="207326"/>
                  </a:lnTo>
                  <a:lnTo>
                    <a:pt x="716374" y="184210"/>
                  </a:lnTo>
                  <a:lnTo>
                    <a:pt x="693258" y="149914"/>
                  </a:lnTo>
                  <a:lnTo>
                    <a:pt x="684783" y="107900"/>
                  </a:lnTo>
                  <a:lnTo>
                    <a:pt x="693265" y="65886"/>
                  </a:lnTo>
                  <a:lnTo>
                    <a:pt x="716393" y="31590"/>
                  </a:lnTo>
                  <a:lnTo>
                    <a:pt x="750691" y="8474"/>
                  </a:lnTo>
                  <a:lnTo>
                    <a:pt x="792684" y="0"/>
                  </a:lnTo>
                  <a:lnTo>
                    <a:pt x="834677" y="8474"/>
                  </a:lnTo>
                  <a:lnTo>
                    <a:pt x="868975" y="31590"/>
                  </a:lnTo>
                  <a:lnTo>
                    <a:pt x="892103" y="65886"/>
                  </a:lnTo>
                  <a:lnTo>
                    <a:pt x="900584" y="107900"/>
                  </a:lnTo>
                  <a:lnTo>
                    <a:pt x="892102" y="149914"/>
                  </a:lnTo>
                  <a:lnTo>
                    <a:pt x="868975" y="184210"/>
                  </a:lnTo>
                  <a:lnTo>
                    <a:pt x="834677" y="207326"/>
                  </a:lnTo>
                  <a:lnTo>
                    <a:pt x="792684" y="21580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872169" y="2339964"/>
            <a:ext cx="20891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9935" algn="l"/>
              </a:tabLst>
            </a:pPr>
            <a:r>
              <a:rPr sz="3000" b="1" spc="-2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5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tracking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5570" y="2339964"/>
            <a:ext cx="601853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7950" algn="l"/>
                <a:tab pos="1842135" algn="l"/>
                <a:tab pos="4111625" algn="l"/>
                <a:tab pos="5433695" algn="l"/>
              </a:tabLst>
            </a:pP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5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user-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mobile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3000" b="1" spc="-2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3000" b="1" spc="-12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metrics.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05570" y="3863965"/>
            <a:ext cx="83559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4965" algn="l"/>
                <a:tab pos="2686050" algn="l"/>
                <a:tab pos="4108450" algn="l"/>
                <a:tab pos="4732655" algn="l"/>
                <a:tab pos="6638925" algn="l"/>
              </a:tabLst>
            </a:pP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Integrate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2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5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interaction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2016" y="5387965"/>
            <a:ext cx="723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2921" y="5387965"/>
            <a:ext cx="1184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3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storage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14075" y="5387965"/>
            <a:ext cx="8470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7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using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34271" y="6911964"/>
            <a:ext cx="3027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6520" algn="l"/>
                <a:tab pos="2696210" algn="l"/>
              </a:tabLst>
            </a:pP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reward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2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05570" y="4625965"/>
            <a:ext cx="5095875" cy="353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8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b="1" spc="-9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4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professional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services.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12700" marR="210820">
              <a:lnSpc>
                <a:spcPts val="6000"/>
              </a:lnSpc>
              <a:spcBef>
                <a:spcPts val="600"/>
              </a:spcBef>
              <a:tabLst>
                <a:tab pos="1370330" algn="l"/>
                <a:tab pos="2617470" algn="l"/>
                <a:tab pos="3451225" algn="l"/>
              </a:tabLst>
            </a:pP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Ensure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2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5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000" b="1" spc="-7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Firebase.</a:t>
            </a:r>
            <a:endParaRPr sz="30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6000"/>
              </a:lnSpc>
              <a:tabLst>
                <a:tab pos="1950085" algn="l"/>
                <a:tab pos="2399030" algn="l"/>
                <a:tab pos="4511040" algn="l"/>
              </a:tabLst>
            </a:pP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Implement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5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2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goal-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setting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00" b="1" spc="-12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00" b="1" spc="-4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motivate</a:t>
            </a:r>
            <a:r>
              <a:rPr sz="3000" b="1" spc="-15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users.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05570" y="8435964"/>
            <a:ext cx="813815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Offer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00" b="1" spc="-9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comprehensive </a:t>
            </a:r>
            <a:r>
              <a:rPr sz="3000" b="1" spc="-85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2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scalable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2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3000" b="1" spc="-9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spc="-10" dirty="0">
                <a:solidFill>
                  <a:srgbClr val="6B6562"/>
                </a:solidFill>
                <a:latin typeface="Times New Roman" panose="02020603050405020304"/>
                <a:cs typeface="Times New Roman" panose="02020603050405020304"/>
              </a:rPr>
              <a:t>solution.</a:t>
            </a:r>
            <a:endParaRPr sz="30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263584" y="0"/>
            <a:ext cx="13024485" cy="10287000"/>
            <a:chOff x="5263584" y="0"/>
            <a:chExt cx="13024485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7643989" y="1297534"/>
              <a:ext cx="10644009" cy="89894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63584" y="0"/>
              <a:ext cx="13024417" cy="10287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659422"/>
            <a:ext cx="550164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b="1" spc="-114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6200" b="1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6200" b="1" spc="-285" dirty="0">
                <a:latin typeface="Times New Roman" panose="02020603050405020304"/>
                <a:cs typeface="Times New Roman" panose="02020603050405020304"/>
              </a:rPr>
              <a:t>Overview</a:t>
            </a:r>
            <a:endParaRPr sz="6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606" y="2314978"/>
            <a:ext cx="8140700" cy="664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000"/>
              </a:lnSpc>
              <a:spcBef>
                <a:spcPts val="100"/>
              </a:spcBef>
            </a:pP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iFit</a:t>
            </a:r>
            <a:r>
              <a:rPr sz="3400" b="1" spc="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Coach</a:t>
            </a:r>
            <a:r>
              <a:rPr sz="3400" b="1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offers</a:t>
            </a:r>
            <a:r>
              <a:rPr sz="3400" b="1" spc="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400" b="1" spc="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4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comprehensive</a:t>
            </a:r>
            <a:r>
              <a:rPr sz="3400" b="1" spc="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3400" b="1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tracking</a:t>
            </a:r>
            <a:r>
              <a:rPr sz="34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solution</a:t>
            </a:r>
            <a:r>
              <a:rPr sz="3400" b="1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400" b="1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includes</a:t>
            </a:r>
            <a:r>
              <a:rPr sz="34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3400" b="1" spc="-1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such </a:t>
            </a:r>
            <a:r>
              <a:rPr sz="340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as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746125" indent="-375920">
              <a:lnSpc>
                <a:spcPct val="100000"/>
              </a:lnSpc>
              <a:spcBef>
                <a:spcPts val="645"/>
              </a:spcBef>
              <a:buFont typeface="Times New Roman" panose="02020603050405020304"/>
              <a:buAutoNum type="arabicPeriod"/>
              <a:tabLst>
                <a:tab pos="746125" algn="l"/>
              </a:tabLst>
            </a:pPr>
            <a:r>
              <a:rPr sz="3400" b="1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calorie</a:t>
            </a:r>
            <a:r>
              <a:rPr sz="3400" b="1" spc="-1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tracking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878205" indent="-497205">
              <a:lnSpc>
                <a:spcPct val="100000"/>
              </a:lnSpc>
              <a:spcBef>
                <a:spcPts val="545"/>
              </a:spcBef>
              <a:buFont typeface="Times New Roman" panose="02020603050405020304"/>
              <a:buAutoNum type="arabicPeriod"/>
              <a:tabLst>
                <a:tab pos="878205" algn="l"/>
              </a:tabLst>
            </a:pPr>
            <a:r>
              <a:rPr sz="3500" b="1" spc="-114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workout</a:t>
            </a:r>
            <a:r>
              <a:rPr sz="3500" b="1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logging</a:t>
            </a:r>
            <a:endParaRPr sz="3500">
              <a:latin typeface="Times New Roman" panose="02020603050405020304"/>
              <a:cs typeface="Times New Roman" panose="02020603050405020304"/>
            </a:endParaRPr>
          </a:p>
          <a:p>
            <a:pPr marL="746125" indent="-375920">
              <a:lnSpc>
                <a:spcPct val="100000"/>
              </a:lnSpc>
              <a:spcBef>
                <a:spcPts val="775"/>
              </a:spcBef>
              <a:buFont typeface="Times New Roman" panose="02020603050405020304"/>
              <a:buAutoNum type="arabicPeriod"/>
              <a:tabLst>
                <a:tab pos="746125" algn="l"/>
              </a:tabLst>
            </a:pPr>
            <a:r>
              <a:rPr sz="340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3400" b="1" spc="-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intake</a:t>
            </a:r>
            <a:r>
              <a:rPr sz="3400" b="1" spc="-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monitoring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746125" indent="-375920">
              <a:lnSpc>
                <a:spcPct val="100000"/>
              </a:lnSpc>
              <a:spcBef>
                <a:spcPts val="645"/>
              </a:spcBef>
              <a:buFont typeface="Times New Roman" panose="02020603050405020304"/>
              <a:buAutoNum type="arabicPeriod"/>
              <a:tabLst>
                <a:tab pos="746125" algn="l"/>
              </a:tabLst>
            </a:pP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</a:t>
            </a:r>
            <a:r>
              <a:rPr sz="3400" b="1" spc="-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setting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746125" indent="-375920">
              <a:lnSpc>
                <a:spcPct val="100000"/>
              </a:lnSpc>
              <a:spcBef>
                <a:spcPts val="645"/>
              </a:spcBef>
              <a:buFont typeface="Times New Roman" panose="02020603050405020304"/>
              <a:buAutoNum type="arabicPeriod"/>
              <a:tabLst>
                <a:tab pos="746125" algn="l"/>
              </a:tabLst>
            </a:pPr>
            <a:r>
              <a:rPr sz="3400" b="1" spc="-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allows</a:t>
            </a:r>
            <a:r>
              <a:rPr sz="340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340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40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connect</a:t>
            </a:r>
            <a:r>
              <a:rPr sz="340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40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others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746125" indent="-375920">
              <a:lnSpc>
                <a:spcPct val="100000"/>
              </a:lnSpc>
              <a:spcBef>
                <a:spcPts val="645"/>
              </a:spcBef>
              <a:buFont typeface="Times New Roman" panose="02020603050405020304"/>
              <a:buAutoNum type="arabicPeriod"/>
              <a:tabLst>
                <a:tab pos="746125" algn="l"/>
              </a:tabLst>
            </a:pPr>
            <a:r>
              <a:rPr sz="340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share</a:t>
            </a:r>
            <a:r>
              <a:rPr sz="3400" b="1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content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746125" marR="5080" indent="-376555">
              <a:lnSpc>
                <a:spcPct val="116000"/>
              </a:lnSpc>
              <a:buFont typeface="Times New Roman" panose="02020603050405020304"/>
              <a:buAutoNum type="arabicPeriod"/>
              <a:tabLst>
                <a:tab pos="746125" algn="l"/>
                <a:tab pos="2722245" algn="l"/>
                <a:tab pos="4090670" algn="l"/>
                <a:tab pos="5828665" algn="l"/>
              </a:tabLst>
            </a:pP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interact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40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340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40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professionals </a:t>
            </a:r>
            <a:r>
              <a:rPr sz="340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offering</a:t>
            </a:r>
            <a:r>
              <a:rPr sz="3400" b="1" spc="-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0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services.</a:t>
            </a:r>
            <a:endParaRPr sz="3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2451" y="969676"/>
            <a:ext cx="94081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400" b="1" spc="-305" dirty="0">
                <a:latin typeface="Verdana" panose="020B0604030504040204"/>
                <a:cs typeface="Verdana" panose="020B0604030504040204"/>
              </a:rPr>
              <a:t>TECHNOLOGIES</a:t>
            </a:r>
            <a:r>
              <a:rPr sz="6400" b="1" spc="-370" dirty="0">
                <a:latin typeface="Verdana" panose="020B0604030504040204"/>
                <a:cs typeface="Verdana" panose="020B0604030504040204"/>
              </a:rPr>
              <a:t> </a:t>
            </a:r>
            <a:r>
              <a:rPr sz="6400" b="1" spc="-105" dirty="0">
                <a:latin typeface="Verdana" panose="020B0604030504040204"/>
                <a:cs typeface="Verdana" panose="020B0604030504040204"/>
              </a:rPr>
              <a:t>USED</a:t>
            </a:r>
            <a:endParaRPr sz="64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25" y="11"/>
            <a:ext cx="18288635" cy="10287000"/>
          </a:xfrm>
          <a:custGeom>
            <a:avLst/>
            <a:gdLst/>
            <a:ahLst/>
            <a:cxnLst/>
            <a:rect l="l" t="t" r="r" b="b"/>
            <a:pathLst>
              <a:path w="18288635" h="10287000">
                <a:moveTo>
                  <a:pt x="1625" y="3779888"/>
                </a:moveTo>
                <a:lnTo>
                  <a:pt x="25" y="3779888"/>
                </a:lnTo>
                <a:lnTo>
                  <a:pt x="25" y="3792588"/>
                </a:lnTo>
                <a:lnTo>
                  <a:pt x="1625" y="3779888"/>
                </a:lnTo>
                <a:close/>
              </a:path>
              <a:path w="18288635" h="10287000">
                <a:moveTo>
                  <a:pt x="5346" y="2967088"/>
                </a:moveTo>
                <a:lnTo>
                  <a:pt x="25" y="2954388"/>
                </a:lnTo>
                <a:lnTo>
                  <a:pt x="25" y="2967088"/>
                </a:lnTo>
                <a:lnTo>
                  <a:pt x="5346" y="2967088"/>
                </a:lnTo>
                <a:close/>
              </a:path>
              <a:path w="18288635" h="10287000">
                <a:moveTo>
                  <a:pt x="6642" y="274688"/>
                </a:moveTo>
                <a:lnTo>
                  <a:pt x="25" y="261988"/>
                </a:lnTo>
                <a:lnTo>
                  <a:pt x="25" y="274688"/>
                </a:lnTo>
                <a:lnTo>
                  <a:pt x="6642" y="274688"/>
                </a:lnTo>
                <a:close/>
              </a:path>
              <a:path w="18288635" h="10287000">
                <a:moveTo>
                  <a:pt x="10972" y="2141588"/>
                </a:moveTo>
                <a:lnTo>
                  <a:pt x="25" y="2128888"/>
                </a:lnTo>
                <a:lnTo>
                  <a:pt x="25" y="2154288"/>
                </a:lnTo>
                <a:lnTo>
                  <a:pt x="10972" y="2141588"/>
                </a:lnTo>
                <a:close/>
              </a:path>
              <a:path w="18288635" h="10287000">
                <a:moveTo>
                  <a:pt x="12141" y="4830089"/>
                </a:moveTo>
                <a:lnTo>
                  <a:pt x="11887" y="4829657"/>
                </a:lnTo>
                <a:lnTo>
                  <a:pt x="10502" y="4829657"/>
                </a:lnTo>
                <a:lnTo>
                  <a:pt x="10756" y="4830089"/>
                </a:lnTo>
                <a:lnTo>
                  <a:pt x="12141" y="4830089"/>
                </a:lnTo>
                <a:close/>
              </a:path>
              <a:path w="18288635" h="10287000">
                <a:moveTo>
                  <a:pt x="13398" y="4007218"/>
                </a:moveTo>
                <a:lnTo>
                  <a:pt x="9194" y="3999928"/>
                </a:lnTo>
                <a:lnTo>
                  <a:pt x="1905" y="4004132"/>
                </a:lnTo>
                <a:lnTo>
                  <a:pt x="6108" y="4011422"/>
                </a:lnTo>
                <a:lnTo>
                  <a:pt x="13398" y="4007218"/>
                </a:lnTo>
                <a:close/>
              </a:path>
              <a:path w="18288635" h="10287000">
                <a:moveTo>
                  <a:pt x="17157" y="1316088"/>
                </a:moveTo>
                <a:lnTo>
                  <a:pt x="25" y="1290688"/>
                </a:lnTo>
                <a:lnTo>
                  <a:pt x="25" y="1328788"/>
                </a:lnTo>
                <a:lnTo>
                  <a:pt x="17157" y="1316088"/>
                </a:lnTo>
                <a:close/>
              </a:path>
              <a:path w="18288635" h="10287000">
                <a:moveTo>
                  <a:pt x="17399" y="3195688"/>
                </a:moveTo>
                <a:lnTo>
                  <a:pt x="7581" y="3170288"/>
                </a:lnTo>
                <a:lnTo>
                  <a:pt x="25" y="3182988"/>
                </a:lnTo>
                <a:lnTo>
                  <a:pt x="25" y="3195688"/>
                </a:lnTo>
                <a:lnTo>
                  <a:pt x="17399" y="3195688"/>
                </a:lnTo>
                <a:close/>
              </a:path>
              <a:path w="18288635" h="10287000">
                <a:moveTo>
                  <a:pt x="23037" y="2370188"/>
                </a:moveTo>
                <a:lnTo>
                  <a:pt x="6400" y="2344788"/>
                </a:lnTo>
                <a:lnTo>
                  <a:pt x="25" y="2344788"/>
                </a:lnTo>
                <a:lnTo>
                  <a:pt x="25" y="2382888"/>
                </a:lnTo>
                <a:lnTo>
                  <a:pt x="23037" y="2370188"/>
                </a:lnTo>
                <a:close/>
              </a:path>
              <a:path w="18288635" h="10287000">
                <a:moveTo>
                  <a:pt x="23075" y="503288"/>
                </a:moveTo>
                <a:lnTo>
                  <a:pt x="25" y="465188"/>
                </a:lnTo>
                <a:lnTo>
                  <a:pt x="25" y="515988"/>
                </a:lnTo>
                <a:lnTo>
                  <a:pt x="23075" y="503288"/>
                </a:lnTo>
                <a:close/>
              </a:path>
              <a:path w="18288635" h="10287000">
                <a:moveTo>
                  <a:pt x="25730" y="4235031"/>
                </a:moveTo>
                <a:lnTo>
                  <a:pt x="22517" y="4229481"/>
                </a:lnTo>
                <a:lnTo>
                  <a:pt x="16967" y="4232681"/>
                </a:lnTo>
                <a:lnTo>
                  <a:pt x="20180" y="4238244"/>
                </a:lnTo>
                <a:lnTo>
                  <a:pt x="25730" y="4235031"/>
                </a:lnTo>
                <a:close/>
              </a:path>
              <a:path w="18288635" h="10287000">
                <a:moveTo>
                  <a:pt x="28905" y="3424288"/>
                </a:moveTo>
                <a:lnTo>
                  <a:pt x="20688" y="3398888"/>
                </a:lnTo>
                <a:lnTo>
                  <a:pt x="6451" y="3411588"/>
                </a:lnTo>
                <a:lnTo>
                  <a:pt x="14668" y="3424288"/>
                </a:lnTo>
                <a:lnTo>
                  <a:pt x="28905" y="3424288"/>
                </a:lnTo>
                <a:close/>
              </a:path>
              <a:path w="18288635" h="10287000">
                <a:moveTo>
                  <a:pt x="30035" y="1544688"/>
                </a:moveTo>
                <a:lnTo>
                  <a:pt x="5588" y="1506588"/>
                </a:lnTo>
                <a:lnTo>
                  <a:pt x="25" y="1506588"/>
                </a:lnTo>
                <a:lnTo>
                  <a:pt x="25" y="1570088"/>
                </a:lnTo>
                <a:lnTo>
                  <a:pt x="30035" y="1544688"/>
                </a:lnTo>
                <a:close/>
              </a:path>
              <a:path w="18288635" h="10287000">
                <a:moveTo>
                  <a:pt x="34264" y="2598788"/>
                </a:moveTo>
                <a:lnTo>
                  <a:pt x="19431" y="2573388"/>
                </a:lnTo>
                <a:lnTo>
                  <a:pt x="25" y="2586088"/>
                </a:lnTo>
                <a:lnTo>
                  <a:pt x="25" y="2598788"/>
                </a:lnTo>
                <a:lnTo>
                  <a:pt x="8572" y="2611488"/>
                </a:lnTo>
                <a:lnTo>
                  <a:pt x="34264" y="2598788"/>
                </a:lnTo>
                <a:close/>
              </a:path>
              <a:path w="18288635" h="10287000">
                <a:moveTo>
                  <a:pt x="37325" y="731888"/>
                </a:moveTo>
                <a:lnTo>
                  <a:pt x="4851" y="668388"/>
                </a:lnTo>
                <a:lnTo>
                  <a:pt x="25" y="668388"/>
                </a:lnTo>
                <a:lnTo>
                  <a:pt x="25" y="744588"/>
                </a:lnTo>
                <a:lnTo>
                  <a:pt x="37325" y="731888"/>
                </a:lnTo>
                <a:close/>
              </a:path>
              <a:path w="18288635" h="10287000">
                <a:moveTo>
                  <a:pt x="37782" y="4462767"/>
                </a:moveTo>
                <a:lnTo>
                  <a:pt x="35775" y="4459300"/>
                </a:lnTo>
                <a:lnTo>
                  <a:pt x="32296" y="4461307"/>
                </a:lnTo>
                <a:lnTo>
                  <a:pt x="34302" y="4464774"/>
                </a:lnTo>
                <a:lnTo>
                  <a:pt x="37782" y="4462767"/>
                </a:lnTo>
                <a:close/>
              </a:path>
              <a:path w="18288635" h="10287000">
                <a:moveTo>
                  <a:pt x="40411" y="3652888"/>
                </a:moveTo>
                <a:lnTo>
                  <a:pt x="33794" y="3640188"/>
                </a:lnTo>
                <a:lnTo>
                  <a:pt x="22339" y="3640188"/>
                </a:lnTo>
                <a:lnTo>
                  <a:pt x="28956" y="3652888"/>
                </a:lnTo>
                <a:lnTo>
                  <a:pt x="40411" y="3652888"/>
                </a:lnTo>
                <a:close/>
              </a:path>
              <a:path w="18288635" h="10287000">
                <a:moveTo>
                  <a:pt x="40995" y="1773288"/>
                </a:moveTo>
                <a:lnTo>
                  <a:pt x="18554" y="1735188"/>
                </a:lnTo>
                <a:lnTo>
                  <a:pt x="25" y="1747888"/>
                </a:lnTo>
                <a:lnTo>
                  <a:pt x="25" y="1798688"/>
                </a:lnTo>
                <a:lnTo>
                  <a:pt x="2108" y="1798688"/>
                </a:lnTo>
                <a:lnTo>
                  <a:pt x="40995" y="1773288"/>
                </a:lnTo>
                <a:close/>
              </a:path>
              <a:path w="18288635" h="10287000">
                <a:moveTo>
                  <a:pt x="45224" y="2827388"/>
                </a:moveTo>
                <a:lnTo>
                  <a:pt x="32397" y="2801988"/>
                </a:lnTo>
                <a:lnTo>
                  <a:pt x="10172" y="2814688"/>
                </a:lnTo>
                <a:lnTo>
                  <a:pt x="22999" y="2840088"/>
                </a:lnTo>
                <a:lnTo>
                  <a:pt x="45224" y="2827388"/>
                </a:lnTo>
                <a:close/>
              </a:path>
              <a:path w="18288635" h="10287000">
                <a:moveTo>
                  <a:pt x="49098" y="960488"/>
                </a:moveTo>
                <a:lnTo>
                  <a:pt x="18034" y="896988"/>
                </a:lnTo>
                <a:lnTo>
                  <a:pt x="25" y="909688"/>
                </a:lnTo>
                <a:lnTo>
                  <a:pt x="25" y="985888"/>
                </a:lnTo>
                <a:lnTo>
                  <a:pt x="49098" y="960488"/>
                </a:lnTo>
                <a:close/>
              </a:path>
              <a:path w="18288635" h="10287000">
                <a:moveTo>
                  <a:pt x="50380" y="4690669"/>
                </a:moveTo>
                <a:lnTo>
                  <a:pt x="49174" y="4688586"/>
                </a:lnTo>
                <a:lnTo>
                  <a:pt x="47091" y="4689780"/>
                </a:lnTo>
                <a:lnTo>
                  <a:pt x="48298" y="4691875"/>
                </a:lnTo>
                <a:lnTo>
                  <a:pt x="50380" y="4690669"/>
                </a:lnTo>
                <a:close/>
              </a:path>
              <a:path w="18288635" h="10287000">
                <a:moveTo>
                  <a:pt x="51676" y="2001888"/>
                </a:moveTo>
                <a:lnTo>
                  <a:pt x="31432" y="1963788"/>
                </a:lnTo>
                <a:lnTo>
                  <a:pt x="25" y="1989188"/>
                </a:lnTo>
                <a:lnTo>
                  <a:pt x="16624" y="2027288"/>
                </a:lnTo>
                <a:lnTo>
                  <a:pt x="51676" y="2001888"/>
                </a:lnTo>
                <a:close/>
              </a:path>
              <a:path w="18288635" h="10287000">
                <a:moveTo>
                  <a:pt x="52184" y="3867937"/>
                </a:moveTo>
                <a:lnTo>
                  <a:pt x="46977" y="3858907"/>
                </a:lnTo>
                <a:lnTo>
                  <a:pt x="37947" y="3864114"/>
                </a:lnTo>
                <a:lnTo>
                  <a:pt x="43154" y="3873144"/>
                </a:lnTo>
                <a:lnTo>
                  <a:pt x="52184" y="3867937"/>
                </a:lnTo>
                <a:close/>
              </a:path>
              <a:path w="18288635" h="10287000">
                <a:moveTo>
                  <a:pt x="55829" y="134988"/>
                </a:moveTo>
                <a:lnTo>
                  <a:pt x="17145" y="71488"/>
                </a:lnTo>
                <a:lnTo>
                  <a:pt x="25" y="71488"/>
                </a:lnTo>
                <a:lnTo>
                  <a:pt x="25" y="160388"/>
                </a:lnTo>
                <a:lnTo>
                  <a:pt x="55829" y="134988"/>
                </a:lnTo>
                <a:close/>
              </a:path>
              <a:path w="18288635" h="10287000">
                <a:moveTo>
                  <a:pt x="56451" y="3055988"/>
                </a:moveTo>
                <a:lnTo>
                  <a:pt x="45427" y="3030588"/>
                </a:lnTo>
                <a:lnTo>
                  <a:pt x="26339" y="3043288"/>
                </a:lnTo>
                <a:lnTo>
                  <a:pt x="37363" y="3068688"/>
                </a:lnTo>
                <a:lnTo>
                  <a:pt x="56451" y="3055988"/>
                </a:lnTo>
                <a:close/>
              </a:path>
              <a:path w="18288635" h="10287000">
                <a:moveTo>
                  <a:pt x="58966" y="1176388"/>
                </a:moveTo>
                <a:lnTo>
                  <a:pt x="30695" y="1138288"/>
                </a:lnTo>
                <a:lnTo>
                  <a:pt x="25" y="1150988"/>
                </a:lnTo>
                <a:lnTo>
                  <a:pt x="25" y="1189088"/>
                </a:lnTo>
                <a:lnTo>
                  <a:pt x="10007" y="1214488"/>
                </a:lnTo>
                <a:lnTo>
                  <a:pt x="58966" y="1176388"/>
                </a:lnTo>
                <a:close/>
              </a:path>
              <a:path w="18288635" h="10287000">
                <a:moveTo>
                  <a:pt x="62369" y="2230488"/>
                </a:moveTo>
                <a:lnTo>
                  <a:pt x="44335" y="2205088"/>
                </a:lnTo>
                <a:lnTo>
                  <a:pt x="13081" y="2217788"/>
                </a:lnTo>
                <a:lnTo>
                  <a:pt x="31127" y="2243188"/>
                </a:lnTo>
                <a:lnTo>
                  <a:pt x="62369" y="2230488"/>
                </a:lnTo>
                <a:close/>
              </a:path>
              <a:path w="18288635" h="10287000">
                <a:moveTo>
                  <a:pt x="63703" y="4095521"/>
                </a:moveTo>
                <a:lnTo>
                  <a:pt x="60083" y="4089273"/>
                </a:lnTo>
                <a:lnTo>
                  <a:pt x="53835" y="4092879"/>
                </a:lnTo>
                <a:lnTo>
                  <a:pt x="57442" y="4099141"/>
                </a:lnTo>
                <a:lnTo>
                  <a:pt x="63703" y="4095521"/>
                </a:lnTo>
                <a:close/>
              </a:path>
              <a:path w="18288635" h="10287000">
                <a:moveTo>
                  <a:pt x="66789" y="363588"/>
                </a:moveTo>
                <a:lnTo>
                  <a:pt x="30111" y="300088"/>
                </a:lnTo>
                <a:lnTo>
                  <a:pt x="25" y="312788"/>
                </a:lnTo>
                <a:lnTo>
                  <a:pt x="25" y="388988"/>
                </a:lnTo>
                <a:lnTo>
                  <a:pt x="3251" y="401688"/>
                </a:lnTo>
                <a:lnTo>
                  <a:pt x="66789" y="363588"/>
                </a:lnTo>
                <a:close/>
              </a:path>
              <a:path w="18288635" h="10287000">
                <a:moveTo>
                  <a:pt x="67411" y="3284588"/>
                </a:moveTo>
                <a:lnTo>
                  <a:pt x="58394" y="3259188"/>
                </a:lnTo>
                <a:lnTo>
                  <a:pt x="42773" y="3271888"/>
                </a:lnTo>
                <a:lnTo>
                  <a:pt x="51790" y="3284588"/>
                </a:lnTo>
                <a:lnTo>
                  <a:pt x="67411" y="3284588"/>
                </a:lnTo>
                <a:close/>
              </a:path>
              <a:path w="18288635" h="10287000">
                <a:moveTo>
                  <a:pt x="69926" y="1404988"/>
                </a:moveTo>
                <a:lnTo>
                  <a:pt x="43662" y="1366888"/>
                </a:lnTo>
                <a:lnTo>
                  <a:pt x="25" y="1392288"/>
                </a:lnTo>
                <a:lnTo>
                  <a:pt x="24434" y="1430388"/>
                </a:lnTo>
                <a:lnTo>
                  <a:pt x="69926" y="1404988"/>
                </a:lnTo>
                <a:close/>
              </a:path>
              <a:path w="18288635" h="10287000">
                <a:moveTo>
                  <a:pt x="73050" y="2459088"/>
                </a:moveTo>
                <a:lnTo>
                  <a:pt x="57213" y="2433688"/>
                </a:lnTo>
                <a:lnTo>
                  <a:pt x="29794" y="2446388"/>
                </a:lnTo>
                <a:lnTo>
                  <a:pt x="45631" y="2471788"/>
                </a:lnTo>
                <a:lnTo>
                  <a:pt x="73050" y="2459088"/>
                </a:lnTo>
                <a:close/>
              </a:path>
              <a:path w="18288635" h="10287000">
                <a:moveTo>
                  <a:pt x="76301" y="4323423"/>
                </a:moveTo>
                <a:lnTo>
                  <a:pt x="73494" y="4318559"/>
                </a:lnTo>
                <a:lnTo>
                  <a:pt x="68630" y="4321365"/>
                </a:lnTo>
                <a:lnTo>
                  <a:pt x="71437" y="4326217"/>
                </a:lnTo>
                <a:lnTo>
                  <a:pt x="76301" y="4323423"/>
                </a:lnTo>
                <a:close/>
              </a:path>
              <a:path w="18288635" h="10287000">
                <a:moveTo>
                  <a:pt x="77470" y="592188"/>
                </a:moveTo>
                <a:lnTo>
                  <a:pt x="43002" y="528688"/>
                </a:lnTo>
                <a:lnTo>
                  <a:pt x="25" y="554088"/>
                </a:lnTo>
                <a:lnTo>
                  <a:pt x="25" y="592188"/>
                </a:lnTo>
                <a:lnTo>
                  <a:pt x="17754" y="617588"/>
                </a:lnTo>
                <a:lnTo>
                  <a:pt x="77470" y="592188"/>
                </a:lnTo>
                <a:close/>
              </a:path>
              <a:path w="18288635" h="10287000">
                <a:moveTo>
                  <a:pt x="78917" y="3513188"/>
                </a:moveTo>
                <a:lnTo>
                  <a:pt x="71513" y="3500488"/>
                </a:lnTo>
                <a:lnTo>
                  <a:pt x="58661" y="3500488"/>
                </a:lnTo>
                <a:lnTo>
                  <a:pt x="66078" y="3513188"/>
                </a:lnTo>
                <a:lnTo>
                  <a:pt x="78917" y="3513188"/>
                </a:lnTo>
                <a:close/>
              </a:path>
              <a:path w="18288635" h="10287000">
                <a:moveTo>
                  <a:pt x="80060" y="1633588"/>
                </a:moveTo>
                <a:lnTo>
                  <a:pt x="56400" y="1595488"/>
                </a:lnTo>
                <a:lnTo>
                  <a:pt x="15430" y="1620888"/>
                </a:lnTo>
                <a:lnTo>
                  <a:pt x="39090" y="1658988"/>
                </a:lnTo>
                <a:lnTo>
                  <a:pt x="80060" y="1633588"/>
                </a:lnTo>
                <a:close/>
              </a:path>
              <a:path w="18288635" h="10287000">
                <a:moveTo>
                  <a:pt x="84289" y="2687688"/>
                </a:moveTo>
                <a:lnTo>
                  <a:pt x="70256" y="2662288"/>
                </a:lnTo>
                <a:lnTo>
                  <a:pt x="45948" y="2674988"/>
                </a:lnTo>
                <a:lnTo>
                  <a:pt x="59982" y="2700388"/>
                </a:lnTo>
                <a:lnTo>
                  <a:pt x="84289" y="2687688"/>
                </a:lnTo>
                <a:close/>
              </a:path>
              <a:path w="18288635" h="10287000">
                <a:moveTo>
                  <a:pt x="88163" y="820788"/>
                </a:moveTo>
                <a:lnTo>
                  <a:pt x="55880" y="757288"/>
                </a:lnTo>
                <a:lnTo>
                  <a:pt x="0" y="795388"/>
                </a:lnTo>
                <a:lnTo>
                  <a:pt x="32258" y="846188"/>
                </a:lnTo>
                <a:lnTo>
                  <a:pt x="88163" y="820788"/>
                </a:lnTo>
                <a:close/>
              </a:path>
              <a:path w="18288635" h="10287000">
                <a:moveTo>
                  <a:pt x="88353" y="4551159"/>
                </a:moveTo>
                <a:lnTo>
                  <a:pt x="86741" y="4548378"/>
                </a:lnTo>
                <a:lnTo>
                  <a:pt x="83972" y="4549991"/>
                </a:lnTo>
                <a:lnTo>
                  <a:pt x="85572" y="4552759"/>
                </a:lnTo>
                <a:lnTo>
                  <a:pt x="88353" y="4551159"/>
                </a:lnTo>
                <a:close/>
              </a:path>
              <a:path w="18288635" h="10287000">
                <a:moveTo>
                  <a:pt x="90703" y="3729088"/>
                </a:moveTo>
                <a:lnTo>
                  <a:pt x="74282" y="3729088"/>
                </a:lnTo>
                <a:lnTo>
                  <a:pt x="80289" y="3741788"/>
                </a:lnTo>
                <a:lnTo>
                  <a:pt x="90703" y="3729088"/>
                </a:lnTo>
                <a:close/>
              </a:path>
              <a:path w="18288635" h="10287000">
                <a:moveTo>
                  <a:pt x="90741" y="1862188"/>
                </a:moveTo>
                <a:lnTo>
                  <a:pt x="69291" y="1824088"/>
                </a:lnTo>
                <a:lnTo>
                  <a:pt x="32143" y="1849488"/>
                </a:lnTo>
                <a:lnTo>
                  <a:pt x="53594" y="1887588"/>
                </a:lnTo>
                <a:lnTo>
                  <a:pt x="90741" y="1862188"/>
                </a:lnTo>
                <a:close/>
              </a:path>
              <a:path w="18288635" h="10287000">
                <a:moveTo>
                  <a:pt x="95250" y="2916288"/>
                </a:moveTo>
                <a:lnTo>
                  <a:pt x="83223" y="2890888"/>
                </a:lnTo>
                <a:lnTo>
                  <a:pt x="62395" y="2903588"/>
                </a:lnTo>
                <a:lnTo>
                  <a:pt x="74422" y="2928988"/>
                </a:lnTo>
                <a:lnTo>
                  <a:pt x="95250" y="2916288"/>
                </a:lnTo>
                <a:close/>
              </a:path>
              <a:path w="18288635" h="10287000">
                <a:moveTo>
                  <a:pt x="98564" y="1036688"/>
                </a:moveTo>
                <a:lnTo>
                  <a:pt x="68707" y="985888"/>
                </a:lnTo>
                <a:lnTo>
                  <a:pt x="16979" y="1023988"/>
                </a:lnTo>
                <a:lnTo>
                  <a:pt x="46837" y="1074788"/>
                </a:lnTo>
                <a:lnTo>
                  <a:pt x="98564" y="1036688"/>
                </a:lnTo>
                <a:close/>
              </a:path>
              <a:path w="18288635" h="10287000">
                <a:moveTo>
                  <a:pt x="100952" y="4779048"/>
                </a:moveTo>
                <a:lnTo>
                  <a:pt x="100152" y="4777664"/>
                </a:lnTo>
                <a:lnTo>
                  <a:pt x="98755" y="4778464"/>
                </a:lnTo>
                <a:lnTo>
                  <a:pt x="99555" y="4779848"/>
                </a:lnTo>
                <a:lnTo>
                  <a:pt x="100952" y="4779048"/>
                </a:lnTo>
                <a:close/>
              </a:path>
              <a:path w="18288635" h="10287000">
                <a:moveTo>
                  <a:pt x="101434" y="2090788"/>
                </a:moveTo>
                <a:lnTo>
                  <a:pt x="82181" y="2052688"/>
                </a:lnTo>
                <a:lnTo>
                  <a:pt x="48856" y="2078088"/>
                </a:lnTo>
                <a:lnTo>
                  <a:pt x="68097" y="2116188"/>
                </a:lnTo>
                <a:lnTo>
                  <a:pt x="101434" y="2090788"/>
                </a:lnTo>
                <a:close/>
              </a:path>
              <a:path w="18288635" h="10287000">
                <a:moveTo>
                  <a:pt x="102489" y="3956240"/>
                </a:moveTo>
                <a:lnTo>
                  <a:pt x="97878" y="3948265"/>
                </a:lnTo>
                <a:lnTo>
                  <a:pt x="89890" y="3952875"/>
                </a:lnTo>
                <a:lnTo>
                  <a:pt x="94500" y="3960850"/>
                </a:lnTo>
                <a:lnTo>
                  <a:pt x="102489" y="3956240"/>
                </a:lnTo>
                <a:close/>
              </a:path>
              <a:path w="18288635" h="10287000">
                <a:moveTo>
                  <a:pt x="105308" y="223888"/>
                </a:moveTo>
                <a:lnTo>
                  <a:pt x="67818" y="160388"/>
                </a:lnTo>
                <a:lnTo>
                  <a:pt x="2895" y="198488"/>
                </a:lnTo>
                <a:lnTo>
                  <a:pt x="40373" y="261988"/>
                </a:lnTo>
                <a:lnTo>
                  <a:pt x="105308" y="223888"/>
                </a:lnTo>
                <a:close/>
              </a:path>
              <a:path w="18288635" h="10287000">
                <a:moveTo>
                  <a:pt x="106476" y="3144888"/>
                </a:moveTo>
                <a:lnTo>
                  <a:pt x="96253" y="3119488"/>
                </a:lnTo>
                <a:lnTo>
                  <a:pt x="78549" y="3132188"/>
                </a:lnTo>
                <a:lnTo>
                  <a:pt x="88773" y="3144888"/>
                </a:lnTo>
                <a:lnTo>
                  <a:pt x="106476" y="3144888"/>
                </a:lnTo>
                <a:close/>
              </a:path>
              <a:path w="18288635" h="10287000">
                <a:moveTo>
                  <a:pt x="108712" y="1265288"/>
                </a:moveTo>
                <a:lnTo>
                  <a:pt x="81445" y="1227188"/>
                </a:lnTo>
                <a:lnTo>
                  <a:pt x="34226" y="1252588"/>
                </a:lnTo>
                <a:lnTo>
                  <a:pt x="61493" y="1303388"/>
                </a:lnTo>
                <a:lnTo>
                  <a:pt x="108712" y="1265288"/>
                </a:lnTo>
                <a:close/>
              </a:path>
              <a:path w="18288635" h="10287000">
                <a:moveTo>
                  <a:pt x="111836" y="2319388"/>
                </a:moveTo>
                <a:lnTo>
                  <a:pt x="94996" y="2293988"/>
                </a:lnTo>
                <a:lnTo>
                  <a:pt x="65836" y="2306688"/>
                </a:lnTo>
                <a:lnTo>
                  <a:pt x="82677" y="2332088"/>
                </a:lnTo>
                <a:lnTo>
                  <a:pt x="111836" y="2319388"/>
                </a:lnTo>
                <a:close/>
              </a:path>
              <a:path w="18288635" h="10287000">
                <a:moveTo>
                  <a:pt x="114261" y="4183913"/>
                </a:moveTo>
                <a:lnTo>
                  <a:pt x="111061" y="4178350"/>
                </a:lnTo>
                <a:lnTo>
                  <a:pt x="105498" y="4181564"/>
                </a:lnTo>
                <a:lnTo>
                  <a:pt x="108712" y="4187126"/>
                </a:lnTo>
                <a:lnTo>
                  <a:pt x="114261" y="4183913"/>
                </a:lnTo>
                <a:close/>
              </a:path>
              <a:path w="18288635" h="10287000">
                <a:moveTo>
                  <a:pt x="116255" y="452488"/>
                </a:moveTo>
                <a:lnTo>
                  <a:pt x="80784" y="388988"/>
                </a:lnTo>
                <a:lnTo>
                  <a:pt x="19329" y="427088"/>
                </a:lnTo>
                <a:lnTo>
                  <a:pt x="54813" y="490588"/>
                </a:lnTo>
                <a:lnTo>
                  <a:pt x="116255" y="452488"/>
                </a:lnTo>
                <a:close/>
              </a:path>
              <a:path w="18288635" h="10287000">
                <a:moveTo>
                  <a:pt x="117716" y="3373488"/>
                </a:moveTo>
                <a:lnTo>
                  <a:pt x="109283" y="3348088"/>
                </a:lnTo>
                <a:lnTo>
                  <a:pt x="94703" y="3360788"/>
                </a:lnTo>
                <a:lnTo>
                  <a:pt x="103124" y="3373488"/>
                </a:lnTo>
                <a:lnTo>
                  <a:pt x="117716" y="3373488"/>
                </a:lnTo>
                <a:close/>
              </a:path>
              <a:path w="18288635" h="10287000">
                <a:moveTo>
                  <a:pt x="119392" y="1493888"/>
                </a:moveTo>
                <a:lnTo>
                  <a:pt x="94335" y="1455788"/>
                </a:lnTo>
                <a:lnTo>
                  <a:pt x="50939" y="1481188"/>
                </a:lnTo>
                <a:lnTo>
                  <a:pt x="75996" y="1519288"/>
                </a:lnTo>
                <a:lnTo>
                  <a:pt x="119392" y="1493888"/>
                </a:lnTo>
                <a:close/>
              </a:path>
              <a:path w="18288635" h="10287000">
                <a:moveTo>
                  <a:pt x="123075" y="2547988"/>
                </a:moveTo>
                <a:lnTo>
                  <a:pt x="108038" y="2522588"/>
                </a:lnTo>
                <a:lnTo>
                  <a:pt x="82003" y="2535288"/>
                </a:lnTo>
                <a:lnTo>
                  <a:pt x="97028" y="2560688"/>
                </a:lnTo>
                <a:lnTo>
                  <a:pt x="123075" y="2547988"/>
                </a:lnTo>
                <a:close/>
              </a:path>
              <a:path w="18288635" h="10287000">
                <a:moveTo>
                  <a:pt x="126593" y="4411726"/>
                </a:moveTo>
                <a:lnTo>
                  <a:pt x="124383" y="4407916"/>
                </a:lnTo>
                <a:lnTo>
                  <a:pt x="120561" y="4410113"/>
                </a:lnTo>
                <a:lnTo>
                  <a:pt x="122770" y="4413936"/>
                </a:lnTo>
                <a:lnTo>
                  <a:pt x="126593" y="4411726"/>
                </a:lnTo>
                <a:close/>
              </a:path>
              <a:path w="18288635" h="10287000">
                <a:moveTo>
                  <a:pt x="126669" y="681088"/>
                </a:moveTo>
                <a:lnTo>
                  <a:pt x="93599" y="617588"/>
                </a:lnTo>
                <a:lnTo>
                  <a:pt x="36309" y="655688"/>
                </a:lnTo>
                <a:lnTo>
                  <a:pt x="69380" y="706488"/>
                </a:lnTo>
                <a:lnTo>
                  <a:pt x="126669" y="681088"/>
                </a:lnTo>
                <a:close/>
              </a:path>
              <a:path w="18288635" h="10287000">
                <a:moveTo>
                  <a:pt x="129489" y="3589388"/>
                </a:moveTo>
                <a:lnTo>
                  <a:pt x="110324" y="3589388"/>
                </a:lnTo>
                <a:lnTo>
                  <a:pt x="117335" y="3602088"/>
                </a:lnTo>
                <a:lnTo>
                  <a:pt x="129489" y="3589388"/>
                </a:lnTo>
                <a:close/>
              </a:path>
              <a:path w="18288635" h="10287000">
                <a:moveTo>
                  <a:pt x="129806" y="1722488"/>
                </a:moveTo>
                <a:lnTo>
                  <a:pt x="107149" y="1684388"/>
                </a:lnTo>
                <a:lnTo>
                  <a:pt x="67919" y="1709788"/>
                </a:lnTo>
                <a:lnTo>
                  <a:pt x="90576" y="1747888"/>
                </a:lnTo>
                <a:lnTo>
                  <a:pt x="129806" y="1722488"/>
                </a:lnTo>
                <a:close/>
              </a:path>
              <a:path w="18288635" h="10287000">
                <a:moveTo>
                  <a:pt x="134035" y="2776588"/>
                </a:moveTo>
                <a:lnTo>
                  <a:pt x="121005" y="2751188"/>
                </a:lnTo>
                <a:lnTo>
                  <a:pt x="98437" y="2763888"/>
                </a:lnTo>
                <a:lnTo>
                  <a:pt x="111467" y="2789288"/>
                </a:lnTo>
                <a:lnTo>
                  <a:pt x="134035" y="2776588"/>
                </a:lnTo>
                <a:close/>
              </a:path>
              <a:path w="18288635" h="10287000">
                <a:moveTo>
                  <a:pt x="137629" y="909688"/>
                </a:moveTo>
                <a:lnTo>
                  <a:pt x="106565" y="846188"/>
                </a:lnTo>
                <a:lnTo>
                  <a:pt x="52743" y="884288"/>
                </a:lnTo>
                <a:lnTo>
                  <a:pt x="83820" y="935088"/>
                </a:lnTo>
                <a:lnTo>
                  <a:pt x="137629" y="909688"/>
                </a:lnTo>
                <a:close/>
              </a:path>
              <a:path w="18288635" h="10287000">
                <a:moveTo>
                  <a:pt x="138912" y="4639551"/>
                </a:moveTo>
                <a:lnTo>
                  <a:pt x="137718" y="4637468"/>
                </a:lnTo>
                <a:lnTo>
                  <a:pt x="135636" y="4638662"/>
                </a:lnTo>
                <a:lnTo>
                  <a:pt x="136842" y="4640758"/>
                </a:lnTo>
                <a:lnTo>
                  <a:pt x="138912" y="4639551"/>
                </a:lnTo>
                <a:close/>
              </a:path>
              <a:path w="18288635" h="10287000">
                <a:moveTo>
                  <a:pt x="140500" y="1951088"/>
                </a:moveTo>
                <a:lnTo>
                  <a:pt x="120040" y="1912988"/>
                </a:lnTo>
                <a:lnTo>
                  <a:pt x="84632" y="1938388"/>
                </a:lnTo>
                <a:lnTo>
                  <a:pt x="105079" y="1976488"/>
                </a:lnTo>
                <a:lnTo>
                  <a:pt x="140500" y="1951088"/>
                </a:lnTo>
                <a:close/>
              </a:path>
              <a:path w="18288635" h="10287000">
                <a:moveTo>
                  <a:pt x="140995" y="3817988"/>
                </a:moveTo>
                <a:lnTo>
                  <a:pt x="126212" y="3817988"/>
                </a:lnTo>
                <a:lnTo>
                  <a:pt x="131622" y="3830688"/>
                </a:lnTo>
                <a:lnTo>
                  <a:pt x="140995" y="3817988"/>
                </a:lnTo>
                <a:close/>
              </a:path>
              <a:path w="18288635" h="10287000">
                <a:moveTo>
                  <a:pt x="143548" y="84188"/>
                </a:moveTo>
                <a:lnTo>
                  <a:pt x="105460" y="20688"/>
                </a:lnTo>
                <a:lnTo>
                  <a:pt x="39484" y="58788"/>
                </a:lnTo>
                <a:lnTo>
                  <a:pt x="77571" y="122288"/>
                </a:lnTo>
                <a:lnTo>
                  <a:pt x="143548" y="84188"/>
                </a:lnTo>
                <a:close/>
              </a:path>
              <a:path w="18288635" h="10287000">
                <a:moveTo>
                  <a:pt x="144995" y="3005188"/>
                </a:moveTo>
                <a:lnTo>
                  <a:pt x="133972" y="2979788"/>
                </a:lnTo>
                <a:lnTo>
                  <a:pt x="114871" y="2992488"/>
                </a:lnTo>
                <a:lnTo>
                  <a:pt x="125895" y="3017888"/>
                </a:lnTo>
                <a:lnTo>
                  <a:pt x="144995" y="3005188"/>
                </a:lnTo>
                <a:close/>
              </a:path>
              <a:path w="18288635" h="10287000">
                <a:moveTo>
                  <a:pt x="147764" y="1125588"/>
                </a:moveTo>
                <a:lnTo>
                  <a:pt x="119303" y="1087488"/>
                </a:lnTo>
                <a:lnTo>
                  <a:pt x="70002" y="1112888"/>
                </a:lnTo>
                <a:lnTo>
                  <a:pt x="98475" y="1163688"/>
                </a:lnTo>
                <a:lnTo>
                  <a:pt x="147764" y="1125588"/>
                </a:lnTo>
                <a:close/>
              </a:path>
              <a:path w="18288635" h="10287000">
                <a:moveTo>
                  <a:pt x="151180" y="2179688"/>
                </a:moveTo>
                <a:lnTo>
                  <a:pt x="132930" y="2154288"/>
                </a:lnTo>
                <a:lnTo>
                  <a:pt x="101346" y="2166988"/>
                </a:lnTo>
                <a:lnTo>
                  <a:pt x="119583" y="2192388"/>
                </a:lnTo>
                <a:lnTo>
                  <a:pt x="151180" y="2179688"/>
                </a:lnTo>
                <a:close/>
              </a:path>
              <a:path w="18288635" h="10287000">
                <a:moveTo>
                  <a:pt x="152501" y="4044480"/>
                </a:moveTo>
                <a:lnTo>
                  <a:pt x="148691" y="4037888"/>
                </a:lnTo>
                <a:lnTo>
                  <a:pt x="142100" y="4041698"/>
                </a:lnTo>
                <a:lnTo>
                  <a:pt x="145910" y="4048302"/>
                </a:lnTo>
                <a:lnTo>
                  <a:pt x="152501" y="4044480"/>
                </a:lnTo>
                <a:close/>
              </a:path>
              <a:path w="18288635" h="10287000">
                <a:moveTo>
                  <a:pt x="154774" y="312788"/>
                </a:moveTo>
                <a:lnTo>
                  <a:pt x="118491" y="249288"/>
                </a:lnTo>
                <a:lnTo>
                  <a:pt x="55651" y="287388"/>
                </a:lnTo>
                <a:lnTo>
                  <a:pt x="91935" y="350888"/>
                </a:lnTo>
                <a:lnTo>
                  <a:pt x="154774" y="312788"/>
                </a:lnTo>
                <a:close/>
              </a:path>
              <a:path w="18288635" h="10287000">
                <a:moveTo>
                  <a:pt x="156502" y="3233788"/>
                </a:moveTo>
                <a:lnTo>
                  <a:pt x="147078" y="3208388"/>
                </a:lnTo>
                <a:lnTo>
                  <a:pt x="130759" y="3221088"/>
                </a:lnTo>
                <a:lnTo>
                  <a:pt x="140182" y="3233788"/>
                </a:lnTo>
                <a:lnTo>
                  <a:pt x="156502" y="3233788"/>
                </a:lnTo>
                <a:close/>
              </a:path>
              <a:path w="18288635" h="10287000">
                <a:moveTo>
                  <a:pt x="158457" y="1354188"/>
                </a:moveTo>
                <a:lnTo>
                  <a:pt x="132194" y="1316088"/>
                </a:lnTo>
                <a:lnTo>
                  <a:pt x="86715" y="1341488"/>
                </a:lnTo>
                <a:lnTo>
                  <a:pt x="112979" y="1379588"/>
                </a:lnTo>
                <a:lnTo>
                  <a:pt x="158457" y="1354188"/>
                </a:lnTo>
                <a:close/>
              </a:path>
              <a:path w="18288635" h="10287000">
                <a:moveTo>
                  <a:pt x="161861" y="2408288"/>
                </a:moveTo>
                <a:lnTo>
                  <a:pt x="145821" y="2382888"/>
                </a:lnTo>
                <a:lnTo>
                  <a:pt x="118046" y="2395588"/>
                </a:lnTo>
                <a:lnTo>
                  <a:pt x="134086" y="2420988"/>
                </a:lnTo>
                <a:lnTo>
                  <a:pt x="161861" y="2408288"/>
                </a:lnTo>
                <a:close/>
              </a:path>
              <a:path w="18288635" h="10287000">
                <a:moveTo>
                  <a:pt x="164833" y="4272305"/>
                </a:moveTo>
                <a:lnTo>
                  <a:pt x="162026" y="4267441"/>
                </a:lnTo>
                <a:lnTo>
                  <a:pt x="157162" y="4270248"/>
                </a:lnTo>
                <a:lnTo>
                  <a:pt x="159969" y="4275112"/>
                </a:lnTo>
                <a:lnTo>
                  <a:pt x="164833" y="4272305"/>
                </a:lnTo>
                <a:close/>
              </a:path>
              <a:path w="18288635" h="10287000">
                <a:moveTo>
                  <a:pt x="165455" y="541388"/>
                </a:moveTo>
                <a:lnTo>
                  <a:pt x="131381" y="477888"/>
                </a:lnTo>
                <a:lnTo>
                  <a:pt x="72364" y="515988"/>
                </a:lnTo>
                <a:lnTo>
                  <a:pt x="106438" y="566788"/>
                </a:lnTo>
                <a:lnTo>
                  <a:pt x="165455" y="541388"/>
                </a:lnTo>
                <a:close/>
              </a:path>
              <a:path w="18288635" h="10287000">
                <a:moveTo>
                  <a:pt x="168008" y="3462388"/>
                </a:moveTo>
                <a:lnTo>
                  <a:pt x="160185" y="3436988"/>
                </a:lnTo>
                <a:lnTo>
                  <a:pt x="146646" y="3449688"/>
                </a:lnTo>
                <a:lnTo>
                  <a:pt x="154470" y="3462388"/>
                </a:lnTo>
                <a:lnTo>
                  <a:pt x="168008" y="3462388"/>
                </a:lnTo>
                <a:close/>
              </a:path>
              <a:path w="18288635" h="10287000">
                <a:moveTo>
                  <a:pt x="168871" y="1582788"/>
                </a:moveTo>
                <a:lnTo>
                  <a:pt x="145008" y="1544688"/>
                </a:lnTo>
                <a:lnTo>
                  <a:pt x="103695" y="1570088"/>
                </a:lnTo>
                <a:lnTo>
                  <a:pt x="127546" y="1608188"/>
                </a:lnTo>
                <a:lnTo>
                  <a:pt x="168871" y="1582788"/>
                </a:lnTo>
                <a:close/>
              </a:path>
              <a:path w="18288635" h="10287000">
                <a:moveTo>
                  <a:pt x="173088" y="2636888"/>
                </a:moveTo>
                <a:lnTo>
                  <a:pt x="158864" y="2611488"/>
                </a:lnTo>
                <a:lnTo>
                  <a:pt x="134213" y="2624188"/>
                </a:lnTo>
                <a:lnTo>
                  <a:pt x="148437" y="2649588"/>
                </a:lnTo>
                <a:lnTo>
                  <a:pt x="173088" y="2636888"/>
                </a:lnTo>
                <a:close/>
              </a:path>
              <a:path w="18288635" h="10287000">
                <a:moveTo>
                  <a:pt x="176415" y="769988"/>
                </a:moveTo>
                <a:lnTo>
                  <a:pt x="144348" y="706488"/>
                </a:lnTo>
                <a:lnTo>
                  <a:pt x="88798" y="744588"/>
                </a:lnTo>
                <a:lnTo>
                  <a:pt x="120865" y="795388"/>
                </a:lnTo>
                <a:lnTo>
                  <a:pt x="176415" y="769988"/>
                </a:lnTo>
                <a:close/>
              </a:path>
              <a:path w="18288635" h="10287000">
                <a:moveTo>
                  <a:pt x="177165" y="4500118"/>
                </a:moveTo>
                <a:lnTo>
                  <a:pt x="175348" y="4496994"/>
                </a:lnTo>
                <a:lnTo>
                  <a:pt x="172224" y="4498797"/>
                </a:lnTo>
                <a:lnTo>
                  <a:pt x="174040" y="4501921"/>
                </a:lnTo>
                <a:lnTo>
                  <a:pt x="177165" y="4500118"/>
                </a:lnTo>
                <a:close/>
              </a:path>
              <a:path w="18288635" h="10287000">
                <a:moveTo>
                  <a:pt x="179514" y="3678288"/>
                </a:moveTo>
                <a:lnTo>
                  <a:pt x="162534" y="3678288"/>
                </a:lnTo>
                <a:lnTo>
                  <a:pt x="168744" y="3690988"/>
                </a:lnTo>
                <a:lnTo>
                  <a:pt x="179514" y="3678288"/>
                </a:lnTo>
                <a:close/>
              </a:path>
              <a:path w="18288635" h="10287000">
                <a:moveTo>
                  <a:pt x="179552" y="1811388"/>
                </a:moveTo>
                <a:lnTo>
                  <a:pt x="157899" y="1773288"/>
                </a:lnTo>
                <a:lnTo>
                  <a:pt x="120408" y="1798688"/>
                </a:lnTo>
                <a:lnTo>
                  <a:pt x="142049" y="1836788"/>
                </a:lnTo>
                <a:lnTo>
                  <a:pt x="179552" y="1811388"/>
                </a:lnTo>
                <a:close/>
              </a:path>
              <a:path w="18288635" h="10287000">
                <a:moveTo>
                  <a:pt x="184048" y="2865488"/>
                </a:moveTo>
                <a:lnTo>
                  <a:pt x="171831" y="2840088"/>
                </a:lnTo>
                <a:lnTo>
                  <a:pt x="150647" y="2852788"/>
                </a:lnTo>
                <a:lnTo>
                  <a:pt x="162877" y="2878188"/>
                </a:lnTo>
                <a:lnTo>
                  <a:pt x="184048" y="2865488"/>
                </a:lnTo>
                <a:close/>
              </a:path>
              <a:path w="18288635" h="10287000">
                <a:moveTo>
                  <a:pt x="187109" y="985888"/>
                </a:moveTo>
                <a:lnTo>
                  <a:pt x="157238" y="935088"/>
                </a:lnTo>
                <a:lnTo>
                  <a:pt x="105511" y="973188"/>
                </a:lnTo>
                <a:lnTo>
                  <a:pt x="135369" y="1023988"/>
                </a:lnTo>
                <a:lnTo>
                  <a:pt x="187109" y="985888"/>
                </a:lnTo>
                <a:close/>
              </a:path>
              <a:path w="18288635" h="10287000">
                <a:moveTo>
                  <a:pt x="189484" y="4727930"/>
                </a:moveTo>
                <a:lnTo>
                  <a:pt x="188683" y="4726546"/>
                </a:lnTo>
                <a:lnTo>
                  <a:pt x="187299" y="4727346"/>
                </a:lnTo>
                <a:lnTo>
                  <a:pt x="188099" y="4728743"/>
                </a:lnTo>
                <a:lnTo>
                  <a:pt x="189484" y="4727930"/>
                </a:lnTo>
                <a:close/>
              </a:path>
              <a:path w="18288635" h="10287000">
                <a:moveTo>
                  <a:pt x="190233" y="2039988"/>
                </a:moveTo>
                <a:lnTo>
                  <a:pt x="170789" y="2001888"/>
                </a:lnTo>
                <a:lnTo>
                  <a:pt x="137121" y="2027288"/>
                </a:lnTo>
                <a:lnTo>
                  <a:pt x="156552" y="2065388"/>
                </a:lnTo>
                <a:lnTo>
                  <a:pt x="190233" y="2039988"/>
                </a:lnTo>
                <a:close/>
              </a:path>
              <a:path w="18288635" h="10287000">
                <a:moveTo>
                  <a:pt x="191287" y="3905199"/>
                </a:moveTo>
                <a:lnTo>
                  <a:pt x="186474" y="3896868"/>
                </a:lnTo>
                <a:lnTo>
                  <a:pt x="178142" y="3901681"/>
                </a:lnTo>
                <a:lnTo>
                  <a:pt x="182956" y="3910012"/>
                </a:lnTo>
                <a:lnTo>
                  <a:pt x="191287" y="3905199"/>
                </a:lnTo>
                <a:close/>
              </a:path>
              <a:path w="18288635" h="10287000">
                <a:moveTo>
                  <a:pt x="193014" y="173088"/>
                </a:moveTo>
                <a:lnTo>
                  <a:pt x="156133" y="109588"/>
                </a:lnTo>
                <a:lnTo>
                  <a:pt x="92252" y="147688"/>
                </a:lnTo>
                <a:lnTo>
                  <a:pt x="129133" y="211188"/>
                </a:lnTo>
                <a:lnTo>
                  <a:pt x="193014" y="173088"/>
                </a:lnTo>
                <a:close/>
              </a:path>
              <a:path w="18288635" h="10287000">
                <a:moveTo>
                  <a:pt x="195287" y="3094088"/>
                </a:moveTo>
                <a:lnTo>
                  <a:pt x="184861" y="3068688"/>
                </a:lnTo>
                <a:lnTo>
                  <a:pt x="166801" y="3081388"/>
                </a:lnTo>
                <a:lnTo>
                  <a:pt x="177228" y="3094088"/>
                </a:lnTo>
                <a:lnTo>
                  <a:pt x="195287" y="3094088"/>
                </a:lnTo>
                <a:close/>
              </a:path>
              <a:path w="18288635" h="10287000">
                <a:moveTo>
                  <a:pt x="197243" y="1214488"/>
                </a:moveTo>
                <a:lnTo>
                  <a:pt x="169976" y="1176388"/>
                </a:lnTo>
                <a:lnTo>
                  <a:pt x="122770" y="1201788"/>
                </a:lnTo>
                <a:lnTo>
                  <a:pt x="150025" y="1252588"/>
                </a:lnTo>
                <a:lnTo>
                  <a:pt x="197243" y="1214488"/>
                </a:lnTo>
                <a:close/>
              </a:path>
              <a:path w="18288635" h="10287000">
                <a:moveTo>
                  <a:pt x="200647" y="2268588"/>
                </a:moveTo>
                <a:lnTo>
                  <a:pt x="183616" y="2243188"/>
                </a:lnTo>
                <a:lnTo>
                  <a:pt x="154101" y="2255888"/>
                </a:lnTo>
                <a:lnTo>
                  <a:pt x="171145" y="2281288"/>
                </a:lnTo>
                <a:lnTo>
                  <a:pt x="200647" y="2268588"/>
                </a:lnTo>
                <a:close/>
              </a:path>
              <a:path w="18288635" h="10287000">
                <a:moveTo>
                  <a:pt x="203073" y="4132872"/>
                </a:moveTo>
                <a:lnTo>
                  <a:pt x="199669" y="4126966"/>
                </a:lnTo>
                <a:lnTo>
                  <a:pt x="193763" y="4130383"/>
                </a:lnTo>
                <a:lnTo>
                  <a:pt x="197167" y="4136275"/>
                </a:lnTo>
                <a:lnTo>
                  <a:pt x="203073" y="4132872"/>
                </a:lnTo>
                <a:close/>
              </a:path>
              <a:path w="18288635" h="10287000">
                <a:moveTo>
                  <a:pt x="204254" y="401688"/>
                </a:moveTo>
                <a:lnTo>
                  <a:pt x="169164" y="338188"/>
                </a:lnTo>
                <a:lnTo>
                  <a:pt x="108407" y="376288"/>
                </a:lnTo>
                <a:lnTo>
                  <a:pt x="143484" y="427088"/>
                </a:lnTo>
                <a:lnTo>
                  <a:pt x="204254" y="401688"/>
                </a:lnTo>
                <a:close/>
              </a:path>
              <a:path w="18288635" h="10287000">
                <a:moveTo>
                  <a:pt x="206514" y="3322688"/>
                </a:moveTo>
                <a:lnTo>
                  <a:pt x="197904" y="3297288"/>
                </a:lnTo>
                <a:lnTo>
                  <a:pt x="182968" y="3309988"/>
                </a:lnTo>
                <a:lnTo>
                  <a:pt x="191592" y="3322688"/>
                </a:lnTo>
                <a:lnTo>
                  <a:pt x="206514" y="3322688"/>
                </a:lnTo>
                <a:close/>
              </a:path>
              <a:path w="18288635" h="10287000">
                <a:moveTo>
                  <a:pt x="207924" y="1443088"/>
                </a:moveTo>
                <a:lnTo>
                  <a:pt x="182867" y="1404988"/>
                </a:lnTo>
                <a:lnTo>
                  <a:pt x="139471" y="1430388"/>
                </a:lnTo>
                <a:lnTo>
                  <a:pt x="164528" y="1468488"/>
                </a:lnTo>
                <a:lnTo>
                  <a:pt x="207924" y="1443088"/>
                </a:lnTo>
                <a:close/>
              </a:path>
              <a:path w="18288635" h="10287000">
                <a:moveTo>
                  <a:pt x="211886" y="2497188"/>
                </a:moveTo>
                <a:lnTo>
                  <a:pt x="196646" y="2471788"/>
                </a:lnTo>
                <a:lnTo>
                  <a:pt x="170256" y="2484488"/>
                </a:lnTo>
                <a:lnTo>
                  <a:pt x="185496" y="2509888"/>
                </a:lnTo>
                <a:lnTo>
                  <a:pt x="211886" y="2497188"/>
                </a:lnTo>
                <a:close/>
              </a:path>
              <a:path w="18288635" h="10287000">
                <a:moveTo>
                  <a:pt x="214934" y="630288"/>
                </a:moveTo>
                <a:lnTo>
                  <a:pt x="182054" y="566788"/>
                </a:lnTo>
                <a:lnTo>
                  <a:pt x="125120" y="604888"/>
                </a:lnTo>
                <a:lnTo>
                  <a:pt x="157988" y="655688"/>
                </a:lnTo>
                <a:lnTo>
                  <a:pt x="214934" y="630288"/>
                </a:lnTo>
                <a:close/>
              </a:path>
              <a:path w="18288635" h="10287000">
                <a:moveTo>
                  <a:pt x="215404" y="4360684"/>
                </a:moveTo>
                <a:lnTo>
                  <a:pt x="212991" y="4356519"/>
                </a:lnTo>
                <a:lnTo>
                  <a:pt x="208826" y="4358932"/>
                </a:lnTo>
                <a:lnTo>
                  <a:pt x="211226" y="4363097"/>
                </a:lnTo>
                <a:lnTo>
                  <a:pt x="215404" y="4360684"/>
                </a:lnTo>
                <a:close/>
              </a:path>
              <a:path w="18288635" h="10287000">
                <a:moveTo>
                  <a:pt x="218020" y="3538588"/>
                </a:moveTo>
                <a:lnTo>
                  <a:pt x="198856" y="3538588"/>
                </a:lnTo>
                <a:lnTo>
                  <a:pt x="205867" y="3551288"/>
                </a:lnTo>
                <a:lnTo>
                  <a:pt x="218020" y="3538588"/>
                </a:lnTo>
                <a:close/>
              </a:path>
              <a:path w="18288635" h="10287000">
                <a:moveTo>
                  <a:pt x="218338" y="1671688"/>
                </a:moveTo>
                <a:lnTo>
                  <a:pt x="195681" y="1633588"/>
                </a:lnTo>
                <a:lnTo>
                  <a:pt x="156451" y="1658988"/>
                </a:lnTo>
                <a:lnTo>
                  <a:pt x="179108" y="1697088"/>
                </a:lnTo>
                <a:lnTo>
                  <a:pt x="218338" y="1671688"/>
                </a:lnTo>
                <a:close/>
              </a:path>
              <a:path w="18288635" h="10287000">
                <a:moveTo>
                  <a:pt x="222846" y="2725788"/>
                </a:moveTo>
                <a:lnTo>
                  <a:pt x="209613" y="2700388"/>
                </a:lnTo>
                <a:lnTo>
                  <a:pt x="186690" y="2713088"/>
                </a:lnTo>
                <a:lnTo>
                  <a:pt x="199923" y="2738488"/>
                </a:lnTo>
                <a:lnTo>
                  <a:pt x="222846" y="2725788"/>
                </a:lnTo>
                <a:close/>
              </a:path>
              <a:path w="18288635" h="10287000">
                <a:moveTo>
                  <a:pt x="225780" y="33388"/>
                </a:moveTo>
                <a:lnTo>
                  <a:pt x="212572" y="7988"/>
                </a:lnTo>
                <a:lnTo>
                  <a:pt x="135255" y="7988"/>
                </a:lnTo>
                <a:lnTo>
                  <a:pt x="167805" y="58788"/>
                </a:lnTo>
                <a:lnTo>
                  <a:pt x="225780" y="33388"/>
                </a:lnTo>
                <a:close/>
              </a:path>
              <a:path w="18288635" h="10287000">
                <a:moveTo>
                  <a:pt x="225894" y="846188"/>
                </a:moveTo>
                <a:lnTo>
                  <a:pt x="195021" y="795388"/>
                </a:lnTo>
                <a:lnTo>
                  <a:pt x="141554" y="833488"/>
                </a:lnTo>
                <a:lnTo>
                  <a:pt x="172427" y="884288"/>
                </a:lnTo>
                <a:lnTo>
                  <a:pt x="225894" y="846188"/>
                </a:lnTo>
                <a:close/>
              </a:path>
              <a:path w="18288635" h="10287000">
                <a:moveTo>
                  <a:pt x="227723" y="4588510"/>
                </a:moveTo>
                <a:lnTo>
                  <a:pt x="226326" y="4586084"/>
                </a:lnTo>
                <a:lnTo>
                  <a:pt x="223888" y="4587481"/>
                </a:lnTo>
                <a:lnTo>
                  <a:pt x="225298" y="4589907"/>
                </a:lnTo>
                <a:lnTo>
                  <a:pt x="227723" y="4588510"/>
                </a:lnTo>
                <a:close/>
              </a:path>
              <a:path w="18288635" h="10287000">
                <a:moveTo>
                  <a:pt x="229298" y="1900288"/>
                </a:moveTo>
                <a:lnTo>
                  <a:pt x="208648" y="1862188"/>
                </a:lnTo>
                <a:lnTo>
                  <a:pt x="172885" y="1887588"/>
                </a:lnTo>
                <a:lnTo>
                  <a:pt x="193535" y="1925688"/>
                </a:lnTo>
                <a:lnTo>
                  <a:pt x="229298" y="1900288"/>
                </a:lnTo>
                <a:close/>
              </a:path>
              <a:path w="18288635" h="10287000">
                <a:moveTo>
                  <a:pt x="229806" y="3767188"/>
                </a:moveTo>
                <a:lnTo>
                  <a:pt x="214464" y="3767188"/>
                </a:lnTo>
                <a:lnTo>
                  <a:pt x="220078" y="3779888"/>
                </a:lnTo>
                <a:lnTo>
                  <a:pt x="229806" y="3767188"/>
                </a:lnTo>
                <a:close/>
              </a:path>
              <a:path w="18288635" h="10287000">
                <a:moveTo>
                  <a:pt x="233794" y="2954388"/>
                </a:moveTo>
                <a:lnTo>
                  <a:pt x="222580" y="2928988"/>
                </a:lnTo>
                <a:lnTo>
                  <a:pt x="203136" y="2941688"/>
                </a:lnTo>
                <a:lnTo>
                  <a:pt x="214350" y="2967088"/>
                </a:lnTo>
                <a:lnTo>
                  <a:pt x="233794" y="2954388"/>
                </a:lnTo>
                <a:close/>
              </a:path>
              <a:path w="18288635" h="10287000">
                <a:moveTo>
                  <a:pt x="236308" y="1074788"/>
                </a:moveTo>
                <a:lnTo>
                  <a:pt x="207835" y="1036688"/>
                </a:lnTo>
                <a:lnTo>
                  <a:pt x="158534" y="1062088"/>
                </a:lnTo>
                <a:lnTo>
                  <a:pt x="186994" y="1112888"/>
                </a:lnTo>
                <a:lnTo>
                  <a:pt x="236308" y="1074788"/>
                </a:lnTo>
                <a:close/>
              </a:path>
              <a:path w="18288635" h="10287000">
                <a:moveTo>
                  <a:pt x="239979" y="2128888"/>
                </a:moveTo>
                <a:lnTo>
                  <a:pt x="221538" y="2090788"/>
                </a:lnTo>
                <a:lnTo>
                  <a:pt x="189598" y="2116188"/>
                </a:lnTo>
                <a:lnTo>
                  <a:pt x="208038" y="2141588"/>
                </a:lnTo>
                <a:lnTo>
                  <a:pt x="239979" y="2128888"/>
                </a:lnTo>
                <a:close/>
              </a:path>
              <a:path w="18288635" h="10287000">
                <a:moveTo>
                  <a:pt x="240322" y="4816399"/>
                </a:moveTo>
                <a:lnTo>
                  <a:pt x="240068" y="4815954"/>
                </a:lnTo>
                <a:lnTo>
                  <a:pt x="238683" y="4815954"/>
                </a:lnTo>
                <a:lnTo>
                  <a:pt x="238937" y="4816399"/>
                </a:lnTo>
                <a:lnTo>
                  <a:pt x="240322" y="4816399"/>
                </a:lnTo>
                <a:close/>
              </a:path>
              <a:path w="18288635" h="10287000">
                <a:moveTo>
                  <a:pt x="241312" y="3993438"/>
                </a:moveTo>
                <a:lnTo>
                  <a:pt x="237299" y="3986504"/>
                </a:lnTo>
                <a:lnTo>
                  <a:pt x="230352" y="3990505"/>
                </a:lnTo>
                <a:lnTo>
                  <a:pt x="234365" y="3997452"/>
                </a:lnTo>
                <a:lnTo>
                  <a:pt x="241312" y="3993438"/>
                </a:lnTo>
                <a:close/>
              </a:path>
              <a:path w="18288635" h="10287000">
                <a:moveTo>
                  <a:pt x="242481" y="261988"/>
                </a:moveTo>
                <a:lnTo>
                  <a:pt x="206806" y="198488"/>
                </a:lnTo>
                <a:lnTo>
                  <a:pt x="145008" y="236588"/>
                </a:lnTo>
                <a:lnTo>
                  <a:pt x="180682" y="300088"/>
                </a:lnTo>
                <a:lnTo>
                  <a:pt x="242481" y="261988"/>
                </a:lnTo>
                <a:close/>
              </a:path>
              <a:path w="18288635" h="10287000">
                <a:moveTo>
                  <a:pt x="245313" y="3182988"/>
                </a:moveTo>
                <a:lnTo>
                  <a:pt x="235686" y="3157588"/>
                </a:lnTo>
                <a:lnTo>
                  <a:pt x="219024" y="3170288"/>
                </a:lnTo>
                <a:lnTo>
                  <a:pt x="228638" y="3182988"/>
                </a:lnTo>
                <a:lnTo>
                  <a:pt x="245313" y="3182988"/>
                </a:lnTo>
                <a:close/>
              </a:path>
              <a:path w="18288635" h="10287000">
                <a:moveTo>
                  <a:pt x="247269" y="1303388"/>
                </a:moveTo>
                <a:lnTo>
                  <a:pt x="220802" y="1265288"/>
                </a:lnTo>
                <a:lnTo>
                  <a:pt x="174980" y="1290688"/>
                </a:lnTo>
                <a:lnTo>
                  <a:pt x="201434" y="1328788"/>
                </a:lnTo>
                <a:lnTo>
                  <a:pt x="247269" y="1303388"/>
                </a:lnTo>
                <a:close/>
              </a:path>
              <a:path w="18288635" h="10287000">
                <a:moveTo>
                  <a:pt x="250672" y="2357488"/>
                </a:moveTo>
                <a:lnTo>
                  <a:pt x="234429" y="2332088"/>
                </a:lnTo>
                <a:lnTo>
                  <a:pt x="206311" y="2344788"/>
                </a:lnTo>
                <a:lnTo>
                  <a:pt x="222542" y="2370188"/>
                </a:lnTo>
                <a:lnTo>
                  <a:pt x="250672" y="2357488"/>
                </a:lnTo>
                <a:close/>
              </a:path>
              <a:path w="18288635" h="10287000">
                <a:moveTo>
                  <a:pt x="253644" y="4221264"/>
                </a:moveTo>
                <a:lnTo>
                  <a:pt x="250634" y="4216057"/>
                </a:lnTo>
                <a:lnTo>
                  <a:pt x="245427" y="4219054"/>
                </a:lnTo>
                <a:lnTo>
                  <a:pt x="248437" y="4224274"/>
                </a:lnTo>
                <a:lnTo>
                  <a:pt x="253644" y="4221264"/>
                </a:lnTo>
                <a:close/>
              </a:path>
              <a:path w="18288635" h="10287000">
                <a:moveTo>
                  <a:pt x="253720" y="490588"/>
                </a:moveTo>
                <a:lnTo>
                  <a:pt x="219849" y="427088"/>
                </a:lnTo>
                <a:lnTo>
                  <a:pt x="161163" y="465188"/>
                </a:lnTo>
                <a:lnTo>
                  <a:pt x="195046" y="515988"/>
                </a:lnTo>
                <a:lnTo>
                  <a:pt x="253720" y="490588"/>
                </a:lnTo>
                <a:close/>
              </a:path>
              <a:path w="18288635" h="10287000">
                <a:moveTo>
                  <a:pt x="256806" y="3411588"/>
                </a:moveTo>
                <a:lnTo>
                  <a:pt x="248793" y="3386188"/>
                </a:lnTo>
                <a:lnTo>
                  <a:pt x="234911" y="3398888"/>
                </a:lnTo>
                <a:lnTo>
                  <a:pt x="242925" y="3411588"/>
                </a:lnTo>
                <a:lnTo>
                  <a:pt x="256806" y="3411588"/>
                </a:lnTo>
                <a:close/>
              </a:path>
              <a:path w="18288635" h="10287000">
                <a:moveTo>
                  <a:pt x="257403" y="1531988"/>
                </a:moveTo>
                <a:lnTo>
                  <a:pt x="233540" y="1493888"/>
                </a:lnTo>
                <a:lnTo>
                  <a:pt x="192227" y="1519288"/>
                </a:lnTo>
                <a:lnTo>
                  <a:pt x="216077" y="1557388"/>
                </a:lnTo>
                <a:lnTo>
                  <a:pt x="257403" y="1531988"/>
                </a:lnTo>
                <a:close/>
              </a:path>
              <a:path w="18288635" h="10287000">
                <a:moveTo>
                  <a:pt x="261899" y="2586088"/>
                </a:moveTo>
                <a:lnTo>
                  <a:pt x="247472" y="2560688"/>
                </a:lnTo>
                <a:lnTo>
                  <a:pt x="222478" y="2573388"/>
                </a:lnTo>
                <a:lnTo>
                  <a:pt x="236905" y="2598788"/>
                </a:lnTo>
                <a:lnTo>
                  <a:pt x="261899" y="2586088"/>
                </a:lnTo>
                <a:close/>
              </a:path>
              <a:path w="18288635" h="10287000">
                <a:moveTo>
                  <a:pt x="264680" y="719188"/>
                </a:moveTo>
                <a:lnTo>
                  <a:pt x="232803" y="655688"/>
                </a:lnTo>
                <a:lnTo>
                  <a:pt x="177596" y="693788"/>
                </a:lnTo>
                <a:lnTo>
                  <a:pt x="209473" y="744588"/>
                </a:lnTo>
                <a:lnTo>
                  <a:pt x="264680" y="719188"/>
                </a:lnTo>
                <a:close/>
              </a:path>
              <a:path w="18288635" h="10287000">
                <a:moveTo>
                  <a:pt x="265696" y="4449013"/>
                </a:moveTo>
                <a:lnTo>
                  <a:pt x="263880" y="4445876"/>
                </a:lnTo>
                <a:lnTo>
                  <a:pt x="260769" y="4447679"/>
                </a:lnTo>
                <a:lnTo>
                  <a:pt x="262572" y="4450804"/>
                </a:lnTo>
                <a:lnTo>
                  <a:pt x="265696" y="4449013"/>
                </a:lnTo>
                <a:close/>
              </a:path>
              <a:path w="18288635" h="10287000">
                <a:moveTo>
                  <a:pt x="268084" y="1760588"/>
                </a:moveTo>
                <a:lnTo>
                  <a:pt x="246443" y="1722488"/>
                </a:lnTo>
                <a:lnTo>
                  <a:pt x="208940" y="1747888"/>
                </a:lnTo>
                <a:lnTo>
                  <a:pt x="230593" y="1785988"/>
                </a:lnTo>
                <a:lnTo>
                  <a:pt x="268084" y="1760588"/>
                </a:lnTo>
                <a:close/>
              </a:path>
              <a:path w="18288635" h="10287000">
                <a:moveTo>
                  <a:pt x="268312" y="3627488"/>
                </a:moveTo>
                <a:lnTo>
                  <a:pt x="250786" y="3627488"/>
                </a:lnTo>
                <a:lnTo>
                  <a:pt x="257200" y="3640188"/>
                </a:lnTo>
                <a:lnTo>
                  <a:pt x="268312" y="3627488"/>
                </a:lnTo>
                <a:close/>
              </a:path>
              <a:path w="18288635" h="10287000">
                <a:moveTo>
                  <a:pt x="272859" y="2814688"/>
                </a:moveTo>
                <a:lnTo>
                  <a:pt x="260426" y="2789288"/>
                </a:lnTo>
                <a:lnTo>
                  <a:pt x="238899" y="2801988"/>
                </a:lnTo>
                <a:lnTo>
                  <a:pt x="251333" y="2827388"/>
                </a:lnTo>
                <a:lnTo>
                  <a:pt x="272859" y="2814688"/>
                </a:lnTo>
                <a:close/>
              </a:path>
              <a:path w="18288635" h="10287000">
                <a:moveTo>
                  <a:pt x="275361" y="935088"/>
                </a:moveTo>
                <a:lnTo>
                  <a:pt x="245694" y="884288"/>
                </a:lnTo>
                <a:lnTo>
                  <a:pt x="194310" y="922388"/>
                </a:lnTo>
                <a:lnTo>
                  <a:pt x="223977" y="973188"/>
                </a:lnTo>
                <a:lnTo>
                  <a:pt x="275361" y="935088"/>
                </a:lnTo>
                <a:close/>
              </a:path>
              <a:path w="18288635" h="10287000">
                <a:moveTo>
                  <a:pt x="278295" y="4676902"/>
                </a:moveTo>
                <a:lnTo>
                  <a:pt x="277291" y="4675162"/>
                </a:lnTo>
                <a:lnTo>
                  <a:pt x="275551" y="4676165"/>
                </a:lnTo>
                <a:lnTo>
                  <a:pt x="276555" y="4677905"/>
                </a:lnTo>
                <a:lnTo>
                  <a:pt x="278295" y="4676902"/>
                </a:lnTo>
                <a:close/>
              </a:path>
              <a:path w="18288635" h="10287000">
                <a:moveTo>
                  <a:pt x="279044" y="1989188"/>
                </a:moveTo>
                <a:lnTo>
                  <a:pt x="259397" y="1951088"/>
                </a:lnTo>
                <a:lnTo>
                  <a:pt x="225374" y="1976488"/>
                </a:lnTo>
                <a:lnTo>
                  <a:pt x="245021" y="2014588"/>
                </a:lnTo>
                <a:lnTo>
                  <a:pt x="279044" y="1989188"/>
                </a:lnTo>
                <a:close/>
              </a:path>
              <a:path w="18288635" h="10287000">
                <a:moveTo>
                  <a:pt x="280098" y="3854158"/>
                </a:moveTo>
                <a:lnTo>
                  <a:pt x="275082" y="3845483"/>
                </a:lnTo>
                <a:lnTo>
                  <a:pt x="266407" y="3850487"/>
                </a:lnTo>
                <a:lnTo>
                  <a:pt x="271411" y="3859174"/>
                </a:lnTo>
                <a:lnTo>
                  <a:pt x="280098" y="3854158"/>
                </a:lnTo>
                <a:close/>
              </a:path>
              <a:path w="18288635" h="10287000">
                <a:moveTo>
                  <a:pt x="280733" y="122288"/>
                </a:moveTo>
                <a:lnTo>
                  <a:pt x="244449" y="58788"/>
                </a:lnTo>
                <a:lnTo>
                  <a:pt x="181597" y="96888"/>
                </a:lnTo>
                <a:lnTo>
                  <a:pt x="217881" y="160388"/>
                </a:lnTo>
                <a:lnTo>
                  <a:pt x="280733" y="122288"/>
                </a:lnTo>
                <a:close/>
              </a:path>
              <a:path w="18288635" h="10287000">
                <a:moveTo>
                  <a:pt x="284086" y="3043288"/>
                </a:moveTo>
                <a:lnTo>
                  <a:pt x="273469" y="3017888"/>
                </a:lnTo>
                <a:lnTo>
                  <a:pt x="255066" y="3030588"/>
                </a:lnTo>
                <a:lnTo>
                  <a:pt x="265696" y="3043288"/>
                </a:lnTo>
                <a:lnTo>
                  <a:pt x="284086" y="3043288"/>
                </a:lnTo>
                <a:close/>
              </a:path>
              <a:path w="18288635" h="10287000">
                <a:moveTo>
                  <a:pt x="285775" y="1163688"/>
                </a:moveTo>
                <a:lnTo>
                  <a:pt x="258508" y="1125588"/>
                </a:lnTo>
                <a:lnTo>
                  <a:pt x="211289" y="1150988"/>
                </a:lnTo>
                <a:lnTo>
                  <a:pt x="238556" y="1189088"/>
                </a:lnTo>
                <a:lnTo>
                  <a:pt x="285775" y="1163688"/>
                </a:lnTo>
                <a:close/>
              </a:path>
              <a:path w="18288635" h="10287000">
                <a:moveTo>
                  <a:pt x="289458" y="2217788"/>
                </a:moveTo>
                <a:lnTo>
                  <a:pt x="272211" y="2192388"/>
                </a:lnTo>
                <a:lnTo>
                  <a:pt x="242354" y="2205088"/>
                </a:lnTo>
                <a:lnTo>
                  <a:pt x="259600" y="2230488"/>
                </a:lnTo>
                <a:lnTo>
                  <a:pt x="289458" y="2217788"/>
                </a:lnTo>
                <a:close/>
              </a:path>
              <a:path w="18288635" h="10287000">
                <a:moveTo>
                  <a:pt x="291604" y="4081754"/>
                </a:moveTo>
                <a:lnTo>
                  <a:pt x="288201" y="4075849"/>
                </a:lnTo>
                <a:lnTo>
                  <a:pt x="282295" y="4079265"/>
                </a:lnTo>
                <a:lnTo>
                  <a:pt x="285699" y="4085171"/>
                </a:lnTo>
                <a:lnTo>
                  <a:pt x="291604" y="4081754"/>
                </a:lnTo>
                <a:close/>
              </a:path>
              <a:path w="18288635" h="10287000">
                <a:moveTo>
                  <a:pt x="292239" y="350888"/>
                </a:moveTo>
                <a:lnTo>
                  <a:pt x="257556" y="287388"/>
                </a:lnTo>
                <a:lnTo>
                  <a:pt x="197485" y="325488"/>
                </a:lnTo>
                <a:lnTo>
                  <a:pt x="232168" y="376288"/>
                </a:lnTo>
                <a:lnTo>
                  <a:pt x="292239" y="350888"/>
                </a:lnTo>
                <a:close/>
              </a:path>
              <a:path w="18288635" h="10287000">
                <a:moveTo>
                  <a:pt x="295325" y="3271888"/>
                </a:moveTo>
                <a:lnTo>
                  <a:pt x="286499" y="3246488"/>
                </a:lnTo>
                <a:lnTo>
                  <a:pt x="271233" y="3259188"/>
                </a:lnTo>
                <a:lnTo>
                  <a:pt x="280047" y="3271888"/>
                </a:lnTo>
                <a:lnTo>
                  <a:pt x="295325" y="3271888"/>
                </a:lnTo>
                <a:close/>
              </a:path>
              <a:path w="18288635" h="10287000">
                <a:moveTo>
                  <a:pt x="296735" y="1392288"/>
                </a:moveTo>
                <a:lnTo>
                  <a:pt x="271475" y="1354188"/>
                </a:lnTo>
                <a:lnTo>
                  <a:pt x="227736" y="1379588"/>
                </a:lnTo>
                <a:lnTo>
                  <a:pt x="252996" y="1417688"/>
                </a:lnTo>
                <a:lnTo>
                  <a:pt x="296735" y="1392288"/>
                </a:lnTo>
                <a:close/>
              </a:path>
              <a:path w="18288635" h="10287000">
                <a:moveTo>
                  <a:pt x="300405" y="2446388"/>
                </a:moveTo>
                <a:lnTo>
                  <a:pt x="285178" y="2420988"/>
                </a:lnTo>
                <a:lnTo>
                  <a:pt x="258800" y="2433688"/>
                </a:lnTo>
                <a:lnTo>
                  <a:pt x="274027" y="2459088"/>
                </a:lnTo>
                <a:lnTo>
                  <a:pt x="300405" y="2446388"/>
                </a:lnTo>
                <a:close/>
              </a:path>
              <a:path w="18288635" h="10287000">
                <a:moveTo>
                  <a:pt x="303199" y="579488"/>
                </a:moveTo>
                <a:lnTo>
                  <a:pt x="270522" y="515988"/>
                </a:lnTo>
                <a:lnTo>
                  <a:pt x="213931" y="554088"/>
                </a:lnTo>
                <a:lnTo>
                  <a:pt x="246595" y="604888"/>
                </a:lnTo>
                <a:lnTo>
                  <a:pt x="303199" y="579488"/>
                </a:lnTo>
                <a:close/>
              </a:path>
              <a:path w="18288635" h="10287000">
                <a:moveTo>
                  <a:pt x="304203" y="4309643"/>
                </a:moveTo>
                <a:lnTo>
                  <a:pt x="301599" y="4305135"/>
                </a:lnTo>
                <a:lnTo>
                  <a:pt x="297091" y="4307738"/>
                </a:lnTo>
                <a:lnTo>
                  <a:pt x="299694" y="4312247"/>
                </a:lnTo>
                <a:lnTo>
                  <a:pt x="304203" y="4309643"/>
                </a:lnTo>
                <a:close/>
              </a:path>
              <a:path w="18288635" h="10287000">
                <a:moveTo>
                  <a:pt x="306832" y="3487788"/>
                </a:moveTo>
                <a:lnTo>
                  <a:pt x="299618" y="3475088"/>
                </a:lnTo>
                <a:lnTo>
                  <a:pt x="287108" y="3487788"/>
                </a:lnTo>
                <a:lnTo>
                  <a:pt x="294335" y="3500488"/>
                </a:lnTo>
                <a:lnTo>
                  <a:pt x="306832" y="3487788"/>
                </a:lnTo>
                <a:close/>
              </a:path>
              <a:path w="18288635" h="10287000">
                <a:moveTo>
                  <a:pt x="307149" y="1620888"/>
                </a:moveTo>
                <a:lnTo>
                  <a:pt x="284289" y="1582788"/>
                </a:lnTo>
                <a:lnTo>
                  <a:pt x="244716" y="1608188"/>
                </a:lnTo>
                <a:lnTo>
                  <a:pt x="267563" y="1646288"/>
                </a:lnTo>
                <a:lnTo>
                  <a:pt x="307149" y="1620888"/>
                </a:lnTo>
                <a:close/>
              </a:path>
              <a:path w="18288635" h="10287000">
                <a:moveTo>
                  <a:pt x="311645" y="2674988"/>
                </a:moveTo>
                <a:lnTo>
                  <a:pt x="298208" y="2649588"/>
                </a:lnTo>
                <a:lnTo>
                  <a:pt x="274955" y="2662288"/>
                </a:lnTo>
                <a:lnTo>
                  <a:pt x="288391" y="2687688"/>
                </a:lnTo>
                <a:lnTo>
                  <a:pt x="311645" y="2674988"/>
                </a:lnTo>
                <a:close/>
              </a:path>
              <a:path w="18288635" h="10287000">
                <a:moveTo>
                  <a:pt x="314147" y="795388"/>
                </a:moveTo>
                <a:lnTo>
                  <a:pt x="283476" y="744588"/>
                </a:lnTo>
                <a:lnTo>
                  <a:pt x="230365" y="782688"/>
                </a:lnTo>
                <a:lnTo>
                  <a:pt x="261035" y="833488"/>
                </a:lnTo>
                <a:lnTo>
                  <a:pt x="314147" y="795388"/>
                </a:lnTo>
                <a:close/>
              </a:path>
              <a:path w="18288635" h="10287000">
                <a:moveTo>
                  <a:pt x="316534" y="4537468"/>
                </a:moveTo>
                <a:lnTo>
                  <a:pt x="314934" y="4534687"/>
                </a:lnTo>
                <a:lnTo>
                  <a:pt x="312153" y="4536287"/>
                </a:lnTo>
                <a:lnTo>
                  <a:pt x="313753" y="4539069"/>
                </a:lnTo>
                <a:lnTo>
                  <a:pt x="316534" y="4537468"/>
                </a:lnTo>
                <a:close/>
              </a:path>
              <a:path w="18288635" h="10287000">
                <a:moveTo>
                  <a:pt x="317830" y="1849488"/>
                </a:moveTo>
                <a:lnTo>
                  <a:pt x="297180" y="1811388"/>
                </a:lnTo>
                <a:lnTo>
                  <a:pt x="261416" y="1836788"/>
                </a:lnTo>
                <a:lnTo>
                  <a:pt x="282067" y="1874888"/>
                </a:lnTo>
                <a:lnTo>
                  <a:pt x="317830" y="1849488"/>
                </a:lnTo>
                <a:close/>
              </a:path>
              <a:path w="18288635" h="10287000">
                <a:moveTo>
                  <a:pt x="318617" y="3716388"/>
                </a:moveTo>
                <a:lnTo>
                  <a:pt x="302729" y="3716388"/>
                </a:lnTo>
                <a:lnTo>
                  <a:pt x="308546" y="3729088"/>
                </a:lnTo>
                <a:lnTo>
                  <a:pt x="318617" y="3716388"/>
                </a:lnTo>
                <a:close/>
              </a:path>
              <a:path w="18288635" h="10287000">
                <a:moveTo>
                  <a:pt x="322605" y="2903588"/>
                </a:moveTo>
                <a:lnTo>
                  <a:pt x="311175" y="2878188"/>
                </a:lnTo>
                <a:lnTo>
                  <a:pt x="291388" y="2890888"/>
                </a:lnTo>
                <a:lnTo>
                  <a:pt x="302818" y="2916288"/>
                </a:lnTo>
                <a:lnTo>
                  <a:pt x="322605" y="2903588"/>
                </a:lnTo>
                <a:close/>
              </a:path>
              <a:path w="18288635" h="10287000">
                <a:moveTo>
                  <a:pt x="324561" y="1023988"/>
                </a:moveTo>
                <a:lnTo>
                  <a:pt x="296303" y="985888"/>
                </a:lnTo>
                <a:lnTo>
                  <a:pt x="247345" y="1011288"/>
                </a:lnTo>
                <a:lnTo>
                  <a:pt x="275602" y="1062088"/>
                </a:lnTo>
                <a:lnTo>
                  <a:pt x="324561" y="1023988"/>
                </a:lnTo>
                <a:close/>
              </a:path>
              <a:path w="18288635" h="10287000">
                <a:moveTo>
                  <a:pt x="328790" y="2078088"/>
                </a:moveTo>
                <a:lnTo>
                  <a:pt x="310146" y="2039988"/>
                </a:lnTo>
                <a:lnTo>
                  <a:pt x="277863" y="2065388"/>
                </a:lnTo>
                <a:lnTo>
                  <a:pt x="296506" y="2090788"/>
                </a:lnTo>
                <a:lnTo>
                  <a:pt x="328790" y="2078088"/>
                </a:lnTo>
                <a:close/>
              </a:path>
              <a:path w="18288635" h="10287000">
                <a:moveTo>
                  <a:pt x="328866" y="4765281"/>
                </a:moveTo>
                <a:lnTo>
                  <a:pt x="328612" y="4764849"/>
                </a:lnTo>
                <a:lnTo>
                  <a:pt x="327215" y="4764849"/>
                </a:lnTo>
                <a:lnTo>
                  <a:pt x="327469" y="4765281"/>
                </a:lnTo>
                <a:lnTo>
                  <a:pt x="328866" y="4765281"/>
                </a:lnTo>
                <a:close/>
              </a:path>
              <a:path w="18288635" h="10287000">
                <a:moveTo>
                  <a:pt x="330123" y="3942410"/>
                </a:moveTo>
                <a:lnTo>
                  <a:pt x="325907" y="3935107"/>
                </a:lnTo>
                <a:lnTo>
                  <a:pt x="318617" y="3939324"/>
                </a:lnTo>
                <a:lnTo>
                  <a:pt x="322834" y="3946614"/>
                </a:lnTo>
                <a:lnTo>
                  <a:pt x="330123" y="3942410"/>
                </a:lnTo>
                <a:close/>
              </a:path>
              <a:path w="18288635" h="10287000">
                <a:moveTo>
                  <a:pt x="330200" y="211188"/>
                </a:moveTo>
                <a:lnTo>
                  <a:pt x="295122" y="147688"/>
                </a:lnTo>
                <a:lnTo>
                  <a:pt x="234365" y="185788"/>
                </a:lnTo>
                <a:lnTo>
                  <a:pt x="269443" y="236588"/>
                </a:lnTo>
                <a:lnTo>
                  <a:pt x="330200" y="211188"/>
                </a:lnTo>
                <a:close/>
              </a:path>
              <a:path w="18288635" h="10287000">
                <a:moveTo>
                  <a:pt x="334111" y="3132188"/>
                </a:moveTo>
                <a:lnTo>
                  <a:pt x="324294" y="3106788"/>
                </a:lnTo>
                <a:lnTo>
                  <a:pt x="307276" y="3119488"/>
                </a:lnTo>
                <a:lnTo>
                  <a:pt x="317106" y="3132188"/>
                </a:lnTo>
                <a:lnTo>
                  <a:pt x="334111" y="3132188"/>
                </a:lnTo>
                <a:close/>
              </a:path>
              <a:path w="18288635" h="10287000">
                <a:moveTo>
                  <a:pt x="335800" y="1252588"/>
                </a:moveTo>
                <a:lnTo>
                  <a:pt x="309333" y="1214488"/>
                </a:lnTo>
                <a:lnTo>
                  <a:pt x="263499" y="1239888"/>
                </a:lnTo>
                <a:lnTo>
                  <a:pt x="289966" y="1277988"/>
                </a:lnTo>
                <a:lnTo>
                  <a:pt x="335800" y="1252588"/>
                </a:lnTo>
                <a:close/>
              </a:path>
              <a:path w="18288635" h="10287000">
                <a:moveTo>
                  <a:pt x="339204" y="2306688"/>
                </a:moveTo>
                <a:lnTo>
                  <a:pt x="322961" y="2281288"/>
                </a:lnTo>
                <a:lnTo>
                  <a:pt x="294843" y="2293988"/>
                </a:lnTo>
                <a:lnTo>
                  <a:pt x="311073" y="2319388"/>
                </a:lnTo>
                <a:lnTo>
                  <a:pt x="339204" y="2306688"/>
                </a:lnTo>
                <a:close/>
              </a:path>
              <a:path w="18288635" h="10287000">
                <a:moveTo>
                  <a:pt x="341426" y="439788"/>
                </a:moveTo>
                <a:lnTo>
                  <a:pt x="308152" y="376288"/>
                </a:lnTo>
                <a:lnTo>
                  <a:pt x="250520" y="414388"/>
                </a:lnTo>
                <a:lnTo>
                  <a:pt x="283794" y="465188"/>
                </a:lnTo>
                <a:lnTo>
                  <a:pt x="341426" y="439788"/>
                </a:lnTo>
                <a:close/>
              </a:path>
              <a:path w="18288635" h="10287000">
                <a:moveTo>
                  <a:pt x="342442" y="4170222"/>
                </a:moveTo>
                <a:lnTo>
                  <a:pt x="339242" y="4164660"/>
                </a:lnTo>
                <a:lnTo>
                  <a:pt x="333679" y="4167873"/>
                </a:lnTo>
                <a:lnTo>
                  <a:pt x="336892" y="4173423"/>
                </a:lnTo>
                <a:lnTo>
                  <a:pt x="342442" y="4170222"/>
                </a:lnTo>
                <a:close/>
              </a:path>
              <a:path w="18288635" h="10287000">
                <a:moveTo>
                  <a:pt x="345617" y="3348088"/>
                </a:moveTo>
                <a:lnTo>
                  <a:pt x="337400" y="3335388"/>
                </a:lnTo>
                <a:lnTo>
                  <a:pt x="323164" y="3348088"/>
                </a:lnTo>
                <a:lnTo>
                  <a:pt x="331381" y="3360788"/>
                </a:lnTo>
                <a:lnTo>
                  <a:pt x="345617" y="3348088"/>
                </a:lnTo>
                <a:close/>
              </a:path>
              <a:path w="18288635" h="10287000">
                <a:moveTo>
                  <a:pt x="346202" y="1481188"/>
                </a:moveTo>
                <a:lnTo>
                  <a:pt x="322148" y="1443088"/>
                </a:lnTo>
                <a:lnTo>
                  <a:pt x="280492" y="1468488"/>
                </a:lnTo>
                <a:lnTo>
                  <a:pt x="304546" y="1506588"/>
                </a:lnTo>
                <a:lnTo>
                  <a:pt x="346202" y="1481188"/>
                </a:lnTo>
                <a:close/>
              </a:path>
              <a:path w="18288635" h="10287000">
                <a:moveTo>
                  <a:pt x="350431" y="2535288"/>
                </a:moveTo>
                <a:lnTo>
                  <a:pt x="336003" y="2509888"/>
                </a:lnTo>
                <a:lnTo>
                  <a:pt x="310997" y="2522588"/>
                </a:lnTo>
                <a:lnTo>
                  <a:pt x="325437" y="2547988"/>
                </a:lnTo>
                <a:lnTo>
                  <a:pt x="350431" y="2535288"/>
                </a:lnTo>
                <a:close/>
              </a:path>
              <a:path w="18288635" h="10287000">
                <a:moveTo>
                  <a:pt x="352933" y="655688"/>
                </a:moveTo>
                <a:lnTo>
                  <a:pt x="321271" y="604888"/>
                </a:lnTo>
                <a:lnTo>
                  <a:pt x="266407" y="642988"/>
                </a:lnTo>
                <a:lnTo>
                  <a:pt x="298081" y="693788"/>
                </a:lnTo>
                <a:lnTo>
                  <a:pt x="352933" y="655688"/>
                </a:lnTo>
                <a:close/>
              </a:path>
              <a:path w="18288635" h="10287000">
                <a:moveTo>
                  <a:pt x="354507" y="4397959"/>
                </a:moveTo>
                <a:lnTo>
                  <a:pt x="352501" y="4394492"/>
                </a:lnTo>
                <a:lnTo>
                  <a:pt x="349021" y="4396498"/>
                </a:lnTo>
                <a:lnTo>
                  <a:pt x="351028" y="4399966"/>
                </a:lnTo>
                <a:lnTo>
                  <a:pt x="354507" y="4397959"/>
                </a:lnTo>
                <a:close/>
              </a:path>
              <a:path w="18288635" h="10287000">
                <a:moveTo>
                  <a:pt x="356895" y="1709788"/>
                </a:moveTo>
                <a:lnTo>
                  <a:pt x="335038" y="1671688"/>
                </a:lnTo>
                <a:lnTo>
                  <a:pt x="297192" y="1697088"/>
                </a:lnTo>
                <a:lnTo>
                  <a:pt x="319049" y="1735188"/>
                </a:lnTo>
                <a:lnTo>
                  <a:pt x="356895" y="1709788"/>
                </a:lnTo>
                <a:close/>
              </a:path>
              <a:path w="18288635" h="10287000">
                <a:moveTo>
                  <a:pt x="357124" y="3576688"/>
                </a:moveTo>
                <a:lnTo>
                  <a:pt x="339051" y="3576688"/>
                </a:lnTo>
                <a:lnTo>
                  <a:pt x="345668" y="3589388"/>
                </a:lnTo>
                <a:lnTo>
                  <a:pt x="357124" y="3576688"/>
                </a:lnTo>
                <a:close/>
              </a:path>
              <a:path w="18288635" h="10287000">
                <a:moveTo>
                  <a:pt x="361670" y="2763888"/>
                </a:moveTo>
                <a:lnTo>
                  <a:pt x="349046" y="2738488"/>
                </a:lnTo>
                <a:lnTo>
                  <a:pt x="327164" y="2751188"/>
                </a:lnTo>
                <a:lnTo>
                  <a:pt x="339788" y="2776588"/>
                </a:lnTo>
                <a:lnTo>
                  <a:pt x="361670" y="2763888"/>
                </a:lnTo>
                <a:close/>
              </a:path>
              <a:path w="18288635" h="10287000">
                <a:moveTo>
                  <a:pt x="363626" y="884288"/>
                </a:moveTo>
                <a:lnTo>
                  <a:pt x="334149" y="833488"/>
                </a:lnTo>
                <a:lnTo>
                  <a:pt x="283121" y="871588"/>
                </a:lnTo>
                <a:lnTo>
                  <a:pt x="312585" y="922388"/>
                </a:lnTo>
                <a:lnTo>
                  <a:pt x="363626" y="884288"/>
                </a:lnTo>
                <a:close/>
              </a:path>
              <a:path w="18288635" h="10287000">
                <a:moveTo>
                  <a:pt x="367106" y="4625848"/>
                </a:moveTo>
                <a:lnTo>
                  <a:pt x="365899" y="4623765"/>
                </a:lnTo>
                <a:lnTo>
                  <a:pt x="363816" y="4624971"/>
                </a:lnTo>
                <a:lnTo>
                  <a:pt x="365023" y="4627054"/>
                </a:lnTo>
                <a:lnTo>
                  <a:pt x="367106" y="4625848"/>
                </a:lnTo>
                <a:close/>
              </a:path>
              <a:path w="18288635" h="10287000">
                <a:moveTo>
                  <a:pt x="367855" y="1938388"/>
                </a:moveTo>
                <a:lnTo>
                  <a:pt x="348005" y="1900288"/>
                </a:lnTo>
                <a:lnTo>
                  <a:pt x="313639" y="1925688"/>
                </a:lnTo>
                <a:lnTo>
                  <a:pt x="333476" y="1963788"/>
                </a:lnTo>
                <a:lnTo>
                  <a:pt x="367855" y="1938388"/>
                </a:lnTo>
                <a:close/>
              </a:path>
              <a:path w="18288635" h="10287000">
                <a:moveTo>
                  <a:pt x="368160" y="71488"/>
                </a:moveTo>
                <a:lnTo>
                  <a:pt x="332930" y="7988"/>
                </a:lnTo>
                <a:lnTo>
                  <a:pt x="331952" y="7988"/>
                </a:lnTo>
                <a:lnTo>
                  <a:pt x="271233" y="46088"/>
                </a:lnTo>
                <a:lnTo>
                  <a:pt x="306705" y="96888"/>
                </a:lnTo>
                <a:lnTo>
                  <a:pt x="368160" y="71488"/>
                </a:lnTo>
                <a:close/>
              </a:path>
              <a:path w="18288635" h="10287000">
                <a:moveTo>
                  <a:pt x="368909" y="3805288"/>
                </a:moveTo>
                <a:lnTo>
                  <a:pt x="354660" y="3805288"/>
                </a:lnTo>
                <a:lnTo>
                  <a:pt x="359879" y="3817988"/>
                </a:lnTo>
                <a:lnTo>
                  <a:pt x="368909" y="3805288"/>
                </a:lnTo>
                <a:close/>
              </a:path>
              <a:path w="18288635" h="10287000">
                <a:moveTo>
                  <a:pt x="372897" y="2992488"/>
                </a:moveTo>
                <a:lnTo>
                  <a:pt x="362077" y="2967088"/>
                </a:lnTo>
                <a:lnTo>
                  <a:pt x="343331" y="2979788"/>
                </a:lnTo>
                <a:lnTo>
                  <a:pt x="354152" y="2992488"/>
                </a:lnTo>
                <a:lnTo>
                  <a:pt x="372897" y="2992488"/>
                </a:lnTo>
                <a:close/>
              </a:path>
              <a:path w="18288635" h="10287000">
                <a:moveTo>
                  <a:pt x="374307" y="1112888"/>
                </a:moveTo>
                <a:lnTo>
                  <a:pt x="347052" y="1074788"/>
                </a:lnTo>
                <a:lnTo>
                  <a:pt x="299821" y="1100188"/>
                </a:lnTo>
                <a:lnTo>
                  <a:pt x="327088" y="1138288"/>
                </a:lnTo>
                <a:lnTo>
                  <a:pt x="374307" y="1112888"/>
                </a:lnTo>
                <a:close/>
              </a:path>
              <a:path w="18288635" h="10287000">
                <a:moveTo>
                  <a:pt x="378269" y="2166988"/>
                </a:moveTo>
                <a:lnTo>
                  <a:pt x="360832" y="2141588"/>
                </a:lnTo>
                <a:lnTo>
                  <a:pt x="330619" y="2154288"/>
                </a:lnTo>
                <a:lnTo>
                  <a:pt x="348056" y="2179688"/>
                </a:lnTo>
                <a:lnTo>
                  <a:pt x="378269" y="2166988"/>
                </a:lnTo>
                <a:close/>
              </a:path>
              <a:path w="18288635" h="10287000">
                <a:moveTo>
                  <a:pt x="379945" y="300088"/>
                </a:moveTo>
                <a:lnTo>
                  <a:pt x="345859" y="236588"/>
                </a:lnTo>
                <a:lnTo>
                  <a:pt x="286842" y="274688"/>
                </a:lnTo>
                <a:lnTo>
                  <a:pt x="320916" y="325488"/>
                </a:lnTo>
                <a:lnTo>
                  <a:pt x="379945" y="300088"/>
                </a:lnTo>
                <a:close/>
              </a:path>
              <a:path w="18288635" h="10287000">
                <a:moveTo>
                  <a:pt x="380415" y="4030713"/>
                </a:moveTo>
                <a:lnTo>
                  <a:pt x="376809" y="4024465"/>
                </a:lnTo>
                <a:lnTo>
                  <a:pt x="370560" y="4028071"/>
                </a:lnTo>
                <a:lnTo>
                  <a:pt x="374167" y="4034320"/>
                </a:lnTo>
                <a:lnTo>
                  <a:pt x="380415" y="4030713"/>
                </a:lnTo>
                <a:close/>
              </a:path>
              <a:path w="18288635" h="10287000">
                <a:moveTo>
                  <a:pt x="384136" y="3221088"/>
                </a:moveTo>
                <a:lnTo>
                  <a:pt x="375107" y="3195688"/>
                </a:lnTo>
                <a:lnTo>
                  <a:pt x="359486" y="3208388"/>
                </a:lnTo>
                <a:lnTo>
                  <a:pt x="368503" y="3221088"/>
                </a:lnTo>
                <a:lnTo>
                  <a:pt x="384136" y="3221088"/>
                </a:lnTo>
                <a:close/>
              </a:path>
              <a:path w="18288635" h="10287000">
                <a:moveTo>
                  <a:pt x="385267" y="1341488"/>
                </a:moveTo>
                <a:lnTo>
                  <a:pt x="360006" y="1303388"/>
                </a:lnTo>
                <a:lnTo>
                  <a:pt x="316268" y="1328788"/>
                </a:lnTo>
                <a:lnTo>
                  <a:pt x="341515" y="1366888"/>
                </a:lnTo>
                <a:lnTo>
                  <a:pt x="385267" y="1341488"/>
                </a:lnTo>
                <a:close/>
              </a:path>
              <a:path w="18288635" h="10287000">
                <a:moveTo>
                  <a:pt x="389229" y="2395588"/>
                </a:moveTo>
                <a:lnTo>
                  <a:pt x="373786" y="2370188"/>
                </a:lnTo>
                <a:lnTo>
                  <a:pt x="347052" y="2382888"/>
                </a:lnTo>
                <a:lnTo>
                  <a:pt x="362483" y="2408288"/>
                </a:lnTo>
                <a:lnTo>
                  <a:pt x="389229" y="2395588"/>
                </a:lnTo>
                <a:close/>
              </a:path>
              <a:path w="18288635" h="10287000">
                <a:moveTo>
                  <a:pt x="391452" y="528688"/>
                </a:moveTo>
                <a:lnTo>
                  <a:pt x="358978" y="465188"/>
                </a:lnTo>
                <a:lnTo>
                  <a:pt x="302729" y="503288"/>
                </a:lnTo>
                <a:lnTo>
                  <a:pt x="335203" y="554088"/>
                </a:lnTo>
                <a:lnTo>
                  <a:pt x="391452" y="528688"/>
                </a:lnTo>
                <a:close/>
              </a:path>
              <a:path w="18288635" h="10287000">
                <a:moveTo>
                  <a:pt x="393014" y="4258602"/>
                </a:moveTo>
                <a:lnTo>
                  <a:pt x="390207" y="4253750"/>
                </a:lnTo>
                <a:lnTo>
                  <a:pt x="385343" y="4256544"/>
                </a:lnTo>
                <a:lnTo>
                  <a:pt x="388150" y="4261409"/>
                </a:lnTo>
                <a:lnTo>
                  <a:pt x="393014" y="4258602"/>
                </a:lnTo>
                <a:close/>
              </a:path>
              <a:path w="18288635" h="10287000">
                <a:moveTo>
                  <a:pt x="395643" y="3436988"/>
                </a:moveTo>
                <a:lnTo>
                  <a:pt x="388226" y="3424288"/>
                </a:lnTo>
                <a:lnTo>
                  <a:pt x="375373" y="3436988"/>
                </a:lnTo>
                <a:lnTo>
                  <a:pt x="382790" y="3449688"/>
                </a:lnTo>
                <a:lnTo>
                  <a:pt x="395643" y="3436988"/>
                </a:lnTo>
                <a:close/>
              </a:path>
              <a:path w="18288635" h="10287000">
                <a:moveTo>
                  <a:pt x="395681" y="1570088"/>
                </a:moveTo>
                <a:lnTo>
                  <a:pt x="372821" y="1531988"/>
                </a:lnTo>
                <a:lnTo>
                  <a:pt x="333248" y="1557388"/>
                </a:lnTo>
                <a:lnTo>
                  <a:pt x="356095" y="1595488"/>
                </a:lnTo>
                <a:lnTo>
                  <a:pt x="395681" y="1570088"/>
                </a:lnTo>
                <a:close/>
              </a:path>
              <a:path w="18288635" h="10287000">
                <a:moveTo>
                  <a:pt x="400456" y="2624188"/>
                </a:moveTo>
                <a:lnTo>
                  <a:pt x="386829" y="2598788"/>
                </a:lnTo>
                <a:lnTo>
                  <a:pt x="363220" y="2611488"/>
                </a:lnTo>
                <a:lnTo>
                  <a:pt x="376847" y="2636888"/>
                </a:lnTo>
                <a:lnTo>
                  <a:pt x="400456" y="2624188"/>
                </a:lnTo>
                <a:close/>
              </a:path>
              <a:path w="18288635" h="10287000">
                <a:moveTo>
                  <a:pt x="402412" y="744588"/>
                </a:moveTo>
                <a:lnTo>
                  <a:pt x="371944" y="693788"/>
                </a:lnTo>
                <a:lnTo>
                  <a:pt x="319163" y="731888"/>
                </a:lnTo>
                <a:lnTo>
                  <a:pt x="349631" y="782688"/>
                </a:lnTo>
                <a:lnTo>
                  <a:pt x="402412" y="744588"/>
                </a:lnTo>
                <a:close/>
              </a:path>
              <a:path w="18288635" h="10287000">
                <a:moveTo>
                  <a:pt x="405066" y="4486351"/>
                </a:moveTo>
                <a:lnTo>
                  <a:pt x="403466" y="4483570"/>
                </a:lnTo>
                <a:lnTo>
                  <a:pt x="400685" y="4485183"/>
                </a:lnTo>
                <a:lnTo>
                  <a:pt x="402285" y="4487951"/>
                </a:lnTo>
                <a:lnTo>
                  <a:pt x="405066" y="4486351"/>
                </a:lnTo>
                <a:close/>
              </a:path>
              <a:path w="18288635" h="10287000">
                <a:moveTo>
                  <a:pt x="406641" y="1798688"/>
                </a:moveTo>
                <a:lnTo>
                  <a:pt x="385787" y="1760588"/>
                </a:lnTo>
                <a:lnTo>
                  <a:pt x="349681" y="1785988"/>
                </a:lnTo>
                <a:lnTo>
                  <a:pt x="370535" y="1824088"/>
                </a:lnTo>
                <a:lnTo>
                  <a:pt x="406641" y="1798688"/>
                </a:lnTo>
                <a:close/>
              </a:path>
              <a:path w="18288635" h="10287000">
                <a:moveTo>
                  <a:pt x="407149" y="3665588"/>
                </a:moveTo>
                <a:lnTo>
                  <a:pt x="391261" y="3665588"/>
                </a:lnTo>
                <a:lnTo>
                  <a:pt x="397078" y="3678288"/>
                </a:lnTo>
                <a:lnTo>
                  <a:pt x="407149" y="3665588"/>
                </a:lnTo>
                <a:close/>
              </a:path>
              <a:path w="18288635" h="10287000">
                <a:moveTo>
                  <a:pt x="411416" y="2852788"/>
                </a:moveTo>
                <a:lnTo>
                  <a:pt x="399783" y="2827388"/>
                </a:lnTo>
                <a:lnTo>
                  <a:pt x="379653" y="2840088"/>
                </a:lnTo>
                <a:lnTo>
                  <a:pt x="391274" y="2865488"/>
                </a:lnTo>
                <a:lnTo>
                  <a:pt x="411416" y="2852788"/>
                </a:lnTo>
                <a:close/>
              </a:path>
              <a:path w="18288635" h="10287000">
                <a:moveTo>
                  <a:pt x="412826" y="973188"/>
                </a:moveTo>
                <a:lnTo>
                  <a:pt x="384759" y="935088"/>
                </a:lnTo>
                <a:lnTo>
                  <a:pt x="336156" y="960488"/>
                </a:lnTo>
                <a:lnTo>
                  <a:pt x="364210" y="1011288"/>
                </a:lnTo>
                <a:lnTo>
                  <a:pt x="412826" y="973188"/>
                </a:lnTo>
                <a:close/>
              </a:path>
              <a:path w="18288635" h="10287000">
                <a:moveTo>
                  <a:pt x="417322" y="2027288"/>
                </a:moveTo>
                <a:lnTo>
                  <a:pt x="398678" y="1989188"/>
                </a:lnTo>
                <a:lnTo>
                  <a:pt x="366395" y="2014588"/>
                </a:lnTo>
                <a:lnTo>
                  <a:pt x="385038" y="2039988"/>
                </a:lnTo>
                <a:lnTo>
                  <a:pt x="417322" y="2027288"/>
                </a:lnTo>
                <a:close/>
              </a:path>
              <a:path w="18288635" h="10287000">
                <a:moveTo>
                  <a:pt x="417664" y="4714240"/>
                </a:moveTo>
                <a:lnTo>
                  <a:pt x="416864" y="4712855"/>
                </a:lnTo>
                <a:lnTo>
                  <a:pt x="415480" y="4713656"/>
                </a:lnTo>
                <a:lnTo>
                  <a:pt x="416280" y="4715040"/>
                </a:lnTo>
                <a:lnTo>
                  <a:pt x="417664" y="4714240"/>
                </a:lnTo>
                <a:close/>
              </a:path>
              <a:path w="18288635" h="10287000">
                <a:moveTo>
                  <a:pt x="417906" y="160388"/>
                </a:moveTo>
                <a:lnTo>
                  <a:pt x="383425" y="96888"/>
                </a:lnTo>
                <a:lnTo>
                  <a:pt x="323710" y="134988"/>
                </a:lnTo>
                <a:lnTo>
                  <a:pt x="358190" y="185788"/>
                </a:lnTo>
                <a:lnTo>
                  <a:pt x="417906" y="160388"/>
                </a:lnTo>
                <a:close/>
              </a:path>
              <a:path w="18288635" h="10287000">
                <a:moveTo>
                  <a:pt x="418922" y="3891356"/>
                </a:moveTo>
                <a:lnTo>
                  <a:pt x="414515" y="3883723"/>
                </a:lnTo>
                <a:lnTo>
                  <a:pt x="406882" y="3888130"/>
                </a:lnTo>
                <a:lnTo>
                  <a:pt x="411289" y="3895763"/>
                </a:lnTo>
                <a:lnTo>
                  <a:pt x="418922" y="3891356"/>
                </a:lnTo>
                <a:close/>
              </a:path>
              <a:path w="18288635" h="10287000">
                <a:moveTo>
                  <a:pt x="422922" y="3081388"/>
                </a:moveTo>
                <a:lnTo>
                  <a:pt x="412902" y="3055988"/>
                </a:lnTo>
                <a:lnTo>
                  <a:pt x="395541" y="3068688"/>
                </a:lnTo>
                <a:lnTo>
                  <a:pt x="405561" y="3081388"/>
                </a:lnTo>
                <a:lnTo>
                  <a:pt x="422922" y="3081388"/>
                </a:lnTo>
                <a:close/>
              </a:path>
              <a:path w="18288635" h="10287000">
                <a:moveTo>
                  <a:pt x="424053" y="1201788"/>
                </a:moveTo>
                <a:lnTo>
                  <a:pt x="397802" y="1163688"/>
                </a:lnTo>
                <a:lnTo>
                  <a:pt x="352310" y="1189088"/>
                </a:lnTo>
                <a:lnTo>
                  <a:pt x="378574" y="1227188"/>
                </a:lnTo>
                <a:lnTo>
                  <a:pt x="424053" y="1201788"/>
                </a:lnTo>
                <a:close/>
              </a:path>
              <a:path w="18288635" h="10287000">
                <a:moveTo>
                  <a:pt x="428015" y="2255888"/>
                </a:moveTo>
                <a:lnTo>
                  <a:pt x="411568" y="2230488"/>
                </a:lnTo>
                <a:lnTo>
                  <a:pt x="383108" y="2243188"/>
                </a:lnTo>
                <a:lnTo>
                  <a:pt x="399542" y="2268588"/>
                </a:lnTo>
                <a:lnTo>
                  <a:pt x="428015" y="2255888"/>
                </a:lnTo>
                <a:close/>
              </a:path>
              <a:path w="18288635" h="10287000">
                <a:moveTo>
                  <a:pt x="429412" y="388988"/>
                </a:moveTo>
                <a:lnTo>
                  <a:pt x="396544" y="325488"/>
                </a:lnTo>
                <a:lnTo>
                  <a:pt x="339610" y="363588"/>
                </a:lnTo>
                <a:lnTo>
                  <a:pt x="372478" y="414388"/>
                </a:lnTo>
                <a:lnTo>
                  <a:pt x="429412" y="388988"/>
                </a:lnTo>
                <a:close/>
              </a:path>
              <a:path w="18288635" h="10287000">
                <a:moveTo>
                  <a:pt x="430987" y="4119105"/>
                </a:moveTo>
                <a:lnTo>
                  <a:pt x="427774" y="4113542"/>
                </a:lnTo>
                <a:lnTo>
                  <a:pt x="422224" y="4116755"/>
                </a:lnTo>
                <a:lnTo>
                  <a:pt x="425424" y="4122305"/>
                </a:lnTo>
                <a:lnTo>
                  <a:pt x="430987" y="4119105"/>
                </a:lnTo>
                <a:close/>
              </a:path>
              <a:path w="18288635" h="10287000">
                <a:moveTo>
                  <a:pt x="434428" y="3297288"/>
                </a:moveTo>
                <a:lnTo>
                  <a:pt x="426008" y="3284588"/>
                </a:lnTo>
                <a:lnTo>
                  <a:pt x="411429" y="3297288"/>
                </a:lnTo>
                <a:lnTo>
                  <a:pt x="419849" y="3309988"/>
                </a:lnTo>
                <a:lnTo>
                  <a:pt x="434428" y="3297288"/>
                </a:lnTo>
                <a:close/>
              </a:path>
              <a:path w="18288635" h="10287000">
                <a:moveTo>
                  <a:pt x="434733" y="1430388"/>
                </a:moveTo>
                <a:lnTo>
                  <a:pt x="410679" y="1392288"/>
                </a:lnTo>
                <a:lnTo>
                  <a:pt x="369023" y="1417688"/>
                </a:lnTo>
                <a:lnTo>
                  <a:pt x="393077" y="1455788"/>
                </a:lnTo>
                <a:lnTo>
                  <a:pt x="434733" y="1430388"/>
                </a:lnTo>
                <a:close/>
              </a:path>
              <a:path w="18288635" h="10287000">
                <a:moveTo>
                  <a:pt x="439242" y="2484488"/>
                </a:moveTo>
                <a:lnTo>
                  <a:pt x="424611" y="2459088"/>
                </a:lnTo>
                <a:lnTo>
                  <a:pt x="399262" y="2471788"/>
                </a:lnTo>
                <a:lnTo>
                  <a:pt x="413893" y="2497188"/>
                </a:lnTo>
                <a:lnTo>
                  <a:pt x="439242" y="2484488"/>
                </a:lnTo>
                <a:close/>
              </a:path>
              <a:path w="18288635" h="10287000">
                <a:moveTo>
                  <a:pt x="440918" y="604888"/>
                </a:moveTo>
                <a:lnTo>
                  <a:pt x="409651" y="554088"/>
                </a:lnTo>
                <a:lnTo>
                  <a:pt x="355498" y="592188"/>
                </a:lnTo>
                <a:lnTo>
                  <a:pt x="386765" y="642988"/>
                </a:lnTo>
                <a:lnTo>
                  <a:pt x="440918" y="604888"/>
                </a:lnTo>
                <a:close/>
              </a:path>
              <a:path w="18288635" h="10287000">
                <a:moveTo>
                  <a:pt x="443306" y="4346918"/>
                </a:moveTo>
                <a:lnTo>
                  <a:pt x="441096" y="4343108"/>
                </a:lnTo>
                <a:lnTo>
                  <a:pt x="437286" y="4345305"/>
                </a:lnTo>
                <a:lnTo>
                  <a:pt x="439483" y="4349127"/>
                </a:lnTo>
                <a:lnTo>
                  <a:pt x="443306" y="4346918"/>
                </a:lnTo>
                <a:close/>
              </a:path>
              <a:path w="18288635" h="10287000">
                <a:moveTo>
                  <a:pt x="444919" y="7988"/>
                </a:moveTo>
                <a:lnTo>
                  <a:pt x="378980" y="7988"/>
                </a:lnTo>
                <a:lnTo>
                  <a:pt x="398399" y="46088"/>
                </a:lnTo>
                <a:lnTo>
                  <a:pt x="444919" y="7988"/>
                </a:lnTo>
                <a:close/>
              </a:path>
              <a:path w="18288635" h="10287000">
                <a:moveTo>
                  <a:pt x="445427" y="1658988"/>
                </a:moveTo>
                <a:lnTo>
                  <a:pt x="423570" y="1620888"/>
                </a:lnTo>
                <a:lnTo>
                  <a:pt x="385737" y="1646288"/>
                </a:lnTo>
                <a:lnTo>
                  <a:pt x="407581" y="1684388"/>
                </a:lnTo>
                <a:lnTo>
                  <a:pt x="445427" y="1658988"/>
                </a:lnTo>
                <a:close/>
              </a:path>
              <a:path w="18288635" h="10287000">
                <a:moveTo>
                  <a:pt x="445935" y="3525888"/>
                </a:moveTo>
                <a:lnTo>
                  <a:pt x="439115" y="3513188"/>
                </a:lnTo>
                <a:lnTo>
                  <a:pt x="427316" y="3525888"/>
                </a:lnTo>
                <a:lnTo>
                  <a:pt x="434124" y="3538588"/>
                </a:lnTo>
                <a:lnTo>
                  <a:pt x="445935" y="3525888"/>
                </a:lnTo>
                <a:close/>
              </a:path>
              <a:path w="18288635" h="10287000">
                <a:moveTo>
                  <a:pt x="450202" y="2713088"/>
                </a:moveTo>
                <a:lnTo>
                  <a:pt x="437578" y="2687688"/>
                </a:lnTo>
                <a:lnTo>
                  <a:pt x="415696" y="2700388"/>
                </a:lnTo>
                <a:lnTo>
                  <a:pt x="428332" y="2725788"/>
                </a:lnTo>
                <a:lnTo>
                  <a:pt x="450202" y="2713088"/>
                </a:lnTo>
                <a:close/>
              </a:path>
              <a:path w="18288635" h="10287000">
                <a:moveTo>
                  <a:pt x="451878" y="833488"/>
                </a:moveTo>
                <a:lnTo>
                  <a:pt x="422617" y="782688"/>
                </a:lnTo>
                <a:lnTo>
                  <a:pt x="371932" y="820788"/>
                </a:lnTo>
                <a:lnTo>
                  <a:pt x="401193" y="871588"/>
                </a:lnTo>
                <a:lnTo>
                  <a:pt x="451878" y="833488"/>
                </a:lnTo>
                <a:close/>
              </a:path>
              <a:path w="18288635" h="10287000">
                <a:moveTo>
                  <a:pt x="455637" y="4574743"/>
                </a:moveTo>
                <a:lnTo>
                  <a:pt x="454431" y="4572647"/>
                </a:lnTo>
                <a:lnTo>
                  <a:pt x="452348" y="4573854"/>
                </a:lnTo>
                <a:lnTo>
                  <a:pt x="453555" y="4575937"/>
                </a:lnTo>
                <a:lnTo>
                  <a:pt x="455637" y="4574743"/>
                </a:lnTo>
                <a:close/>
              </a:path>
              <a:path w="18288635" h="10287000">
                <a:moveTo>
                  <a:pt x="456387" y="1887588"/>
                </a:moveTo>
                <a:lnTo>
                  <a:pt x="436537" y="1849488"/>
                </a:lnTo>
                <a:lnTo>
                  <a:pt x="402170" y="1874888"/>
                </a:lnTo>
                <a:lnTo>
                  <a:pt x="422008" y="1912988"/>
                </a:lnTo>
                <a:lnTo>
                  <a:pt x="456387" y="1887588"/>
                </a:lnTo>
                <a:close/>
              </a:path>
              <a:path w="18288635" h="10287000">
                <a:moveTo>
                  <a:pt x="457441" y="3754488"/>
                </a:moveTo>
                <a:lnTo>
                  <a:pt x="443204" y="3754488"/>
                </a:lnTo>
                <a:lnTo>
                  <a:pt x="448411" y="3767188"/>
                </a:lnTo>
                <a:lnTo>
                  <a:pt x="457441" y="3754488"/>
                </a:lnTo>
                <a:close/>
              </a:path>
              <a:path w="18288635" h="10287000">
                <a:moveTo>
                  <a:pt x="461429" y="2941688"/>
                </a:moveTo>
                <a:lnTo>
                  <a:pt x="450608" y="2916288"/>
                </a:lnTo>
                <a:lnTo>
                  <a:pt x="431863" y="2928988"/>
                </a:lnTo>
                <a:lnTo>
                  <a:pt x="442683" y="2941688"/>
                </a:lnTo>
                <a:lnTo>
                  <a:pt x="461429" y="2941688"/>
                </a:lnTo>
                <a:close/>
              </a:path>
              <a:path w="18288635" h="10287000">
                <a:moveTo>
                  <a:pt x="462572" y="1062088"/>
                </a:moveTo>
                <a:lnTo>
                  <a:pt x="435508" y="1023988"/>
                </a:lnTo>
                <a:lnTo>
                  <a:pt x="388645" y="1049388"/>
                </a:lnTo>
                <a:lnTo>
                  <a:pt x="415696" y="1087488"/>
                </a:lnTo>
                <a:lnTo>
                  <a:pt x="462572" y="1062088"/>
                </a:lnTo>
                <a:close/>
              </a:path>
              <a:path w="18288635" h="10287000">
                <a:moveTo>
                  <a:pt x="467067" y="2116188"/>
                </a:moveTo>
                <a:lnTo>
                  <a:pt x="449427" y="2078088"/>
                </a:lnTo>
                <a:lnTo>
                  <a:pt x="418871" y="2103488"/>
                </a:lnTo>
                <a:lnTo>
                  <a:pt x="436511" y="2128888"/>
                </a:lnTo>
                <a:lnTo>
                  <a:pt x="467067" y="2116188"/>
                </a:lnTo>
                <a:close/>
              </a:path>
              <a:path w="18288635" h="10287000">
                <a:moveTo>
                  <a:pt x="467652" y="249288"/>
                </a:moveTo>
                <a:lnTo>
                  <a:pt x="434174" y="185788"/>
                </a:lnTo>
                <a:lnTo>
                  <a:pt x="376199" y="223888"/>
                </a:lnTo>
                <a:lnTo>
                  <a:pt x="409676" y="274688"/>
                </a:lnTo>
                <a:lnTo>
                  <a:pt x="467652" y="249288"/>
                </a:lnTo>
                <a:close/>
              </a:path>
              <a:path w="18288635" h="10287000">
                <a:moveTo>
                  <a:pt x="469214" y="3979672"/>
                </a:moveTo>
                <a:lnTo>
                  <a:pt x="465416" y="3973080"/>
                </a:lnTo>
                <a:lnTo>
                  <a:pt x="458812" y="3976890"/>
                </a:lnTo>
                <a:lnTo>
                  <a:pt x="462622" y="3983482"/>
                </a:lnTo>
                <a:lnTo>
                  <a:pt x="469214" y="3979672"/>
                </a:lnTo>
                <a:close/>
              </a:path>
              <a:path w="18288635" h="10287000">
                <a:moveTo>
                  <a:pt x="472668" y="3157588"/>
                </a:moveTo>
                <a:lnTo>
                  <a:pt x="463651" y="3144888"/>
                </a:lnTo>
                <a:lnTo>
                  <a:pt x="448017" y="3157588"/>
                </a:lnTo>
                <a:lnTo>
                  <a:pt x="457047" y="3170288"/>
                </a:lnTo>
                <a:lnTo>
                  <a:pt x="472668" y="3157588"/>
                </a:lnTo>
                <a:close/>
              </a:path>
              <a:path w="18288635" h="10287000">
                <a:moveTo>
                  <a:pt x="473532" y="1290688"/>
                </a:moveTo>
                <a:lnTo>
                  <a:pt x="448462" y="1252588"/>
                </a:lnTo>
                <a:lnTo>
                  <a:pt x="405066" y="1277988"/>
                </a:lnTo>
                <a:lnTo>
                  <a:pt x="430123" y="1316088"/>
                </a:lnTo>
                <a:lnTo>
                  <a:pt x="473532" y="1290688"/>
                </a:lnTo>
                <a:close/>
              </a:path>
              <a:path w="18288635" h="10287000">
                <a:moveTo>
                  <a:pt x="477761" y="2344788"/>
                </a:moveTo>
                <a:lnTo>
                  <a:pt x="462318" y="2319388"/>
                </a:lnTo>
                <a:lnTo>
                  <a:pt x="435584" y="2332088"/>
                </a:lnTo>
                <a:lnTo>
                  <a:pt x="451027" y="2357488"/>
                </a:lnTo>
                <a:lnTo>
                  <a:pt x="477761" y="2344788"/>
                </a:lnTo>
                <a:close/>
              </a:path>
              <a:path w="18288635" h="10287000">
                <a:moveTo>
                  <a:pt x="479171" y="465188"/>
                </a:moveTo>
                <a:lnTo>
                  <a:pt x="447294" y="414388"/>
                </a:lnTo>
                <a:lnTo>
                  <a:pt x="392087" y="452488"/>
                </a:lnTo>
                <a:lnTo>
                  <a:pt x="423964" y="503288"/>
                </a:lnTo>
                <a:lnTo>
                  <a:pt x="479171" y="465188"/>
                </a:lnTo>
                <a:close/>
              </a:path>
              <a:path w="18288635" h="10287000">
                <a:moveTo>
                  <a:pt x="481545" y="4207484"/>
                </a:moveTo>
                <a:lnTo>
                  <a:pt x="478739" y="4202633"/>
                </a:lnTo>
                <a:lnTo>
                  <a:pt x="473875" y="4205440"/>
                </a:lnTo>
                <a:lnTo>
                  <a:pt x="476694" y="4210304"/>
                </a:lnTo>
                <a:lnTo>
                  <a:pt x="481545" y="4207484"/>
                </a:lnTo>
                <a:close/>
              </a:path>
              <a:path w="18288635" h="10287000">
                <a:moveTo>
                  <a:pt x="484212" y="1519288"/>
                </a:moveTo>
                <a:lnTo>
                  <a:pt x="461365" y="1481188"/>
                </a:lnTo>
                <a:lnTo>
                  <a:pt x="421779" y="1506588"/>
                </a:lnTo>
                <a:lnTo>
                  <a:pt x="444627" y="1544688"/>
                </a:lnTo>
                <a:lnTo>
                  <a:pt x="484212" y="1519288"/>
                </a:lnTo>
                <a:close/>
              </a:path>
              <a:path w="18288635" h="10287000">
                <a:moveTo>
                  <a:pt x="484441" y="3386188"/>
                </a:moveTo>
                <a:lnTo>
                  <a:pt x="476821" y="3373488"/>
                </a:lnTo>
                <a:lnTo>
                  <a:pt x="463638" y="3386188"/>
                </a:lnTo>
                <a:lnTo>
                  <a:pt x="471258" y="3398888"/>
                </a:lnTo>
                <a:lnTo>
                  <a:pt x="484441" y="3386188"/>
                </a:lnTo>
                <a:close/>
              </a:path>
              <a:path w="18288635" h="10287000">
                <a:moveTo>
                  <a:pt x="489267" y="2573388"/>
                </a:moveTo>
                <a:lnTo>
                  <a:pt x="475424" y="2547988"/>
                </a:lnTo>
                <a:lnTo>
                  <a:pt x="451472" y="2560688"/>
                </a:lnTo>
                <a:lnTo>
                  <a:pt x="465302" y="2586088"/>
                </a:lnTo>
                <a:lnTo>
                  <a:pt x="489267" y="2573388"/>
                </a:lnTo>
                <a:close/>
              </a:path>
              <a:path w="18288635" h="10287000">
                <a:moveTo>
                  <a:pt x="490397" y="693788"/>
                </a:moveTo>
                <a:lnTo>
                  <a:pt x="460324" y="642988"/>
                </a:lnTo>
                <a:lnTo>
                  <a:pt x="408254" y="681088"/>
                </a:lnTo>
                <a:lnTo>
                  <a:pt x="438315" y="731888"/>
                </a:lnTo>
                <a:lnTo>
                  <a:pt x="490397" y="693788"/>
                </a:lnTo>
                <a:close/>
              </a:path>
              <a:path w="18288635" h="10287000">
                <a:moveTo>
                  <a:pt x="493877" y="4435310"/>
                </a:moveTo>
                <a:lnTo>
                  <a:pt x="492074" y="4432185"/>
                </a:lnTo>
                <a:lnTo>
                  <a:pt x="488950" y="4433989"/>
                </a:lnTo>
                <a:lnTo>
                  <a:pt x="490753" y="4437113"/>
                </a:lnTo>
                <a:lnTo>
                  <a:pt x="493877" y="4435310"/>
                </a:lnTo>
                <a:close/>
              </a:path>
              <a:path w="18288635" h="10287000">
                <a:moveTo>
                  <a:pt x="495173" y="1747888"/>
                </a:moveTo>
                <a:lnTo>
                  <a:pt x="474332" y="1709788"/>
                </a:lnTo>
                <a:lnTo>
                  <a:pt x="438213" y="1735188"/>
                </a:lnTo>
                <a:lnTo>
                  <a:pt x="459066" y="1773288"/>
                </a:lnTo>
                <a:lnTo>
                  <a:pt x="495173" y="1747888"/>
                </a:lnTo>
                <a:close/>
              </a:path>
              <a:path w="18288635" h="10287000">
                <a:moveTo>
                  <a:pt x="495960" y="3614788"/>
                </a:moveTo>
                <a:lnTo>
                  <a:pt x="479526" y="3614788"/>
                </a:lnTo>
                <a:lnTo>
                  <a:pt x="485546" y="3627488"/>
                </a:lnTo>
                <a:lnTo>
                  <a:pt x="495960" y="3614788"/>
                </a:lnTo>
                <a:close/>
              </a:path>
              <a:path w="18288635" h="10287000">
                <a:moveTo>
                  <a:pt x="500214" y="2801988"/>
                </a:moveTo>
                <a:lnTo>
                  <a:pt x="488391" y="2776588"/>
                </a:lnTo>
                <a:lnTo>
                  <a:pt x="467906" y="2789288"/>
                </a:lnTo>
                <a:lnTo>
                  <a:pt x="479742" y="2814688"/>
                </a:lnTo>
                <a:lnTo>
                  <a:pt x="500214" y="2801988"/>
                </a:lnTo>
                <a:close/>
              </a:path>
              <a:path w="18288635" h="10287000">
                <a:moveTo>
                  <a:pt x="501078" y="922388"/>
                </a:moveTo>
                <a:lnTo>
                  <a:pt x="473214" y="884288"/>
                </a:lnTo>
                <a:lnTo>
                  <a:pt x="424954" y="909688"/>
                </a:lnTo>
                <a:lnTo>
                  <a:pt x="452818" y="947788"/>
                </a:lnTo>
                <a:lnTo>
                  <a:pt x="501078" y="922388"/>
                </a:lnTo>
                <a:close/>
              </a:path>
              <a:path w="18288635" h="10287000">
                <a:moveTo>
                  <a:pt x="505345" y="109588"/>
                </a:moveTo>
                <a:lnTo>
                  <a:pt x="471678" y="46088"/>
                </a:lnTo>
                <a:lnTo>
                  <a:pt x="413346" y="84188"/>
                </a:lnTo>
                <a:lnTo>
                  <a:pt x="447027" y="134988"/>
                </a:lnTo>
                <a:lnTo>
                  <a:pt x="505345" y="109588"/>
                </a:lnTo>
                <a:close/>
              </a:path>
              <a:path w="18288635" h="10287000">
                <a:moveTo>
                  <a:pt x="506133" y="1976488"/>
                </a:moveTo>
                <a:lnTo>
                  <a:pt x="487286" y="1938388"/>
                </a:lnTo>
                <a:lnTo>
                  <a:pt x="454647" y="1963788"/>
                </a:lnTo>
                <a:lnTo>
                  <a:pt x="473494" y="1989188"/>
                </a:lnTo>
                <a:lnTo>
                  <a:pt x="506133" y="1976488"/>
                </a:lnTo>
                <a:close/>
              </a:path>
              <a:path w="18288635" h="10287000">
                <a:moveTo>
                  <a:pt x="506209" y="4663122"/>
                </a:moveTo>
                <a:lnTo>
                  <a:pt x="505396" y="4661738"/>
                </a:lnTo>
                <a:lnTo>
                  <a:pt x="504012" y="4662538"/>
                </a:lnTo>
                <a:lnTo>
                  <a:pt x="504812" y="4663935"/>
                </a:lnTo>
                <a:lnTo>
                  <a:pt x="506209" y="4663122"/>
                </a:lnTo>
                <a:close/>
              </a:path>
              <a:path w="18288635" h="10287000">
                <a:moveTo>
                  <a:pt x="507733" y="3840315"/>
                </a:moveTo>
                <a:lnTo>
                  <a:pt x="503123" y="3832326"/>
                </a:lnTo>
                <a:lnTo>
                  <a:pt x="495134" y="3836949"/>
                </a:lnTo>
                <a:lnTo>
                  <a:pt x="499745" y="3844925"/>
                </a:lnTo>
                <a:lnTo>
                  <a:pt x="507733" y="3840315"/>
                </a:lnTo>
                <a:close/>
              </a:path>
              <a:path w="18288635" h="10287000">
                <a:moveTo>
                  <a:pt x="511733" y="3030588"/>
                </a:moveTo>
                <a:lnTo>
                  <a:pt x="501510" y="3005188"/>
                </a:lnTo>
                <a:lnTo>
                  <a:pt x="483793" y="3017888"/>
                </a:lnTo>
                <a:lnTo>
                  <a:pt x="494017" y="3030588"/>
                </a:lnTo>
                <a:lnTo>
                  <a:pt x="511733" y="3030588"/>
                </a:lnTo>
                <a:close/>
              </a:path>
              <a:path w="18288635" h="10287000">
                <a:moveTo>
                  <a:pt x="512584" y="1150988"/>
                </a:moveTo>
                <a:lnTo>
                  <a:pt x="486333" y="1112888"/>
                </a:lnTo>
                <a:lnTo>
                  <a:pt x="440855" y="1138288"/>
                </a:lnTo>
                <a:lnTo>
                  <a:pt x="467106" y="1176388"/>
                </a:lnTo>
                <a:lnTo>
                  <a:pt x="512584" y="1150988"/>
                </a:lnTo>
                <a:close/>
              </a:path>
              <a:path w="18288635" h="10287000">
                <a:moveTo>
                  <a:pt x="516813" y="2205088"/>
                </a:moveTo>
                <a:lnTo>
                  <a:pt x="500176" y="2179688"/>
                </a:lnTo>
                <a:lnTo>
                  <a:pt x="471360" y="2192388"/>
                </a:lnTo>
                <a:lnTo>
                  <a:pt x="487997" y="2217788"/>
                </a:lnTo>
                <a:lnTo>
                  <a:pt x="516813" y="2205088"/>
                </a:lnTo>
                <a:close/>
              </a:path>
              <a:path w="18288635" h="10287000">
                <a:moveTo>
                  <a:pt x="517398" y="338188"/>
                </a:moveTo>
                <a:lnTo>
                  <a:pt x="484924" y="274688"/>
                </a:lnTo>
                <a:lnTo>
                  <a:pt x="428688" y="312788"/>
                </a:lnTo>
                <a:lnTo>
                  <a:pt x="461162" y="363588"/>
                </a:lnTo>
                <a:lnTo>
                  <a:pt x="517398" y="338188"/>
                </a:lnTo>
                <a:close/>
              </a:path>
              <a:path w="18288635" h="10287000">
                <a:moveTo>
                  <a:pt x="519785" y="4068064"/>
                </a:moveTo>
                <a:lnTo>
                  <a:pt x="516382" y="4062158"/>
                </a:lnTo>
                <a:lnTo>
                  <a:pt x="510476" y="4065562"/>
                </a:lnTo>
                <a:lnTo>
                  <a:pt x="513892" y="4071467"/>
                </a:lnTo>
                <a:lnTo>
                  <a:pt x="519785" y="4068064"/>
                </a:lnTo>
                <a:close/>
              </a:path>
              <a:path w="18288635" h="10287000">
                <a:moveTo>
                  <a:pt x="522960" y="3246488"/>
                </a:moveTo>
                <a:lnTo>
                  <a:pt x="514540" y="3233788"/>
                </a:lnTo>
                <a:lnTo>
                  <a:pt x="499960" y="3246488"/>
                </a:lnTo>
                <a:lnTo>
                  <a:pt x="508381" y="3259188"/>
                </a:lnTo>
                <a:lnTo>
                  <a:pt x="522960" y="3246488"/>
                </a:lnTo>
                <a:close/>
              </a:path>
              <a:path w="18288635" h="10287000">
                <a:moveTo>
                  <a:pt x="522998" y="1379588"/>
                </a:moveTo>
                <a:lnTo>
                  <a:pt x="499148" y="1341488"/>
                </a:lnTo>
                <a:lnTo>
                  <a:pt x="457822" y="1366888"/>
                </a:lnTo>
                <a:lnTo>
                  <a:pt x="481685" y="1404988"/>
                </a:lnTo>
                <a:lnTo>
                  <a:pt x="522998" y="1379588"/>
                </a:lnTo>
                <a:close/>
              </a:path>
              <a:path w="18288635" h="10287000">
                <a:moveTo>
                  <a:pt x="527773" y="2433688"/>
                </a:moveTo>
                <a:lnTo>
                  <a:pt x="513143" y="2408288"/>
                </a:lnTo>
                <a:lnTo>
                  <a:pt x="487794" y="2420988"/>
                </a:lnTo>
                <a:lnTo>
                  <a:pt x="502424" y="2446388"/>
                </a:lnTo>
                <a:lnTo>
                  <a:pt x="527773" y="2433688"/>
                </a:lnTo>
                <a:close/>
              </a:path>
              <a:path w="18288635" h="10287000">
                <a:moveTo>
                  <a:pt x="528904" y="554088"/>
                </a:moveTo>
                <a:lnTo>
                  <a:pt x="498043" y="503288"/>
                </a:lnTo>
                <a:lnTo>
                  <a:pt x="444576" y="541388"/>
                </a:lnTo>
                <a:lnTo>
                  <a:pt x="475437" y="592188"/>
                </a:lnTo>
                <a:lnTo>
                  <a:pt x="528904" y="554088"/>
                </a:lnTo>
                <a:close/>
              </a:path>
              <a:path w="18288635" h="10287000">
                <a:moveTo>
                  <a:pt x="531837" y="4295813"/>
                </a:moveTo>
                <a:lnTo>
                  <a:pt x="529640" y="4291990"/>
                </a:lnTo>
                <a:lnTo>
                  <a:pt x="525818" y="4294187"/>
                </a:lnTo>
                <a:lnTo>
                  <a:pt x="528027" y="4298010"/>
                </a:lnTo>
                <a:lnTo>
                  <a:pt x="531837" y="4295813"/>
                </a:lnTo>
                <a:close/>
              </a:path>
              <a:path w="18288635" h="10287000">
                <a:moveTo>
                  <a:pt x="533958" y="1608188"/>
                </a:moveTo>
                <a:lnTo>
                  <a:pt x="512114" y="1570088"/>
                </a:lnTo>
                <a:lnTo>
                  <a:pt x="474268" y="1595488"/>
                </a:lnTo>
                <a:lnTo>
                  <a:pt x="496112" y="1633588"/>
                </a:lnTo>
                <a:lnTo>
                  <a:pt x="533958" y="1608188"/>
                </a:lnTo>
                <a:close/>
              </a:path>
              <a:path w="18288635" h="10287000">
                <a:moveTo>
                  <a:pt x="534733" y="3475088"/>
                </a:moveTo>
                <a:lnTo>
                  <a:pt x="527723" y="3462388"/>
                </a:lnTo>
                <a:lnTo>
                  <a:pt x="515569" y="3475088"/>
                </a:lnTo>
                <a:lnTo>
                  <a:pt x="522592" y="3487788"/>
                </a:lnTo>
                <a:lnTo>
                  <a:pt x="534733" y="3475088"/>
                </a:lnTo>
                <a:close/>
              </a:path>
              <a:path w="18288635" h="10287000">
                <a:moveTo>
                  <a:pt x="539013" y="2662288"/>
                </a:moveTo>
                <a:lnTo>
                  <a:pt x="526173" y="2636888"/>
                </a:lnTo>
                <a:lnTo>
                  <a:pt x="503961" y="2649588"/>
                </a:lnTo>
                <a:lnTo>
                  <a:pt x="516788" y="2674988"/>
                </a:lnTo>
                <a:lnTo>
                  <a:pt x="539013" y="2662288"/>
                </a:lnTo>
                <a:close/>
              </a:path>
              <a:path w="18288635" h="10287000">
                <a:moveTo>
                  <a:pt x="539864" y="782688"/>
                </a:moveTo>
                <a:lnTo>
                  <a:pt x="511009" y="731888"/>
                </a:lnTo>
                <a:lnTo>
                  <a:pt x="461010" y="769988"/>
                </a:lnTo>
                <a:lnTo>
                  <a:pt x="489877" y="820788"/>
                </a:lnTo>
                <a:lnTo>
                  <a:pt x="539864" y="782688"/>
                </a:lnTo>
                <a:close/>
              </a:path>
              <a:path w="18288635" h="10287000">
                <a:moveTo>
                  <a:pt x="544449" y="4523689"/>
                </a:moveTo>
                <a:lnTo>
                  <a:pt x="543039" y="4521263"/>
                </a:lnTo>
                <a:lnTo>
                  <a:pt x="540613" y="4522673"/>
                </a:lnTo>
                <a:lnTo>
                  <a:pt x="542010" y="4525099"/>
                </a:lnTo>
                <a:lnTo>
                  <a:pt x="544449" y="4523689"/>
                </a:lnTo>
                <a:close/>
              </a:path>
              <a:path w="18288635" h="10287000">
                <a:moveTo>
                  <a:pt x="544918" y="1836788"/>
                </a:moveTo>
                <a:lnTo>
                  <a:pt x="525068" y="1798688"/>
                </a:lnTo>
                <a:lnTo>
                  <a:pt x="490702" y="1824088"/>
                </a:lnTo>
                <a:lnTo>
                  <a:pt x="510552" y="1862188"/>
                </a:lnTo>
                <a:lnTo>
                  <a:pt x="544918" y="1836788"/>
                </a:lnTo>
                <a:close/>
              </a:path>
              <a:path w="18288635" h="10287000">
                <a:moveTo>
                  <a:pt x="546252" y="3703688"/>
                </a:moveTo>
                <a:lnTo>
                  <a:pt x="531456" y="3703688"/>
                </a:lnTo>
                <a:lnTo>
                  <a:pt x="536867" y="3716388"/>
                </a:lnTo>
                <a:lnTo>
                  <a:pt x="546252" y="3703688"/>
                </a:lnTo>
                <a:close/>
              </a:path>
              <a:path w="18288635" h="10287000">
                <a:moveTo>
                  <a:pt x="550240" y="2890888"/>
                </a:moveTo>
                <a:lnTo>
                  <a:pt x="539216" y="2865488"/>
                </a:lnTo>
                <a:lnTo>
                  <a:pt x="520128" y="2878188"/>
                </a:lnTo>
                <a:lnTo>
                  <a:pt x="531152" y="2890888"/>
                </a:lnTo>
                <a:lnTo>
                  <a:pt x="550240" y="2890888"/>
                </a:lnTo>
                <a:close/>
              </a:path>
              <a:path w="18288635" h="10287000">
                <a:moveTo>
                  <a:pt x="550824" y="1011288"/>
                </a:moveTo>
                <a:lnTo>
                  <a:pt x="523963" y="973188"/>
                </a:lnTo>
                <a:lnTo>
                  <a:pt x="477443" y="998588"/>
                </a:lnTo>
                <a:lnTo>
                  <a:pt x="504304" y="1036688"/>
                </a:lnTo>
                <a:lnTo>
                  <a:pt x="550824" y="1011288"/>
                </a:lnTo>
                <a:close/>
              </a:path>
              <a:path w="18288635" h="10287000">
                <a:moveTo>
                  <a:pt x="555371" y="198488"/>
                </a:moveTo>
                <a:lnTo>
                  <a:pt x="522490" y="134988"/>
                </a:lnTo>
                <a:lnTo>
                  <a:pt x="465556" y="173088"/>
                </a:lnTo>
                <a:lnTo>
                  <a:pt x="498424" y="223888"/>
                </a:lnTo>
                <a:lnTo>
                  <a:pt x="555371" y="198488"/>
                </a:lnTo>
                <a:close/>
              </a:path>
              <a:path w="18288635" h="10287000">
                <a:moveTo>
                  <a:pt x="555599" y="2065388"/>
                </a:moveTo>
                <a:lnTo>
                  <a:pt x="537959" y="2027288"/>
                </a:lnTo>
                <a:lnTo>
                  <a:pt x="507415" y="2052688"/>
                </a:lnTo>
                <a:lnTo>
                  <a:pt x="525056" y="2078088"/>
                </a:lnTo>
                <a:lnTo>
                  <a:pt x="555599" y="2065388"/>
                </a:lnTo>
                <a:close/>
              </a:path>
              <a:path w="18288635" h="10287000">
                <a:moveTo>
                  <a:pt x="558025" y="3928630"/>
                </a:moveTo>
                <a:lnTo>
                  <a:pt x="554024" y="3921683"/>
                </a:lnTo>
                <a:lnTo>
                  <a:pt x="547077" y="3925697"/>
                </a:lnTo>
                <a:lnTo>
                  <a:pt x="551078" y="3932644"/>
                </a:lnTo>
                <a:lnTo>
                  <a:pt x="558025" y="3928630"/>
                </a:lnTo>
                <a:close/>
              </a:path>
              <a:path w="18288635" h="10287000">
                <a:moveTo>
                  <a:pt x="561467" y="3106788"/>
                </a:moveTo>
                <a:lnTo>
                  <a:pt x="552259" y="3094088"/>
                </a:lnTo>
                <a:lnTo>
                  <a:pt x="536282" y="3106788"/>
                </a:lnTo>
                <a:lnTo>
                  <a:pt x="545503" y="3119488"/>
                </a:lnTo>
                <a:lnTo>
                  <a:pt x="561467" y="3106788"/>
                </a:lnTo>
                <a:close/>
              </a:path>
              <a:path w="18288635" h="10287000">
                <a:moveTo>
                  <a:pt x="562063" y="1239888"/>
                </a:moveTo>
                <a:lnTo>
                  <a:pt x="537006" y="1201788"/>
                </a:lnTo>
                <a:lnTo>
                  <a:pt x="493610" y="1227188"/>
                </a:lnTo>
                <a:lnTo>
                  <a:pt x="518668" y="1265288"/>
                </a:lnTo>
                <a:lnTo>
                  <a:pt x="562063" y="1239888"/>
                </a:lnTo>
                <a:close/>
              </a:path>
              <a:path w="18288635" h="10287000">
                <a:moveTo>
                  <a:pt x="566559" y="2293988"/>
                </a:moveTo>
                <a:lnTo>
                  <a:pt x="550926" y="2268588"/>
                </a:lnTo>
                <a:lnTo>
                  <a:pt x="523849" y="2281288"/>
                </a:lnTo>
                <a:lnTo>
                  <a:pt x="539483" y="2306688"/>
                </a:lnTo>
                <a:lnTo>
                  <a:pt x="566559" y="2293988"/>
                </a:lnTo>
                <a:close/>
              </a:path>
              <a:path w="18288635" h="10287000">
                <a:moveTo>
                  <a:pt x="567143" y="414388"/>
                </a:moveTo>
                <a:lnTo>
                  <a:pt x="535673" y="363588"/>
                </a:lnTo>
                <a:lnTo>
                  <a:pt x="481164" y="401688"/>
                </a:lnTo>
                <a:lnTo>
                  <a:pt x="512635" y="452488"/>
                </a:lnTo>
                <a:lnTo>
                  <a:pt x="567143" y="414388"/>
                </a:lnTo>
                <a:close/>
              </a:path>
              <a:path w="18288635" h="10287000">
                <a:moveTo>
                  <a:pt x="570357" y="4156443"/>
                </a:moveTo>
                <a:lnTo>
                  <a:pt x="567347" y="4151236"/>
                </a:lnTo>
                <a:lnTo>
                  <a:pt x="562140" y="4154246"/>
                </a:lnTo>
                <a:lnTo>
                  <a:pt x="565150" y="4159453"/>
                </a:lnTo>
                <a:lnTo>
                  <a:pt x="570357" y="4156443"/>
                </a:lnTo>
                <a:close/>
              </a:path>
              <a:path w="18288635" h="10287000">
                <a:moveTo>
                  <a:pt x="572744" y="1468488"/>
                </a:moveTo>
                <a:lnTo>
                  <a:pt x="549897" y="1430388"/>
                </a:lnTo>
                <a:lnTo>
                  <a:pt x="510311" y="1455788"/>
                </a:lnTo>
                <a:lnTo>
                  <a:pt x="533158" y="1493888"/>
                </a:lnTo>
                <a:lnTo>
                  <a:pt x="572744" y="1468488"/>
                </a:lnTo>
                <a:close/>
              </a:path>
              <a:path w="18288635" h="10287000">
                <a:moveTo>
                  <a:pt x="572973" y="3335388"/>
                </a:moveTo>
                <a:lnTo>
                  <a:pt x="565365" y="3322688"/>
                </a:lnTo>
                <a:lnTo>
                  <a:pt x="552170" y="3335388"/>
                </a:lnTo>
                <a:lnTo>
                  <a:pt x="559790" y="3348088"/>
                </a:lnTo>
                <a:lnTo>
                  <a:pt x="572973" y="3335388"/>
                </a:lnTo>
                <a:close/>
              </a:path>
              <a:path w="18288635" h="10287000">
                <a:moveTo>
                  <a:pt x="577799" y="2522588"/>
                </a:moveTo>
                <a:lnTo>
                  <a:pt x="563968" y="2497188"/>
                </a:lnTo>
                <a:lnTo>
                  <a:pt x="540004" y="2509888"/>
                </a:lnTo>
                <a:lnTo>
                  <a:pt x="553847" y="2535288"/>
                </a:lnTo>
                <a:lnTo>
                  <a:pt x="577799" y="2522588"/>
                </a:lnTo>
                <a:close/>
              </a:path>
              <a:path w="18288635" h="10287000">
                <a:moveTo>
                  <a:pt x="578383" y="642988"/>
                </a:moveTo>
                <a:lnTo>
                  <a:pt x="548716" y="592188"/>
                </a:lnTo>
                <a:lnTo>
                  <a:pt x="497332" y="630288"/>
                </a:lnTo>
                <a:lnTo>
                  <a:pt x="526999" y="681088"/>
                </a:lnTo>
                <a:lnTo>
                  <a:pt x="578383" y="642988"/>
                </a:lnTo>
                <a:close/>
              </a:path>
              <a:path w="18288635" h="10287000">
                <a:moveTo>
                  <a:pt x="582409" y="4384192"/>
                </a:moveTo>
                <a:lnTo>
                  <a:pt x="580605" y="4381068"/>
                </a:lnTo>
                <a:lnTo>
                  <a:pt x="577481" y="4382871"/>
                </a:lnTo>
                <a:lnTo>
                  <a:pt x="579285" y="4385996"/>
                </a:lnTo>
                <a:lnTo>
                  <a:pt x="582409" y="4384192"/>
                </a:lnTo>
                <a:close/>
              </a:path>
              <a:path w="18288635" h="10287000">
                <a:moveTo>
                  <a:pt x="583704" y="1697088"/>
                </a:moveTo>
                <a:lnTo>
                  <a:pt x="562864" y="1658988"/>
                </a:lnTo>
                <a:lnTo>
                  <a:pt x="526757" y="1684388"/>
                </a:lnTo>
                <a:lnTo>
                  <a:pt x="547598" y="1722488"/>
                </a:lnTo>
                <a:lnTo>
                  <a:pt x="583704" y="1697088"/>
                </a:lnTo>
                <a:close/>
              </a:path>
              <a:path w="18288635" h="10287000">
                <a:moveTo>
                  <a:pt x="584758" y="3563988"/>
                </a:moveTo>
                <a:lnTo>
                  <a:pt x="578548" y="3551288"/>
                </a:lnTo>
                <a:lnTo>
                  <a:pt x="567778" y="3563988"/>
                </a:lnTo>
                <a:lnTo>
                  <a:pt x="574001" y="3576688"/>
                </a:lnTo>
                <a:lnTo>
                  <a:pt x="584758" y="3563988"/>
                </a:lnTo>
                <a:close/>
              </a:path>
              <a:path w="18288635" h="10287000">
                <a:moveTo>
                  <a:pt x="589026" y="2751188"/>
                </a:moveTo>
                <a:lnTo>
                  <a:pt x="576999" y="2725788"/>
                </a:lnTo>
                <a:lnTo>
                  <a:pt x="556171" y="2738488"/>
                </a:lnTo>
                <a:lnTo>
                  <a:pt x="568198" y="2763888"/>
                </a:lnTo>
                <a:lnTo>
                  <a:pt x="589026" y="2751188"/>
                </a:lnTo>
                <a:close/>
              </a:path>
              <a:path w="18288635" h="10287000">
                <a:moveTo>
                  <a:pt x="589343" y="871588"/>
                </a:moveTo>
                <a:lnTo>
                  <a:pt x="561682" y="820788"/>
                </a:lnTo>
                <a:lnTo>
                  <a:pt x="513765" y="858888"/>
                </a:lnTo>
                <a:lnTo>
                  <a:pt x="541426" y="896988"/>
                </a:lnTo>
                <a:lnTo>
                  <a:pt x="589343" y="871588"/>
                </a:lnTo>
                <a:close/>
              </a:path>
              <a:path w="18288635" h="10287000">
                <a:moveTo>
                  <a:pt x="592785" y="58788"/>
                </a:moveTo>
                <a:lnTo>
                  <a:pt x="566000" y="7988"/>
                </a:lnTo>
                <a:lnTo>
                  <a:pt x="541629" y="7988"/>
                </a:lnTo>
                <a:lnTo>
                  <a:pt x="502970" y="33388"/>
                </a:lnTo>
                <a:lnTo>
                  <a:pt x="535851" y="84188"/>
                </a:lnTo>
                <a:lnTo>
                  <a:pt x="592785" y="58788"/>
                </a:lnTo>
                <a:close/>
              </a:path>
              <a:path w="18288635" h="10287000">
                <a:moveTo>
                  <a:pt x="594664" y="1925688"/>
                </a:moveTo>
                <a:lnTo>
                  <a:pt x="575818" y="1887588"/>
                </a:lnTo>
                <a:lnTo>
                  <a:pt x="543179" y="1912988"/>
                </a:lnTo>
                <a:lnTo>
                  <a:pt x="562025" y="1938388"/>
                </a:lnTo>
                <a:lnTo>
                  <a:pt x="594664" y="1925688"/>
                </a:lnTo>
                <a:close/>
              </a:path>
              <a:path w="18288635" h="10287000">
                <a:moveTo>
                  <a:pt x="595007" y="4612081"/>
                </a:moveTo>
                <a:lnTo>
                  <a:pt x="594004" y="4610341"/>
                </a:lnTo>
                <a:lnTo>
                  <a:pt x="592277" y="4611344"/>
                </a:lnTo>
                <a:lnTo>
                  <a:pt x="593280" y="4613084"/>
                </a:lnTo>
                <a:lnTo>
                  <a:pt x="595007" y="4612081"/>
                </a:lnTo>
                <a:close/>
              </a:path>
              <a:path w="18288635" h="10287000">
                <a:moveTo>
                  <a:pt x="596544" y="3792588"/>
                </a:moveTo>
                <a:lnTo>
                  <a:pt x="583399" y="3792588"/>
                </a:lnTo>
                <a:lnTo>
                  <a:pt x="588213" y="3805288"/>
                </a:lnTo>
                <a:lnTo>
                  <a:pt x="596544" y="3792588"/>
                </a:lnTo>
                <a:close/>
              </a:path>
              <a:path w="18288635" h="10287000">
                <a:moveTo>
                  <a:pt x="600532" y="2979788"/>
                </a:moveTo>
                <a:lnTo>
                  <a:pt x="590118" y="2954388"/>
                </a:lnTo>
                <a:lnTo>
                  <a:pt x="572058" y="2967088"/>
                </a:lnTo>
                <a:lnTo>
                  <a:pt x="582485" y="2979788"/>
                </a:lnTo>
                <a:lnTo>
                  <a:pt x="600532" y="2979788"/>
                </a:lnTo>
                <a:close/>
              </a:path>
              <a:path w="18288635" h="10287000">
                <a:moveTo>
                  <a:pt x="600849" y="1100188"/>
                </a:moveTo>
                <a:lnTo>
                  <a:pt x="574789" y="1062088"/>
                </a:lnTo>
                <a:lnTo>
                  <a:pt x="529653" y="1087488"/>
                </a:lnTo>
                <a:lnTo>
                  <a:pt x="555713" y="1125588"/>
                </a:lnTo>
                <a:lnTo>
                  <a:pt x="600849" y="1100188"/>
                </a:lnTo>
                <a:close/>
              </a:path>
              <a:path w="18288635" h="10287000">
                <a:moveTo>
                  <a:pt x="605116" y="274688"/>
                </a:moveTo>
                <a:lnTo>
                  <a:pt x="573239" y="223888"/>
                </a:lnTo>
                <a:lnTo>
                  <a:pt x="518045" y="261988"/>
                </a:lnTo>
                <a:lnTo>
                  <a:pt x="549910" y="312788"/>
                </a:lnTo>
                <a:lnTo>
                  <a:pt x="605116" y="274688"/>
                </a:lnTo>
                <a:close/>
              </a:path>
              <a:path w="18288635" h="10287000">
                <a:moveTo>
                  <a:pt x="605345" y="2154288"/>
                </a:moveTo>
                <a:lnTo>
                  <a:pt x="588721" y="2128888"/>
                </a:lnTo>
                <a:lnTo>
                  <a:pt x="559892" y="2141588"/>
                </a:lnTo>
                <a:lnTo>
                  <a:pt x="576529" y="2166988"/>
                </a:lnTo>
                <a:lnTo>
                  <a:pt x="605345" y="2154288"/>
                </a:lnTo>
                <a:close/>
              </a:path>
              <a:path w="18288635" h="10287000">
                <a:moveTo>
                  <a:pt x="608317" y="4016946"/>
                </a:moveTo>
                <a:lnTo>
                  <a:pt x="604913" y="4011041"/>
                </a:lnTo>
                <a:lnTo>
                  <a:pt x="599008" y="4014444"/>
                </a:lnTo>
                <a:lnTo>
                  <a:pt x="602424" y="4020350"/>
                </a:lnTo>
                <a:lnTo>
                  <a:pt x="608317" y="4016946"/>
                </a:lnTo>
                <a:close/>
              </a:path>
              <a:path w="18288635" h="10287000">
                <a:moveTo>
                  <a:pt x="611530" y="1328788"/>
                </a:moveTo>
                <a:lnTo>
                  <a:pt x="587679" y="1290688"/>
                </a:lnTo>
                <a:lnTo>
                  <a:pt x="546366" y="1316088"/>
                </a:lnTo>
                <a:lnTo>
                  <a:pt x="570217" y="1354188"/>
                </a:lnTo>
                <a:lnTo>
                  <a:pt x="611530" y="1328788"/>
                </a:lnTo>
                <a:close/>
              </a:path>
              <a:path w="18288635" h="10287000">
                <a:moveTo>
                  <a:pt x="611771" y="3195688"/>
                </a:moveTo>
                <a:lnTo>
                  <a:pt x="603148" y="3182988"/>
                </a:lnTo>
                <a:lnTo>
                  <a:pt x="588213" y="3195688"/>
                </a:lnTo>
                <a:lnTo>
                  <a:pt x="596836" y="3208388"/>
                </a:lnTo>
                <a:lnTo>
                  <a:pt x="611771" y="3195688"/>
                </a:lnTo>
                <a:close/>
              </a:path>
              <a:path w="18288635" h="10287000">
                <a:moveTo>
                  <a:pt x="616585" y="2382888"/>
                </a:moveTo>
                <a:lnTo>
                  <a:pt x="601738" y="2357488"/>
                </a:lnTo>
                <a:lnTo>
                  <a:pt x="576059" y="2370188"/>
                </a:lnTo>
                <a:lnTo>
                  <a:pt x="590880" y="2395588"/>
                </a:lnTo>
                <a:lnTo>
                  <a:pt x="616585" y="2382888"/>
                </a:lnTo>
                <a:close/>
              </a:path>
              <a:path w="18288635" h="10287000">
                <a:moveTo>
                  <a:pt x="616623" y="503288"/>
                </a:moveTo>
                <a:lnTo>
                  <a:pt x="586359" y="452488"/>
                </a:lnTo>
                <a:lnTo>
                  <a:pt x="533933" y="490588"/>
                </a:lnTo>
                <a:lnTo>
                  <a:pt x="564197" y="541388"/>
                </a:lnTo>
                <a:lnTo>
                  <a:pt x="616623" y="503288"/>
                </a:lnTo>
                <a:close/>
              </a:path>
              <a:path w="18288635" h="10287000">
                <a:moveTo>
                  <a:pt x="620649" y="4244759"/>
                </a:moveTo>
                <a:lnTo>
                  <a:pt x="618248" y="4240593"/>
                </a:lnTo>
                <a:lnTo>
                  <a:pt x="614083" y="4243006"/>
                </a:lnTo>
                <a:lnTo>
                  <a:pt x="616483" y="4247172"/>
                </a:lnTo>
                <a:lnTo>
                  <a:pt x="620649" y="4244759"/>
                </a:lnTo>
                <a:close/>
              </a:path>
              <a:path w="18288635" h="10287000">
                <a:moveTo>
                  <a:pt x="622490" y="1557388"/>
                </a:moveTo>
                <a:lnTo>
                  <a:pt x="600646" y="1519288"/>
                </a:lnTo>
                <a:lnTo>
                  <a:pt x="562800" y="1544688"/>
                </a:lnTo>
                <a:lnTo>
                  <a:pt x="584644" y="1582788"/>
                </a:lnTo>
                <a:lnTo>
                  <a:pt x="622490" y="1557388"/>
                </a:lnTo>
                <a:close/>
              </a:path>
              <a:path w="18288635" h="10287000">
                <a:moveTo>
                  <a:pt x="623277" y="3424288"/>
                </a:moveTo>
                <a:lnTo>
                  <a:pt x="616254" y="3411588"/>
                </a:lnTo>
                <a:lnTo>
                  <a:pt x="604100" y="3424288"/>
                </a:lnTo>
                <a:lnTo>
                  <a:pt x="611124" y="3436988"/>
                </a:lnTo>
                <a:lnTo>
                  <a:pt x="623277" y="3424288"/>
                </a:lnTo>
                <a:close/>
              </a:path>
              <a:path w="18288635" h="10287000">
                <a:moveTo>
                  <a:pt x="627545" y="2611488"/>
                </a:moveTo>
                <a:lnTo>
                  <a:pt x="614718" y="2586088"/>
                </a:lnTo>
                <a:lnTo>
                  <a:pt x="592493" y="2598788"/>
                </a:lnTo>
                <a:lnTo>
                  <a:pt x="605320" y="2624188"/>
                </a:lnTo>
                <a:lnTo>
                  <a:pt x="627545" y="2611488"/>
                </a:lnTo>
                <a:close/>
              </a:path>
              <a:path w="18288635" h="10287000">
                <a:moveTo>
                  <a:pt x="627849" y="731888"/>
                </a:moveTo>
                <a:lnTo>
                  <a:pt x="599389" y="681088"/>
                </a:lnTo>
                <a:lnTo>
                  <a:pt x="550087" y="719188"/>
                </a:lnTo>
                <a:lnTo>
                  <a:pt x="578561" y="769988"/>
                </a:lnTo>
                <a:lnTo>
                  <a:pt x="627849" y="731888"/>
                </a:lnTo>
                <a:close/>
              </a:path>
              <a:path w="18288635" h="10287000">
                <a:moveTo>
                  <a:pt x="632980" y="4472584"/>
                </a:moveTo>
                <a:lnTo>
                  <a:pt x="631583" y="4470146"/>
                </a:lnTo>
                <a:lnTo>
                  <a:pt x="629145" y="4471555"/>
                </a:lnTo>
                <a:lnTo>
                  <a:pt x="630542" y="4473981"/>
                </a:lnTo>
                <a:lnTo>
                  <a:pt x="632980" y="4472584"/>
                </a:lnTo>
                <a:close/>
              </a:path>
              <a:path w="18288635" h="10287000">
                <a:moveTo>
                  <a:pt x="633450" y="1785988"/>
                </a:moveTo>
                <a:lnTo>
                  <a:pt x="613600" y="1747888"/>
                </a:lnTo>
                <a:lnTo>
                  <a:pt x="579234" y="1773288"/>
                </a:lnTo>
                <a:lnTo>
                  <a:pt x="599084" y="1798688"/>
                </a:lnTo>
                <a:lnTo>
                  <a:pt x="633450" y="1785988"/>
                </a:lnTo>
                <a:close/>
              </a:path>
              <a:path w="18288635" h="10287000">
                <a:moveTo>
                  <a:pt x="635050" y="3652888"/>
                </a:moveTo>
                <a:lnTo>
                  <a:pt x="619721" y="3652888"/>
                </a:lnTo>
                <a:lnTo>
                  <a:pt x="625335" y="3665588"/>
                </a:lnTo>
                <a:lnTo>
                  <a:pt x="635050" y="3652888"/>
                </a:lnTo>
                <a:close/>
              </a:path>
              <a:path w="18288635" h="10287000">
                <a:moveTo>
                  <a:pt x="638771" y="2840088"/>
                </a:moveTo>
                <a:lnTo>
                  <a:pt x="627748" y="2814688"/>
                </a:lnTo>
                <a:lnTo>
                  <a:pt x="608647" y="2827388"/>
                </a:lnTo>
                <a:lnTo>
                  <a:pt x="619683" y="2840088"/>
                </a:lnTo>
                <a:lnTo>
                  <a:pt x="638771" y="2840088"/>
                </a:lnTo>
                <a:close/>
              </a:path>
              <a:path w="18288635" h="10287000">
                <a:moveTo>
                  <a:pt x="639356" y="960488"/>
                </a:moveTo>
                <a:lnTo>
                  <a:pt x="612495" y="922388"/>
                </a:lnTo>
                <a:lnTo>
                  <a:pt x="565975" y="947788"/>
                </a:lnTo>
                <a:lnTo>
                  <a:pt x="592836" y="985888"/>
                </a:lnTo>
                <a:lnTo>
                  <a:pt x="639356" y="960488"/>
                </a:lnTo>
                <a:close/>
              </a:path>
              <a:path w="18288635" h="10287000">
                <a:moveTo>
                  <a:pt x="643077" y="134988"/>
                </a:moveTo>
                <a:lnTo>
                  <a:pt x="610806" y="84188"/>
                </a:lnTo>
                <a:lnTo>
                  <a:pt x="554913" y="122288"/>
                </a:lnTo>
                <a:lnTo>
                  <a:pt x="587184" y="173088"/>
                </a:lnTo>
                <a:lnTo>
                  <a:pt x="643077" y="134988"/>
                </a:lnTo>
                <a:close/>
              </a:path>
              <a:path w="18288635" h="10287000">
                <a:moveTo>
                  <a:pt x="644131" y="2014588"/>
                </a:moveTo>
                <a:lnTo>
                  <a:pt x="626491" y="1976488"/>
                </a:lnTo>
                <a:lnTo>
                  <a:pt x="595947" y="2001888"/>
                </a:lnTo>
                <a:lnTo>
                  <a:pt x="613587" y="2027288"/>
                </a:lnTo>
                <a:lnTo>
                  <a:pt x="644131" y="2014588"/>
                </a:lnTo>
                <a:close/>
              </a:path>
              <a:path w="18288635" h="10287000">
                <a:moveTo>
                  <a:pt x="645579" y="4700473"/>
                </a:moveTo>
                <a:lnTo>
                  <a:pt x="645325" y="4700028"/>
                </a:lnTo>
                <a:lnTo>
                  <a:pt x="643940" y="4700028"/>
                </a:lnTo>
                <a:lnTo>
                  <a:pt x="644194" y="4700473"/>
                </a:lnTo>
                <a:lnTo>
                  <a:pt x="645579" y="4700473"/>
                </a:lnTo>
                <a:close/>
              </a:path>
              <a:path w="18288635" h="10287000">
                <a:moveTo>
                  <a:pt x="646569" y="3877513"/>
                </a:moveTo>
                <a:lnTo>
                  <a:pt x="642556" y="3870566"/>
                </a:lnTo>
                <a:lnTo>
                  <a:pt x="635609" y="3874579"/>
                </a:lnTo>
                <a:lnTo>
                  <a:pt x="639622" y="3881526"/>
                </a:lnTo>
                <a:lnTo>
                  <a:pt x="646569" y="3877513"/>
                </a:lnTo>
                <a:close/>
              </a:path>
              <a:path w="18288635" h="10287000">
                <a:moveTo>
                  <a:pt x="647065" y="0"/>
                </a:moveTo>
                <a:lnTo>
                  <a:pt x="623176" y="0"/>
                </a:lnTo>
                <a:lnTo>
                  <a:pt x="629145" y="10337"/>
                </a:lnTo>
                <a:lnTo>
                  <a:pt x="647065" y="0"/>
                </a:lnTo>
                <a:close/>
              </a:path>
              <a:path w="18288635" h="10287000">
                <a:moveTo>
                  <a:pt x="650278" y="3055988"/>
                </a:moveTo>
                <a:lnTo>
                  <a:pt x="640854" y="3043288"/>
                </a:lnTo>
                <a:lnTo>
                  <a:pt x="624535" y="3055988"/>
                </a:lnTo>
                <a:lnTo>
                  <a:pt x="633958" y="3068688"/>
                </a:lnTo>
                <a:lnTo>
                  <a:pt x="650278" y="3055988"/>
                </a:lnTo>
                <a:close/>
              </a:path>
              <a:path w="18288635" h="10287000">
                <a:moveTo>
                  <a:pt x="650316" y="1189088"/>
                </a:moveTo>
                <a:lnTo>
                  <a:pt x="625462" y="1150988"/>
                </a:lnTo>
                <a:lnTo>
                  <a:pt x="582409" y="1176388"/>
                </a:lnTo>
                <a:lnTo>
                  <a:pt x="607263" y="1214488"/>
                </a:lnTo>
                <a:lnTo>
                  <a:pt x="650316" y="1189088"/>
                </a:lnTo>
                <a:close/>
              </a:path>
              <a:path w="18288635" h="10287000">
                <a:moveTo>
                  <a:pt x="654862" y="363588"/>
                </a:moveTo>
                <a:lnTo>
                  <a:pt x="623989" y="312788"/>
                </a:lnTo>
                <a:lnTo>
                  <a:pt x="570522" y="350888"/>
                </a:lnTo>
                <a:lnTo>
                  <a:pt x="601395" y="401688"/>
                </a:lnTo>
                <a:lnTo>
                  <a:pt x="654862" y="363588"/>
                </a:lnTo>
                <a:close/>
              </a:path>
              <a:path w="18288635" h="10287000">
                <a:moveTo>
                  <a:pt x="655091" y="2243188"/>
                </a:moveTo>
                <a:lnTo>
                  <a:pt x="639457" y="2217788"/>
                </a:lnTo>
                <a:lnTo>
                  <a:pt x="612381" y="2230488"/>
                </a:lnTo>
                <a:lnTo>
                  <a:pt x="628015" y="2255888"/>
                </a:lnTo>
                <a:lnTo>
                  <a:pt x="655091" y="2243188"/>
                </a:lnTo>
                <a:close/>
              </a:path>
              <a:path w="18288635" h="10287000">
                <a:moveTo>
                  <a:pt x="658888" y="4105325"/>
                </a:moveTo>
                <a:lnTo>
                  <a:pt x="655878" y="4100118"/>
                </a:lnTo>
                <a:lnTo>
                  <a:pt x="650671" y="4103128"/>
                </a:lnTo>
                <a:lnTo>
                  <a:pt x="653681" y="4108335"/>
                </a:lnTo>
                <a:lnTo>
                  <a:pt x="658888" y="4105325"/>
                </a:lnTo>
                <a:close/>
              </a:path>
              <a:path w="18288635" h="10287000">
                <a:moveTo>
                  <a:pt x="661009" y="1417688"/>
                </a:moveTo>
                <a:lnTo>
                  <a:pt x="638352" y="1379588"/>
                </a:lnTo>
                <a:lnTo>
                  <a:pt x="599122" y="1404988"/>
                </a:lnTo>
                <a:lnTo>
                  <a:pt x="621766" y="1443088"/>
                </a:lnTo>
                <a:lnTo>
                  <a:pt x="661009" y="1417688"/>
                </a:lnTo>
                <a:close/>
              </a:path>
              <a:path w="18288635" h="10287000">
                <a:moveTo>
                  <a:pt x="661784" y="3284588"/>
                </a:moveTo>
                <a:lnTo>
                  <a:pt x="653973" y="3271888"/>
                </a:lnTo>
                <a:lnTo>
                  <a:pt x="640422" y="3284588"/>
                </a:lnTo>
                <a:lnTo>
                  <a:pt x="648246" y="3297288"/>
                </a:lnTo>
                <a:lnTo>
                  <a:pt x="661784" y="3284588"/>
                </a:lnTo>
                <a:close/>
              </a:path>
              <a:path w="18288635" h="10287000">
                <a:moveTo>
                  <a:pt x="666369" y="592188"/>
                </a:moveTo>
                <a:lnTo>
                  <a:pt x="637108" y="541388"/>
                </a:lnTo>
                <a:lnTo>
                  <a:pt x="586409" y="579488"/>
                </a:lnTo>
                <a:lnTo>
                  <a:pt x="615683" y="630288"/>
                </a:lnTo>
                <a:lnTo>
                  <a:pt x="666369" y="592188"/>
                </a:lnTo>
                <a:close/>
              </a:path>
              <a:path w="18288635" h="10287000">
                <a:moveTo>
                  <a:pt x="666597" y="2471788"/>
                </a:moveTo>
                <a:lnTo>
                  <a:pt x="652576" y="2446388"/>
                </a:lnTo>
                <a:lnTo>
                  <a:pt x="628269" y="2459088"/>
                </a:lnTo>
                <a:lnTo>
                  <a:pt x="642302" y="2484488"/>
                </a:lnTo>
                <a:lnTo>
                  <a:pt x="666597" y="2471788"/>
                </a:lnTo>
                <a:close/>
              </a:path>
              <a:path w="18288635" h="10287000">
                <a:moveTo>
                  <a:pt x="671220" y="4333151"/>
                </a:moveTo>
                <a:lnTo>
                  <a:pt x="669213" y="4329671"/>
                </a:lnTo>
                <a:lnTo>
                  <a:pt x="665746" y="4331678"/>
                </a:lnTo>
                <a:lnTo>
                  <a:pt x="667740" y="4335157"/>
                </a:lnTo>
                <a:lnTo>
                  <a:pt x="671220" y="4333151"/>
                </a:lnTo>
                <a:close/>
              </a:path>
              <a:path w="18288635" h="10287000">
                <a:moveTo>
                  <a:pt x="672236" y="1646288"/>
                </a:moveTo>
                <a:lnTo>
                  <a:pt x="651395" y="1608188"/>
                </a:lnTo>
                <a:lnTo>
                  <a:pt x="615276" y="1633588"/>
                </a:lnTo>
                <a:lnTo>
                  <a:pt x="636130" y="1671688"/>
                </a:lnTo>
                <a:lnTo>
                  <a:pt x="672236" y="1646288"/>
                </a:lnTo>
                <a:close/>
              </a:path>
              <a:path w="18288635" h="10287000">
                <a:moveTo>
                  <a:pt x="673569" y="3513188"/>
                </a:moveTo>
                <a:lnTo>
                  <a:pt x="667156" y="3500488"/>
                </a:lnTo>
                <a:lnTo>
                  <a:pt x="656043" y="3513188"/>
                </a:lnTo>
                <a:lnTo>
                  <a:pt x="662457" y="3525888"/>
                </a:lnTo>
                <a:lnTo>
                  <a:pt x="673569" y="3513188"/>
                </a:lnTo>
                <a:close/>
              </a:path>
              <a:path w="18288635" h="10287000">
                <a:moveTo>
                  <a:pt x="677329" y="820788"/>
                </a:moveTo>
                <a:lnTo>
                  <a:pt x="650062" y="782688"/>
                </a:lnTo>
                <a:lnTo>
                  <a:pt x="602843" y="808088"/>
                </a:lnTo>
                <a:lnTo>
                  <a:pt x="630110" y="846188"/>
                </a:lnTo>
                <a:lnTo>
                  <a:pt x="677329" y="820788"/>
                </a:lnTo>
                <a:close/>
              </a:path>
              <a:path w="18288635" h="10287000">
                <a:moveTo>
                  <a:pt x="677557" y="2700388"/>
                </a:moveTo>
                <a:lnTo>
                  <a:pt x="665530" y="2674988"/>
                </a:lnTo>
                <a:lnTo>
                  <a:pt x="644702" y="2687688"/>
                </a:lnTo>
                <a:lnTo>
                  <a:pt x="656729" y="2713088"/>
                </a:lnTo>
                <a:lnTo>
                  <a:pt x="677557" y="2700388"/>
                </a:lnTo>
                <a:close/>
              </a:path>
              <a:path w="18288635" h="10287000">
                <a:moveTo>
                  <a:pt x="683196" y="1874888"/>
                </a:moveTo>
                <a:lnTo>
                  <a:pt x="664362" y="1836788"/>
                </a:lnTo>
                <a:lnTo>
                  <a:pt x="631723" y="1862188"/>
                </a:lnTo>
                <a:lnTo>
                  <a:pt x="650557" y="1887588"/>
                </a:lnTo>
                <a:lnTo>
                  <a:pt x="683196" y="1874888"/>
                </a:lnTo>
                <a:close/>
              </a:path>
              <a:path w="18288635" h="10287000">
                <a:moveTo>
                  <a:pt x="683539" y="4560976"/>
                </a:moveTo>
                <a:lnTo>
                  <a:pt x="682536" y="4559236"/>
                </a:lnTo>
                <a:lnTo>
                  <a:pt x="680808" y="4560240"/>
                </a:lnTo>
                <a:lnTo>
                  <a:pt x="681812" y="4561967"/>
                </a:lnTo>
                <a:lnTo>
                  <a:pt x="683539" y="4560976"/>
                </a:lnTo>
                <a:close/>
              </a:path>
              <a:path w="18288635" h="10287000">
                <a:moveTo>
                  <a:pt x="685342" y="3741788"/>
                </a:moveTo>
                <a:lnTo>
                  <a:pt x="671652" y="3741788"/>
                </a:lnTo>
                <a:lnTo>
                  <a:pt x="676668" y="3754488"/>
                </a:lnTo>
                <a:lnTo>
                  <a:pt x="685342" y="3741788"/>
                </a:lnTo>
                <a:close/>
              </a:path>
              <a:path w="18288635" h="10287000">
                <a:moveTo>
                  <a:pt x="688835" y="1049388"/>
                </a:moveTo>
                <a:lnTo>
                  <a:pt x="663181" y="1011288"/>
                </a:lnTo>
                <a:lnTo>
                  <a:pt x="618731" y="1036688"/>
                </a:lnTo>
                <a:lnTo>
                  <a:pt x="644398" y="1074788"/>
                </a:lnTo>
                <a:lnTo>
                  <a:pt x="688835" y="1049388"/>
                </a:lnTo>
                <a:close/>
              </a:path>
              <a:path w="18288635" h="10287000">
                <a:moveTo>
                  <a:pt x="689063" y="2916288"/>
                </a:moveTo>
                <a:lnTo>
                  <a:pt x="678649" y="2903588"/>
                </a:lnTo>
                <a:lnTo>
                  <a:pt x="660590" y="2916288"/>
                </a:lnTo>
                <a:lnTo>
                  <a:pt x="671017" y="2928988"/>
                </a:lnTo>
                <a:lnTo>
                  <a:pt x="689063" y="2916288"/>
                </a:lnTo>
                <a:close/>
              </a:path>
              <a:path w="18288635" h="10287000">
                <a:moveTo>
                  <a:pt x="692823" y="223888"/>
                </a:moveTo>
                <a:lnTo>
                  <a:pt x="661555" y="173088"/>
                </a:lnTo>
                <a:lnTo>
                  <a:pt x="607390" y="211188"/>
                </a:lnTo>
                <a:lnTo>
                  <a:pt x="638670" y="261988"/>
                </a:lnTo>
                <a:lnTo>
                  <a:pt x="692823" y="223888"/>
                </a:lnTo>
                <a:close/>
              </a:path>
              <a:path w="18288635" h="10287000">
                <a:moveTo>
                  <a:pt x="693877" y="2103488"/>
                </a:moveTo>
                <a:lnTo>
                  <a:pt x="677240" y="2065388"/>
                </a:lnTo>
                <a:lnTo>
                  <a:pt x="648436" y="2090788"/>
                </a:lnTo>
                <a:lnTo>
                  <a:pt x="665060" y="2116188"/>
                </a:lnTo>
                <a:lnTo>
                  <a:pt x="693877" y="2103488"/>
                </a:lnTo>
                <a:close/>
              </a:path>
              <a:path w="18288635" h="10287000">
                <a:moveTo>
                  <a:pt x="696849" y="3965829"/>
                </a:moveTo>
                <a:lnTo>
                  <a:pt x="693445" y="3959923"/>
                </a:lnTo>
                <a:lnTo>
                  <a:pt x="687539" y="3963339"/>
                </a:lnTo>
                <a:lnTo>
                  <a:pt x="690943" y="3969232"/>
                </a:lnTo>
                <a:lnTo>
                  <a:pt x="696849" y="3965829"/>
                </a:lnTo>
                <a:close/>
              </a:path>
              <a:path w="18288635" h="10287000">
                <a:moveTo>
                  <a:pt x="699795" y="1277988"/>
                </a:moveTo>
                <a:lnTo>
                  <a:pt x="676148" y="1239888"/>
                </a:lnTo>
                <a:lnTo>
                  <a:pt x="635177" y="1265288"/>
                </a:lnTo>
                <a:lnTo>
                  <a:pt x="658825" y="1303388"/>
                </a:lnTo>
                <a:lnTo>
                  <a:pt x="699795" y="1277988"/>
                </a:lnTo>
                <a:close/>
              </a:path>
              <a:path w="18288635" h="10287000">
                <a:moveTo>
                  <a:pt x="700303" y="3144888"/>
                </a:moveTo>
                <a:lnTo>
                  <a:pt x="691680" y="3132188"/>
                </a:lnTo>
                <a:lnTo>
                  <a:pt x="676757" y="3144888"/>
                </a:lnTo>
                <a:lnTo>
                  <a:pt x="685368" y="3157588"/>
                </a:lnTo>
                <a:lnTo>
                  <a:pt x="700303" y="3144888"/>
                </a:lnTo>
                <a:close/>
              </a:path>
              <a:path w="18288635" h="10287000">
                <a:moveTo>
                  <a:pt x="704608" y="452488"/>
                </a:moveTo>
                <a:lnTo>
                  <a:pt x="674738" y="401688"/>
                </a:lnTo>
                <a:lnTo>
                  <a:pt x="623011" y="439788"/>
                </a:lnTo>
                <a:lnTo>
                  <a:pt x="652881" y="490588"/>
                </a:lnTo>
                <a:lnTo>
                  <a:pt x="704608" y="452488"/>
                </a:lnTo>
                <a:close/>
              </a:path>
              <a:path w="18288635" h="10287000">
                <a:moveTo>
                  <a:pt x="705116" y="2332088"/>
                </a:moveTo>
                <a:lnTo>
                  <a:pt x="690283" y="2306688"/>
                </a:lnTo>
                <a:lnTo>
                  <a:pt x="664591" y="2319388"/>
                </a:lnTo>
                <a:lnTo>
                  <a:pt x="679424" y="2344788"/>
                </a:lnTo>
                <a:lnTo>
                  <a:pt x="705116" y="2332088"/>
                </a:lnTo>
                <a:close/>
              </a:path>
              <a:path w="18288635" h="10287000">
                <a:moveTo>
                  <a:pt x="709460" y="4193717"/>
                </a:moveTo>
                <a:lnTo>
                  <a:pt x="706856" y="4189209"/>
                </a:lnTo>
                <a:lnTo>
                  <a:pt x="702335" y="4191812"/>
                </a:lnTo>
                <a:lnTo>
                  <a:pt x="704938" y="4196334"/>
                </a:lnTo>
                <a:lnTo>
                  <a:pt x="709460" y="4193717"/>
                </a:lnTo>
                <a:close/>
              </a:path>
              <a:path w="18288635" h="10287000">
                <a:moveTo>
                  <a:pt x="710755" y="1506588"/>
                </a:moveTo>
                <a:lnTo>
                  <a:pt x="689102" y="1468488"/>
                </a:lnTo>
                <a:lnTo>
                  <a:pt x="651611" y="1493888"/>
                </a:lnTo>
                <a:lnTo>
                  <a:pt x="673252" y="1531988"/>
                </a:lnTo>
                <a:lnTo>
                  <a:pt x="710755" y="1506588"/>
                </a:lnTo>
                <a:close/>
              </a:path>
              <a:path w="18288635" h="10287000">
                <a:moveTo>
                  <a:pt x="712089" y="3373488"/>
                </a:moveTo>
                <a:lnTo>
                  <a:pt x="704862" y="3360788"/>
                </a:lnTo>
                <a:lnTo>
                  <a:pt x="692365" y="3373488"/>
                </a:lnTo>
                <a:lnTo>
                  <a:pt x="699579" y="3386188"/>
                </a:lnTo>
                <a:lnTo>
                  <a:pt x="712089" y="3373488"/>
                </a:lnTo>
                <a:close/>
              </a:path>
              <a:path w="18288635" h="10287000">
                <a:moveTo>
                  <a:pt x="715835" y="681088"/>
                </a:moveTo>
                <a:lnTo>
                  <a:pt x="687781" y="630288"/>
                </a:lnTo>
                <a:lnTo>
                  <a:pt x="639165" y="668388"/>
                </a:lnTo>
                <a:lnTo>
                  <a:pt x="667232" y="706488"/>
                </a:lnTo>
                <a:lnTo>
                  <a:pt x="715835" y="681088"/>
                </a:lnTo>
                <a:close/>
              </a:path>
              <a:path w="18288635" h="10287000">
                <a:moveTo>
                  <a:pt x="716356" y="2560688"/>
                </a:moveTo>
                <a:lnTo>
                  <a:pt x="703313" y="2535288"/>
                </a:lnTo>
                <a:lnTo>
                  <a:pt x="680745" y="2547988"/>
                </a:lnTo>
                <a:lnTo>
                  <a:pt x="693788" y="2573388"/>
                </a:lnTo>
                <a:lnTo>
                  <a:pt x="716356" y="2560688"/>
                </a:lnTo>
                <a:close/>
              </a:path>
              <a:path w="18288635" h="10287000">
                <a:moveTo>
                  <a:pt x="721791" y="4421543"/>
                </a:moveTo>
                <a:lnTo>
                  <a:pt x="720178" y="4418762"/>
                </a:lnTo>
                <a:lnTo>
                  <a:pt x="717397" y="4420362"/>
                </a:lnTo>
                <a:lnTo>
                  <a:pt x="719010" y="4423143"/>
                </a:lnTo>
                <a:lnTo>
                  <a:pt x="721791" y="4421543"/>
                </a:lnTo>
                <a:close/>
              </a:path>
              <a:path w="18288635" h="10287000">
                <a:moveTo>
                  <a:pt x="721982" y="1735188"/>
                </a:moveTo>
                <a:lnTo>
                  <a:pt x="702144" y="1697088"/>
                </a:lnTo>
                <a:lnTo>
                  <a:pt x="667766" y="1722488"/>
                </a:lnTo>
                <a:lnTo>
                  <a:pt x="687616" y="1747888"/>
                </a:lnTo>
                <a:lnTo>
                  <a:pt x="721982" y="1735188"/>
                </a:lnTo>
                <a:close/>
              </a:path>
              <a:path w="18288635" h="10287000">
                <a:moveTo>
                  <a:pt x="723595" y="3602088"/>
                </a:moveTo>
                <a:lnTo>
                  <a:pt x="717981" y="3589388"/>
                </a:lnTo>
                <a:lnTo>
                  <a:pt x="708253" y="3602088"/>
                </a:lnTo>
                <a:lnTo>
                  <a:pt x="713867" y="3614788"/>
                </a:lnTo>
                <a:lnTo>
                  <a:pt x="723595" y="3602088"/>
                </a:lnTo>
                <a:close/>
              </a:path>
              <a:path w="18288635" h="10287000">
                <a:moveTo>
                  <a:pt x="727341" y="909688"/>
                </a:moveTo>
                <a:lnTo>
                  <a:pt x="700887" y="871588"/>
                </a:lnTo>
                <a:lnTo>
                  <a:pt x="655053" y="896988"/>
                </a:lnTo>
                <a:lnTo>
                  <a:pt x="681520" y="935088"/>
                </a:lnTo>
                <a:lnTo>
                  <a:pt x="727341" y="909688"/>
                </a:lnTo>
                <a:close/>
              </a:path>
              <a:path w="18288635" h="10287000">
                <a:moveTo>
                  <a:pt x="727583" y="2789288"/>
                </a:moveTo>
                <a:lnTo>
                  <a:pt x="716356" y="2763888"/>
                </a:lnTo>
                <a:lnTo>
                  <a:pt x="696912" y="2776588"/>
                </a:lnTo>
                <a:lnTo>
                  <a:pt x="708139" y="2789288"/>
                </a:lnTo>
                <a:lnTo>
                  <a:pt x="727583" y="2789288"/>
                </a:lnTo>
                <a:close/>
              </a:path>
              <a:path w="18288635" h="10287000">
                <a:moveTo>
                  <a:pt x="730516" y="83286"/>
                </a:moveTo>
                <a:lnTo>
                  <a:pt x="699046" y="28778"/>
                </a:lnTo>
                <a:lnTo>
                  <a:pt x="644537" y="60248"/>
                </a:lnTo>
                <a:lnTo>
                  <a:pt x="676008" y="114757"/>
                </a:lnTo>
                <a:lnTo>
                  <a:pt x="730516" y="83286"/>
                </a:lnTo>
                <a:close/>
              </a:path>
              <a:path w="18288635" h="10287000">
                <a:moveTo>
                  <a:pt x="732675" y="1963788"/>
                </a:moveTo>
                <a:lnTo>
                  <a:pt x="715035" y="1925688"/>
                </a:lnTo>
                <a:lnTo>
                  <a:pt x="684479" y="1951088"/>
                </a:lnTo>
                <a:lnTo>
                  <a:pt x="702119" y="1976488"/>
                </a:lnTo>
                <a:lnTo>
                  <a:pt x="732675" y="1963788"/>
                </a:lnTo>
                <a:close/>
              </a:path>
              <a:path w="18288635" h="10287000">
                <a:moveTo>
                  <a:pt x="734110" y="4649355"/>
                </a:moveTo>
                <a:lnTo>
                  <a:pt x="733856" y="4648911"/>
                </a:lnTo>
                <a:lnTo>
                  <a:pt x="732472" y="4648911"/>
                </a:lnTo>
                <a:lnTo>
                  <a:pt x="732726" y="4649355"/>
                </a:lnTo>
                <a:lnTo>
                  <a:pt x="734110" y="4649355"/>
                </a:lnTo>
                <a:close/>
              </a:path>
              <a:path w="18288635" h="10287000">
                <a:moveTo>
                  <a:pt x="738301" y="1138288"/>
                </a:moveTo>
                <a:lnTo>
                  <a:pt x="713854" y="1100188"/>
                </a:lnTo>
                <a:lnTo>
                  <a:pt x="671499" y="1125588"/>
                </a:lnTo>
                <a:lnTo>
                  <a:pt x="695947" y="1163688"/>
                </a:lnTo>
                <a:lnTo>
                  <a:pt x="738301" y="1138288"/>
                </a:lnTo>
                <a:close/>
              </a:path>
              <a:path w="18288635" h="10287000">
                <a:moveTo>
                  <a:pt x="739089" y="3005188"/>
                </a:moveTo>
                <a:lnTo>
                  <a:pt x="729462" y="2992488"/>
                </a:lnTo>
                <a:lnTo>
                  <a:pt x="712800" y="3005188"/>
                </a:lnTo>
                <a:lnTo>
                  <a:pt x="722426" y="3017888"/>
                </a:lnTo>
                <a:lnTo>
                  <a:pt x="739089" y="3005188"/>
                </a:lnTo>
                <a:close/>
              </a:path>
              <a:path w="18288635" h="10287000">
                <a:moveTo>
                  <a:pt x="742569" y="312788"/>
                </a:moveTo>
                <a:lnTo>
                  <a:pt x="712304" y="261988"/>
                </a:lnTo>
                <a:lnTo>
                  <a:pt x="659879" y="300088"/>
                </a:lnTo>
                <a:lnTo>
                  <a:pt x="690143" y="350888"/>
                </a:lnTo>
                <a:lnTo>
                  <a:pt x="742569" y="312788"/>
                </a:lnTo>
                <a:close/>
              </a:path>
              <a:path w="18288635" h="10287000">
                <a:moveTo>
                  <a:pt x="743623" y="2192388"/>
                </a:moveTo>
                <a:lnTo>
                  <a:pt x="727989" y="2166988"/>
                </a:lnTo>
                <a:lnTo>
                  <a:pt x="700913" y="2179688"/>
                </a:lnTo>
                <a:lnTo>
                  <a:pt x="716546" y="2205088"/>
                </a:lnTo>
                <a:lnTo>
                  <a:pt x="743623" y="2192388"/>
                </a:lnTo>
                <a:close/>
              </a:path>
              <a:path w="18288635" h="10287000">
                <a:moveTo>
                  <a:pt x="747420" y="4054221"/>
                </a:moveTo>
                <a:lnTo>
                  <a:pt x="744410" y="4049014"/>
                </a:lnTo>
                <a:lnTo>
                  <a:pt x="739216" y="4052011"/>
                </a:lnTo>
                <a:lnTo>
                  <a:pt x="742213" y="4057231"/>
                </a:lnTo>
                <a:lnTo>
                  <a:pt x="747420" y="4054221"/>
                </a:lnTo>
                <a:close/>
              </a:path>
              <a:path w="18288635" h="10287000">
                <a:moveTo>
                  <a:pt x="749261" y="1366888"/>
                </a:moveTo>
                <a:lnTo>
                  <a:pt x="726821" y="1328788"/>
                </a:lnTo>
                <a:lnTo>
                  <a:pt x="687920" y="1354188"/>
                </a:lnTo>
                <a:lnTo>
                  <a:pt x="710374" y="1392288"/>
                </a:lnTo>
                <a:lnTo>
                  <a:pt x="749261" y="1366888"/>
                </a:lnTo>
                <a:close/>
              </a:path>
              <a:path w="18288635" h="10287000">
                <a:moveTo>
                  <a:pt x="750595" y="3233788"/>
                </a:moveTo>
                <a:lnTo>
                  <a:pt x="742581" y="3221088"/>
                </a:lnTo>
                <a:lnTo>
                  <a:pt x="728687" y="3233788"/>
                </a:lnTo>
                <a:lnTo>
                  <a:pt x="736714" y="3246488"/>
                </a:lnTo>
                <a:lnTo>
                  <a:pt x="750595" y="3233788"/>
                </a:lnTo>
                <a:close/>
              </a:path>
              <a:path w="18288635" h="10287000">
                <a:moveTo>
                  <a:pt x="754075" y="541388"/>
                </a:moveTo>
                <a:lnTo>
                  <a:pt x="725411" y="490588"/>
                </a:lnTo>
                <a:lnTo>
                  <a:pt x="675767" y="528688"/>
                </a:lnTo>
                <a:lnTo>
                  <a:pt x="704430" y="579488"/>
                </a:lnTo>
                <a:lnTo>
                  <a:pt x="754075" y="541388"/>
                </a:lnTo>
                <a:close/>
              </a:path>
              <a:path w="18288635" h="10287000">
                <a:moveTo>
                  <a:pt x="755142" y="2420988"/>
                </a:moveTo>
                <a:lnTo>
                  <a:pt x="741108" y="2395588"/>
                </a:lnTo>
                <a:lnTo>
                  <a:pt x="716800" y="2408288"/>
                </a:lnTo>
                <a:lnTo>
                  <a:pt x="730834" y="2433688"/>
                </a:lnTo>
                <a:lnTo>
                  <a:pt x="755142" y="2420988"/>
                </a:lnTo>
                <a:close/>
              </a:path>
              <a:path w="18288635" h="10287000">
                <a:moveTo>
                  <a:pt x="759752" y="4282033"/>
                </a:moveTo>
                <a:lnTo>
                  <a:pt x="757745" y="4278566"/>
                </a:lnTo>
                <a:lnTo>
                  <a:pt x="754278" y="4280573"/>
                </a:lnTo>
                <a:lnTo>
                  <a:pt x="756285" y="4284040"/>
                </a:lnTo>
                <a:lnTo>
                  <a:pt x="759752" y="4282033"/>
                </a:lnTo>
                <a:close/>
              </a:path>
              <a:path w="18288635" h="10287000">
                <a:moveTo>
                  <a:pt x="760501" y="1595488"/>
                </a:moveTo>
                <a:lnTo>
                  <a:pt x="739851" y="1557388"/>
                </a:lnTo>
                <a:lnTo>
                  <a:pt x="704088" y="1582788"/>
                </a:lnTo>
                <a:lnTo>
                  <a:pt x="724738" y="1620888"/>
                </a:lnTo>
                <a:lnTo>
                  <a:pt x="760501" y="1595488"/>
                </a:lnTo>
                <a:close/>
              </a:path>
              <a:path w="18288635" h="10287000">
                <a:moveTo>
                  <a:pt x="762101" y="3462388"/>
                </a:moveTo>
                <a:lnTo>
                  <a:pt x="755688" y="3449688"/>
                </a:lnTo>
                <a:lnTo>
                  <a:pt x="744575" y="3462388"/>
                </a:lnTo>
                <a:lnTo>
                  <a:pt x="750989" y="3475088"/>
                </a:lnTo>
                <a:lnTo>
                  <a:pt x="762101" y="3462388"/>
                </a:lnTo>
                <a:close/>
              </a:path>
              <a:path w="18288635" h="10287000">
                <a:moveTo>
                  <a:pt x="765581" y="769988"/>
                </a:moveTo>
                <a:lnTo>
                  <a:pt x="738517" y="731888"/>
                </a:lnTo>
                <a:lnTo>
                  <a:pt x="691654" y="757288"/>
                </a:lnTo>
                <a:lnTo>
                  <a:pt x="718718" y="795388"/>
                </a:lnTo>
                <a:lnTo>
                  <a:pt x="765581" y="769988"/>
                </a:lnTo>
                <a:close/>
              </a:path>
              <a:path w="18288635" h="10287000">
                <a:moveTo>
                  <a:pt x="766368" y="2649588"/>
                </a:moveTo>
                <a:lnTo>
                  <a:pt x="754138" y="2624188"/>
                </a:lnTo>
                <a:lnTo>
                  <a:pt x="732967" y="2636888"/>
                </a:lnTo>
                <a:lnTo>
                  <a:pt x="745185" y="2662288"/>
                </a:lnTo>
                <a:lnTo>
                  <a:pt x="766368" y="2649588"/>
                </a:lnTo>
                <a:close/>
              </a:path>
              <a:path w="18288635" h="10287000">
                <a:moveTo>
                  <a:pt x="771461" y="1824088"/>
                </a:moveTo>
                <a:lnTo>
                  <a:pt x="752817" y="1785988"/>
                </a:lnTo>
                <a:lnTo>
                  <a:pt x="720521" y="1811388"/>
                </a:lnTo>
                <a:lnTo>
                  <a:pt x="739165" y="1836788"/>
                </a:lnTo>
                <a:lnTo>
                  <a:pt x="771461" y="1824088"/>
                </a:lnTo>
                <a:close/>
              </a:path>
              <a:path w="18288635" h="10287000">
                <a:moveTo>
                  <a:pt x="772350" y="4509922"/>
                </a:moveTo>
                <a:lnTo>
                  <a:pt x="771144" y="4507839"/>
                </a:lnTo>
                <a:lnTo>
                  <a:pt x="769061" y="4509046"/>
                </a:lnTo>
                <a:lnTo>
                  <a:pt x="770267" y="4511129"/>
                </a:lnTo>
                <a:lnTo>
                  <a:pt x="772350" y="4509922"/>
                </a:lnTo>
                <a:close/>
              </a:path>
              <a:path w="18288635" h="10287000">
                <a:moveTo>
                  <a:pt x="773887" y="3690988"/>
                </a:moveTo>
                <a:lnTo>
                  <a:pt x="760196" y="3690988"/>
                </a:lnTo>
                <a:lnTo>
                  <a:pt x="765200" y="3703688"/>
                </a:lnTo>
                <a:lnTo>
                  <a:pt x="773887" y="3690988"/>
                </a:lnTo>
                <a:close/>
              </a:path>
              <a:path w="18288635" h="10287000">
                <a:moveTo>
                  <a:pt x="777100" y="998588"/>
                </a:moveTo>
                <a:lnTo>
                  <a:pt x="751636" y="960488"/>
                </a:lnTo>
                <a:lnTo>
                  <a:pt x="707542" y="985888"/>
                </a:lnTo>
                <a:lnTo>
                  <a:pt x="733005" y="1023988"/>
                </a:lnTo>
                <a:lnTo>
                  <a:pt x="777100" y="998588"/>
                </a:lnTo>
                <a:close/>
              </a:path>
              <a:path w="18288635" h="10287000">
                <a:moveTo>
                  <a:pt x="777875" y="2865488"/>
                </a:moveTo>
                <a:lnTo>
                  <a:pt x="767257" y="2852788"/>
                </a:lnTo>
                <a:lnTo>
                  <a:pt x="748842" y="2865488"/>
                </a:lnTo>
                <a:lnTo>
                  <a:pt x="759472" y="2878188"/>
                </a:lnTo>
                <a:lnTo>
                  <a:pt x="777875" y="2865488"/>
                </a:lnTo>
                <a:close/>
              </a:path>
              <a:path w="18288635" h="10287000">
                <a:moveTo>
                  <a:pt x="780262" y="171450"/>
                </a:moveTo>
                <a:lnTo>
                  <a:pt x="749795" y="118681"/>
                </a:lnTo>
                <a:lnTo>
                  <a:pt x="697026" y="149148"/>
                </a:lnTo>
                <a:lnTo>
                  <a:pt x="727494" y="201917"/>
                </a:lnTo>
                <a:lnTo>
                  <a:pt x="780262" y="171450"/>
                </a:lnTo>
                <a:close/>
              </a:path>
              <a:path w="18288635" h="10287000">
                <a:moveTo>
                  <a:pt x="782408" y="2052688"/>
                </a:moveTo>
                <a:lnTo>
                  <a:pt x="765784" y="2014588"/>
                </a:lnTo>
                <a:lnTo>
                  <a:pt x="736955" y="2039988"/>
                </a:lnTo>
                <a:lnTo>
                  <a:pt x="753592" y="2065388"/>
                </a:lnTo>
                <a:lnTo>
                  <a:pt x="782408" y="2052688"/>
                </a:lnTo>
                <a:close/>
              </a:path>
              <a:path w="18288635" h="10287000">
                <a:moveTo>
                  <a:pt x="785660" y="3914787"/>
                </a:moveTo>
                <a:lnTo>
                  <a:pt x="782053" y="3908539"/>
                </a:lnTo>
                <a:lnTo>
                  <a:pt x="775804" y="3912146"/>
                </a:lnTo>
                <a:lnTo>
                  <a:pt x="779411" y="3918394"/>
                </a:lnTo>
                <a:lnTo>
                  <a:pt x="785660" y="3914787"/>
                </a:lnTo>
                <a:close/>
              </a:path>
              <a:path w="18288635" h="10287000">
                <a:moveTo>
                  <a:pt x="787781" y="1227188"/>
                </a:moveTo>
                <a:lnTo>
                  <a:pt x="764527" y="1189088"/>
                </a:lnTo>
                <a:lnTo>
                  <a:pt x="724255" y="1214488"/>
                </a:lnTo>
                <a:lnTo>
                  <a:pt x="747509" y="1252588"/>
                </a:lnTo>
                <a:lnTo>
                  <a:pt x="787781" y="1227188"/>
                </a:lnTo>
                <a:close/>
              </a:path>
              <a:path w="18288635" h="10287000">
                <a:moveTo>
                  <a:pt x="788835" y="3094088"/>
                </a:moveTo>
                <a:lnTo>
                  <a:pt x="780211" y="3081388"/>
                </a:lnTo>
                <a:lnTo>
                  <a:pt x="765289" y="3094088"/>
                </a:lnTo>
                <a:lnTo>
                  <a:pt x="773912" y="3106788"/>
                </a:lnTo>
                <a:lnTo>
                  <a:pt x="788835" y="3094088"/>
                </a:lnTo>
                <a:close/>
              </a:path>
              <a:path w="18288635" h="10287000">
                <a:moveTo>
                  <a:pt x="792048" y="401688"/>
                </a:moveTo>
                <a:lnTo>
                  <a:pt x="762977" y="350888"/>
                </a:lnTo>
                <a:lnTo>
                  <a:pt x="712635" y="388988"/>
                </a:lnTo>
                <a:lnTo>
                  <a:pt x="741705" y="439788"/>
                </a:lnTo>
                <a:lnTo>
                  <a:pt x="792048" y="401688"/>
                </a:lnTo>
                <a:close/>
              </a:path>
              <a:path w="18288635" h="10287000">
                <a:moveTo>
                  <a:pt x="793648" y="2281288"/>
                </a:moveTo>
                <a:lnTo>
                  <a:pt x="778814" y="2255888"/>
                </a:lnTo>
                <a:lnTo>
                  <a:pt x="753122" y="2268588"/>
                </a:lnTo>
                <a:lnTo>
                  <a:pt x="767956" y="2293988"/>
                </a:lnTo>
                <a:lnTo>
                  <a:pt x="793648" y="2281288"/>
                </a:lnTo>
                <a:close/>
              </a:path>
              <a:path w="18288635" h="10287000">
                <a:moveTo>
                  <a:pt x="798271" y="4142676"/>
                </a:moveTo>
                <a:lnTo>
                  <a:pt x="795451" y="4137825"/>
                </a:lnTo>
                <a:lnTo>
                  <a:pt x="790600" y="4140631"/>
                </a:lnTo>
                <a:lnTo>
                  <a:pt x="793407" y="4145496"/>
                </a:lnTo>
                <a:lnTo>
                  <a:pt x="798271" y="4142676"/>
                </a:lnTo>
                <a:close/>
              </a:path>
              <a:path w="18288635" h="10287000">
                <a:moveTo>
                  <a:pt x="799007" y="1455788"/>
                </a:moveTo>
                <a:lnTo>
                  <a:pt x="777557" y="1417688"/>
                </a:lnTo>
                <a:lnTo>
                  <a:pt x="740410" y="1443088"/>
                </a:lnTo>
                <a:lnTo>
                  <a:pt x="761860" y="1481188"/>
                </a:lnTo>
                <a:lnTo>
                  <a:pt x="799007" y="1455788"/>
                </a:lnTo>
                <a:close/>
              </a:path>
              <a:path w="18288635" h="10287000">
                <a:moveTo>
                  <a:pt x="800608" y="3322688"/>
                </a:moveTo>
                <a:lnTo>
                  <a:pt x="793394" y="3309988"/>
                </a:lnTo>
                <a:lnTo>
                  <a:pt x="780897" y="3322688"/>
                </a:lnTo>
                <a:lnTo>
                  <a:pt x="788123" y="3335388"/>
                </a:lnTo>
                <a:lnTo>
                  <a:pt x="800608" y="3322688"/>
                </a:lnTo>
                <a:close/>
              </a:path>
              <a:path w="18288635" h="10287000">
                <a:moveTo>
                  <a:pt x="803554" y="630288"/>
                </a:moveTo>
                <a:lnTo>
                  <a:pt x="776084" y="579488"/>
                </a:lnTo>
                <a:lnTo>
                  <a:pt x="728522" y="617588"/>
                </a:lnTo>
                <a:lnTo>
                  <a:pt x="755980" y="655688"/>
                </a:lnTo>
                <a:lnTo>
                  <a:pt x="803554" y="630288"/>
                </a:lnTo>
                <a:close/>
              </a:path>
              <a:path w="18288635" h="10287000">
                <a:moveTo>
                  <a:pt x="804887" y="2509888"/>
                </a:moveTo>
                <a:lnTo>
                  <a:pt x="791857" y="2484488"/>
                </a:lnTo>
                <a:lnTo>
                  <a:pt x="769289" y="2497188"/>
                </a:lnTo>
                <a:lnTo>
                  <a:pt x="782320" y="2522588"/>
                </a:lnTo>
                <a:lnTo>
                  <a:pt x="804887" y="2509888"/>
                </a:lnTo>
                <a:close/>
              </a:path>
              <a:path w="18288635" h="10287000">
                <a:moveTo>
                  <a:pt x="810247" y="1684388"/>
                </a:moveTo>
                <a:lnTo>
                  <a:pt x="790600" y="1646288"/>
                </a:lnTo>
                <a:lnTo>
                  <a:pt x="756577" y="1671688"/>
                </a:lnTo>
                <a:lnTo>
                  <a:pt x="776224" y="1697088"/>
                </a:lnTo>
                <a:lnTo>
                  <a:pt x="810247" y="1684388"/>
                </a:lnTo>
                <a:close/>
              </a:path>
              <a:path w="18288635" h="10287000">
                <a:moveTo>
                  <a:pt x="810323" y="4370425"/>
                </a:moveTo>
                <a:lnTo>
                  <a:pt x="808710" y="4367644"/>
                </a:lnTo>
                <a:lnTo>
                  <a:pt x="805942" y="4369244"/>
                </a:lnTo>
                <a:lnTo>
                  <a:pt x="807542" y="4372026"/>
                </a:lnTo>
                <a:lnTo>
                  <a:pt x="810323" y="4370425"/>
                </a:lnTo>
                <a:close/>
              </a:path>
              <a:path w="18288635" h="10287000">
                <a:moveTo>
                  <a:pt x="812393" y="3551288"/>
                </a:moveTo>
                <a:lnTo>
                  <a:pt x="806577" y="3538588"/>
                </a:lnTo>
                <a:lnTo>
                  <a:pt x="796518" y="3551288"/>
                </a:lnTo>
                <a:lnTo>
                  <a:pt x="802322" y="3563988"/>
                </a:lnTo>
                <a:lnTo>
                  <a:pt x="812393" y="3551288"/>
                </a:lnTo>
                <a:close/>
              </a:path>
              <a:path w="18288635" h="10287000">
                <a:moveTo>
                  <a:pt x="815327" y="858888"/>
                </a:moveTo>
                <a:lnTo>
                  <a:pt x="789279" y="820788"/>
                </a:lnTo>
                <a:lnTo>
                  <a:pt x="744143" y="846188"/>
                </a:lnTo>
                <a:lnTo>
                  <a:pt x="770204" y="884288"/>
                </a:lnTo>
                <a:lnTo>
                  <a:pt x="815327" y="858888"/>
                </a:lnTo>
                <a:close/>
              </a:path>
              <a:path w="18288635" h="10287000">
                <a:moveTo>
                  <a:pt x="815759" y="31292"/>
                </a:moveTo>
                <a:lnTo>
                  <a:pt x="797699" y="0"/>
                </a:lnTo>
                <a:lnTo>
                  <a:pt x="753706" y="0"/>
                </a:lnTo>
                <a:lnTo>
                  <a:pt x="736358" y="10007"/>
                </a:lnTo>
                <a:lnTo>
                  <a:pt x="765429" y="60350"/>
                </a:lnTo>
                <a:lnTo>
                  <a:pt x="815759" y="31292"/>
                </a:lnTo>
                <a:close/>
              </a:path>
              <a:path w="18288635" h="10287000">
                <a:moveTo>
                  <a:pt x="816114" y="2725788"/>
                </a:moveTo>
                <a:lnTo>
                  <a:pt x="804887" y="2713088"/>
                </a:lnTo>
                <a:lnTo>
                  <a:pt x="785444" y="2725788"/>
                </a:lnTo>
                <a:lnTo>
                  <a:pt x="796671" y="2738488"/>
                </a:lnTo>
                <a:lnTo>
                  <a:pt x="816114" y="2725788"/>
                </a:lnTo>
                <a:close/>
              </a:path>
              <a:path w="18288635" h="10287000">
                <a:moveTo>
                  <a:pt x="821207" y="1912988"/>
                </a:moveTo>
                <a:lnTo>
                  <a:pt x="803567" y="1874888"/>
                </a:lnTo>
                <a:lnTo>
                  <a:pt x="773010" y="1900288"/>
                </a:lnTo>
                <a:lnTo>
                  <a:pt x="790651" y="1925688"/>
                </a:lnTo>
                <a:lnTo>
                  <a:pt x="821207" y="1912988"/>
                </a:lnTo>
                <a:close/>
              </a:path>
              <a:path w="18288635" h="10287000">
                <a:moveTo>
                  <a:pt x="822921" y="4598314"/>
                </a:moveTo>
                <a:lnTo>
                  <a:pt x="822121" y="4596930"/>
                </a:lnTo>
                <a:lnTo>
                  <a:pt x="820737" y="4597730"/>
                </a:lnTo>
                <a:lnTo>
                  <a:pt x="821537" y="4599114"/>
                </a:lnTo>
                <a:lnTo>
                  <a:pt x="822921" y="4598314"/>
                </a:lnTo>
                <a:close/>
              </a:path>
              <a:path w="18288635" h="10287000">
                <a:moveTo>
                  <a:pt x="826566" y="1087488"/>
                </a:moveTo>
                <a:lnTo>
                  <a:pt x="802309" y="1049388"/>
                </a:lnTo>
                <a:lnTo>
                  <a:pt x="760298" y="1074788"/>
                </a:lnTo>
                <a:lnTo>
                  <a:pt x="784555" y="1112888"/>
                </a:lnTo>
                <a:lnTo>
                  <a:pt x="826566" y="1087488"/>
                </a:lnTo>
                <a:close/>
              </a:path>
              <a:path w="18288635" h="10287000">
                <a:moveTo>
                  <a:pt x="827620" y="2954388"/>
                </a:moveTo>
                <a:lnTo>
                  <a:pt x="818007" y="2941688"/>
                </a:lnTo>
                <a:lnTo>
                  <a:pt x="801331" y="2954388"/>
                </a:lnTo>
                <a:lnTo>
                  <a:pt x="810958" y="2967088"/>
                </a:lnTo>
                <a:lnTo>
                  <a:pt x="827620" y="2954388"/>
                </a:lnTo>
                <a:close/>
              </a:path>
              <a:path w="18288635" h="10287000">
                <a:moveTo>
                  <a:pt x="830008" y="259613"/>
                </a:moveTo>
                <a:lnTo>
                  <a:pt x="800544" y="208584"/>
                </a:lnTo>
                <a:lnTo>
                  <a:pt x="749503" y="238048"/>
                </a:lnTo>
                <a:lnTo>
                  <a:pt x="778967" y="289077"/>
                </a:lnTo>
                <a:lnTo>
                  <a:pt x="830008" y="259613"/>
                </a:lnTo>
                <a:close/>
              </a:path>
              <a:path w="18288635" h="10287000">
                <a:moveTo>
                  <a:pt x="832167" y="2141588"/>
                </a:moveTo>
                <a:lnTo>
                  <a:pt x="816521" y="2116188"/>
                </a:lnTo>
                <a:lnTo>
                  <a:pt x="789444" y="2128888"/>
                </a:lnTo>
                <a:lnTo>
                  <a:pt x="805078" y="2154288"/>
                </a:lnTo>
                <a:lnTo>
                  <a:pt x="832167" y="2141588"/>
                </a:lnTo>
                <a:close/>
              </a:path>
              <a:path w="18288635" h="10287000">
                <a:moveTo>
                  <a:pt x="836231" y="4003179"/>
                </a:moveTo>
                <a:lnTo>
                  <a:pt x="833018" y="3997629"/>
                </a:lnTo>
                <a:lnTo>
                  <a:pt x="827468" y="4000830"/>
                </a:lnTo>
                <a:lnTo>
                  <a:pt x="830681" y="4006380"/>
                </a:lnTo>
                <a:lnTo>
                  <a:pt x="836231" y="4003179"/>
                </a:lnTo>
                <a:close/>
              </a:path>
              <a:path w="18288635" h="10287000">
                <a:moveTo>
                  <a:pt x="837526" y="1316088"/>
                </a:moveTo>
                <a:lnTo>
                  <a:pt x="815276" y="1277988"/>
                </a:lnTo>
                <a:lnTo>
                  <a:pt x="776732" y="1303388"/>
                </a:lnTo>
                <a:lnTo>
                  <a:pt x="798982" y="1341488"/>
                </a:lnTo>
                <a:lnTo>
                  <a:pt x="837526" y="1316088"/>
                </a:lnTo>
                <a:close/>
              </a:path>
              <a:path w="18288635" h="10287000">
                <a:moveTo>
                  <a:pt x="839127" y="3182988"/>
                </a:moveTo>
                <a:lnTo>
                  <a:pt x="831113" y="3170288"/>
                </a:lnTo>
                <a:lnTo>
                  <a:pt x="817219" y="3182988"/>
                </a:lnTo>
                <a:lnTo>
                  <a:pt x="825246" y="3195688"/>
                </a:lnTo>
                <a:lnTo>
                  <a:pt x="839127" y="3182988"/>
                </a:lnTo>
                <a:close/>
              </a:path>
              <a:path w="18288635" h="10287000">
                <a:moveTo>
                  <a:pt x="841794" y="490588"/>
                </a:moveTo>
                <a:lnTo>
                  <a:pt x="813727" y="439788"/>
                </a:lnTo>
                <a:lnTo>
                  <a:pt x="765124" y="477888"/>
                </a:lnTo>
                <a:lnTo>
                  <a:pt x="793178" y="515988"/>
                </a:lnTo>
                <a:lnTo>
                  <a:pt x="841794" y="490588"/>
                </a:lnTo>
                <a:close/>
              </a:path>
              <a:path w="18288635" h="10287000">
                <a:moveTo>
                  <a:pt x="843673" y="2370188"/>
                </a:moveTo>
                <a:lnTo>
                  <a:pt x="829640" y="2344788"/>
                </a:lnTo>
                <a:lnTo>
                  <a:pt x="805332" y="2357488"/>
                </a:lnTo>
                <a:lnTo>
                  <a:pt x="819365" y="2382888"/>
                </a:lnTo>
                <a:lnTo>
                  <a:pt x="843673" y="2370188"/>
                </a:lnTo>
                <a:close/>
              </a:path>
              <a:path w="18288635" h="10287000">
                <a:moveTo>
                  <a:pt x="848563" y="4230992"/>
                </a:moveTo>
                <a:lnTo>
                  <a:pt x="846353" y="4227169"/>
                </a:lnTo>
                <a:lnTo>
                  <a:pt x="842530" y="4229379"/>
                </a:lnTo>
                <a:lnTo>
                  <a:pt x="844740" y="4233202"/>
                </a:lnTo>
                <a:lnTo>
                  <a:pt x="848563" y="4230992"/>
                </a:lnTo>
                <a:close/>
              </a:path>
              <a:path w="18288635" h="10287000">
                <a:moveTo>
                  <a:pt x="848766" y="1544688"/>
                </a:moveTo>
                <a:lnTo>
                  <a:pt x="828306" y="1506588"/>
                </a:lnTo>
                <a:lnTo>
                  <a:pt x="792899" y="1531988"/>
                </a:lnTo>
                <a:lnTo>
                  <a:pt x="813346" y="1557388"/>
                </a:lnTo>
                <a:lnTo>
                  <a:pt x="848766" y="1544688"/>
                </a:lnTo>
                <a:close/>
              </a:path>
              <a:path w="18288635" h="10287000">
                <a:moveTo>
                  <a:pt x="850912" y="3411588"/>
                </a:moveTo>
                <a:lnTo>
                  <a:pt x="844296" y="3398888"/>
                </a:lnTo>
                <a:lnTo>
                  <a:pt x="832840" y="3411588"/>
                </a:lnTo>
                <a:lnTo>
                  <a:pt x="839444" y="3424288"/>
                </a:lnTo>
                <a:lnTo>
                  <a:pt x="850912" y="3411588"/>
                </a:lnTo>
                <a:close/>
              </a:path>
              <a:path w="18288635" h="10287000">
                <a:moveTo>
                  <a:pt x="853567" y="719188"/>
                </a:moveTo>
                <a:lnTo>
                  <a:pt x="826909" y="681088"/>
                </a:lnTo>
                <a:lnTo>
                  <a:pt x="780732" y="706488"/>
                </a:lnTo>
                <a:lnTo>
                  <a:pt x="807402" y="744588"/>
                </a:lnTo>
                <a:lnTo>
                  <a:pt x="853567" y="719188"/>
                </a:lnTo>
                <a:close/>
              </a:path>
              <a:path w="18288635" h="10287000">
                <a:moveTo>
                  <a:pt x="854900" y="2598788"/>
                </a:moveTo>
                <a:lnTo>
                  <a:pt x="842670" y="2573388"/>
                </a:lnTo>
                <a:lnTo>
                  <a:pt x="821499" y="2586088"/>
                </a:lnTo>
                <a:lnTo>
                  <a:pt x="833729" y="2598788"/>
                </a:lnTo>
                <a:lnTo>
                  <a:pt x="854900" y="2598788"/>
                </a:lnTo>
                <a:close/>
              </a:path>
              <a:path w="18288635" h="10287000">
                <a:moveTo>
                  <a:pt x="859993" y="1773288"/>
                </a:moveTo>
                <a:lnTo>
                  <a:pt x="841349" y="1735188"/>
                </a:lnTo>
                <a:lnTo>
                  <a:pt x="809066" y="1760588"/>
                </a:lnTo>
                <a:lnTo>
                  <a:pt x="827697" y="1785988"/>
                </a:lnTo>
                <a:lnTo>
                  <a:pt x="859993" y="1773288"/>
                </a:lnTo>
                <a:close/>
              </a:path>
              <a:path w="18288635" h="10287000">
                <a:moveTo>
                  <a:pt x="860882" y="4458817"/>
                </a:moveTo>
                <a:lnTo>
                  <a:pt x="859675" y="4456735"/>
                </a:lnTo>
                <a:lnTo>
                  <a:pt x="857592" y="4457928"/>
                </a:lnTo>
                <a:lnTo>
                  <a:pt x="858799" y="4460011"/>
                </a:lnTo>
                <a:lnTo>
                  <a:pt x="860882" y="4458817"/>
                </a:lnTo>
                <a:close/>
              </a:path>
              <a:path w="18288635" h="10287000">
                <a:moveTo>
                  <a:pt x="862698" y="3640188"/>
                </a:moveTo>
                <a:lnTo>
                  <a:pt x="857478" y="3627488"/>
                </a:lnTo>
                <a:lnTo>
                  <a:pt x="848448" y="3640188"/>
                </a:lnTo>
                <a:lnTo>
                  <a:pt x="853655" y="3652888"/>
                </a:lnTo>
                <a:lnTo>
                  <a:pt x="862698" y="3640188"/>
                </a:lnTo>
                <a:close/>
              </a:path>
              <a:path w="18288635" h="10287000">
                <a:moveTo>
                  <a:pt x="865085" y="947788"/>
                </a:moveTo>
                <a:lnTo>
                  <a:pt x="840016" y="909688"/>
                </a:lnTo>
                <a:lnTo>
                  <a:pt x="796620" y="935088"/>
                </a:lnTo>
                <a:lnTo>
                  <a:pt x="821677" y="973188"/>
                </a:lnTo>
                <a:lnTo>
                  <a:pt x="865085" y="947788"/>
                </a:lnTo>
                <a:close/>
              </a:path>
              <a:path w="18288635" h="10287000">
                <a:moveTo>
                  <a:pt x="866406" y="2814688"/>
                </a:moveTo>
                <a:lnTo>
                  <a:pt x="855789" y="2801988"/>
                </a:lnTo>
                <a:lnTo>
                  <a:pt x="837387" y="2814688"/>
                </a:lnTo>
                <a:lnTo>
                  <a:pt x="848004" y="2827388"/>
                </a:lnTo>
                <a:lnTo>
                  <a:pt x="866406" y="2814688"/>
                </a:lnTo>
                <a:close/>
              </a:path>
              <a:path w="18288635" h="10287000">
                <a:moveTo>
                  <a:pt x="867702" y="120040"/>
                </a:moveTo>
                <a:lnTo>
                  <a:pt x="838034" y="68656"/>
                </a:lnTo>
                <a:lnTo>
                  <a:pt x="786650" y="98323"/>
                </a:lnTo>
                <a:lnTo>
                  <a:pt x="816317" y="149707"/>
                </a:lnTo>
                <a:lnTo>
                  <a:pt x="867702" y="120040"/>
                </a:lnTo>
                <a:close/>
              </a:path>
              <a:path w="18288635" h="10287000">
                <a:moveTo>
                  <a:pt x="870953" y="2001888"/>
                </a:moveTo>
                <a:lnTo>
                  <a:pt x="854316" y="1963788"/>
                </a:lnTo>
                <a:lnTo>
                  <a:pt x="825500" y="1989188"/>
                </a:lnTo>
                <a:lnTo>
                  <a:pt x="842137" y="2014588"/>
                </a:lnTo>
                <a:lnTo>
                  <a:pt x="870953" y="2001888"/>
                </a:lnTo>
                <a:close/>
              </a:path>
              <a:path w="18288635" h="10287000">
                <a:moveTo>
                  <a:pt x="874204" y="3863683"/>
                </a:moveTo>
                <a:lnTo>
                  <a:pt x="870585" y="3857421"/>
                </a:lnTo>
                <a:lnTo>
                  <a:pt x="864336" y="3861028"/>
                </a:lnTo>
                <a:lnTo>
                  <a:pt x="867943" y="3867289"/>
                </a:lnTo>
                <a:lnTo>
                  <a:pt x="874204" y="3863683"/>
                </a:lnTo>
                <a:close/>
              </a:path>
              <a:path w="18288635" h="10287000">
                <a:moveTo>
                  <a:pt x="876033" y="1176388"/>
                </a:moveTo>
                <a:lnTo>
                  <a:pt x="852982" y="1138288"/>
                </a:lnTo>
                <a:lnTo>
                  <a:pt x="813054" y="1163688"/>
                </a:lnTo>
                <a:lnTo>
                  <a:pt x="836104" y="1201788"/>
                </a:lnTo>
                <a:lnTo>
                  <a:pt x="876033" y="1176388"/>
                </a:lnTo>
                <a:close/>
              </a:path>
              <a:path w="18288635" h="10287000">
                <a:moveTo>
                  <a:pt x="877646" y="3043288"/>
                </a:moveTo>
                <a:lnTo>
                  <a:pt x="868819" y="3030588"/>
                </a:lnTo>
                <a:lnTo>
                  <a:pt x="853554" y="3043288"/>
                </a:lnTo>
                <a:lnTo>
                  <a:pt x="862368" y="3055988"/>
                </a:lnTo>
                <a:lnTo>
                  <a:pt x="877646" y="3043288"/>
                </a:lnTo>
                <a:close/>
              </a:path>
              <a:path w="18288635" h="10287000">
                <a:moveTo>
                  <a:pt x="879487" y="347713"/>
                </a:moveTo>
                <a:lnTo>
                  <a:pt x="851217" y="298754"/>
                </a:lnTo>
                <a:lnTo>
                  <a:pt x="802259" y="327025"/>
                </a:lnTo>
                <a:lnTo>
                  <a:pt x="830529" y="375983"/>
                </a:lnTo>
                <a:lnTo>
                  <a:pt x="879487" y="347713"/>
                </a:lnTo>
                <a:close/>
              </a:path>
              <a:path w="18288635" h="10287000">
                <a:moveTo>
                  <a:pt x="882180" y="2230488"/>
                </a:moveTo>
                <a:lnTo>
                  <a:pt x="867346" y="2205088"/>
                </a:lnTo>
                <a:lnTo>
                  <a:pt x="841654" y="2217788"/>
                </a:lnTo>
                <a:lnTo>
                  <a:pt x="856488" y="2243188"/>
                </a:lnTo>
                <a:lnTo>
                  <a:pt x="882180" y="2230488"/>
                </a:lnTo>
                <a:close/>
              </a:path>
              <a:path w="18288635" h="10287000">
                <a:moveTo>
                  <a:pt x="886802" y="4091571"/>
                </a:moveTo>
                <a:lnTo>
                  <a:pt x="883996" y="4086707"/>
                </a:lnTo>
                <a:lnTo>
                  <a:pt x="879132" y="4089514"/>
                </a:lnTo>
                <a:lnTo>
                  <a:pt x="881938" y="4094378"/>
                </a:lnTo>
                <a:lnTo>
                  <a:pt x="886802" y="4091571"/>
                </a:lnTo>
                <a:close/>
              </a:path>
              <a:path w="18288635" h="10287000">
                <a:moveTo>
                  <a:pt x="887272" y="1404988"/>
                </a:moveTo>
                <a:lnTo>
                  <a:pt x="866025" y="1366888"/>
                </a:lnTo>
                <a:lnTo>
                  <a:pt x="829221" y="1392288"/>
                </a:lnTo>
                <a:lnTo>
                  <a:pt x="850468" y="1430388"/>
                </a:lnTo>
                <a:lnTo>
                  <a:pt x="887272" y="1404988"/>
                </a:lnTo>
                <a:close/>
              </a:path>
              <a:path w="18288635" h="10287000">
                <a:moveTo>
                  <a:pt x="889152" y="3271888"/>
                </a:moveTo>
                <a:lnTo>
                  <a:pt x="881926" y="3259188"/>
                </a:lnTo>
                <a:lnTo>
                  <a:pt x="869429" y="3271888"/>
                </a:lnTo>
                <a:lnTo>
                  <a:pt x="876655" y="3284588"/>
                </a:lnTo>
                <a:lnTo>
                  <a:pt x="889152" y="3271888"/>
                </a:lnTo>
                <a:close/>
              </a:path>
              <a:path w="18288635" h="10287000">
                <a:moveTo>
                  <a:pt x="891540" y="579488"/>
                </a:moveTo>
                <a:lnTo>
                  <a:pt x="864476" y="528688"/>
                </a:lnTo>
                <a:lnTo>
                  <a:pt x="817600" y="566788"/>
                </a:lnTo>
                <a:lnTo>
                  <a:pt x="844664" y="604888"/>
                </a:lnTo>
                <a:lnTo>
                  <a:pt x="891540" y="579488"/>
                </a:lnTo>
                <a:close/>
              </a:path>
              <a:path w="18288635" h="10287000">
                <a:moveTo>
                  <a:pt x="893419" y="2459088"/>
                </a:moveTo>
                <a:lnTo>
                  <a:pt x="880389" y="2433688"/>
                </a:lnTo>
                <a:lnTo>
                  <a:pt x="857821" y="2446388"/>
                </a:lnTo>
                <a:lnTo>
                  <a:pt x="870851" y="2471788"/>
                </a:lnTo>
                <a:lnTo>
                  <a:pt x="893419" y="2459088"/>
                </a:lnTo>
                <a:close/>
              </a:path>
              <a:path w="18288635" h="10287000">
                <a:moveTo>
                  <a:pt x="898499" y="1633588"/>
                </a:moveTo>
                <a:lnTo>
                  <a:pt x="879055" y="1595488"/>
                </a:lnTo>
                <a:lnTo>
                  <a:pt x="845388" y="1620888"/>
                </a:lnTo>
                <a:lnTo>
                  <a:pt x="864819" y="1646288"/>
                </a:lnTo>
                <a:lnTo>
                  <a:pt x="898499" y="1633588"/>
                </a:lnTo>
                <a:close/>
              </a:path>
              <a:path w="18288635" h="10287000">
                <a:moveTo>
                  <a:pt x="899121" y="4319384"/>
                </a:moveTo>
                <a:lnTo>
                  <a:pt x="897318" y="4316260"/>
                </a:lnTo>
                <a:lnTo>
                  <a:pt x="894194" y="4318063"/>
                </a:lnTo>
                <a:lnTo>
                  <a:pt x="895997" y="4321187"/>
                </a:lnTo>
                <a:lnTo>
                  <a:pt x="899121" y="4319384"/>
                </a:lnTo>
                <a:close/>
              </a:path>
              <a:path w="18288635" h="10287000">
                <a:moveTo>
                  <a:pt x="900925" y="3500488"/>
                </a:moveTo>
                <a:lnTo>
                  <a:pt x="895108" y="3487788"/>
                </a:lnTo>
                <a:lnTo>
                  <a:pt x="885050" y="3500488"/>
                </a:lnTo>
                <a:lnTo>
                  <a:pt x="890854" y="3513188"/>
                </a:lnTo>
                <a:lnTo>
                  <a:pt x="900925" y="3500488"/>
                </a:lnTo>
                <a:close/>
              </a:path>
              <a:path w="18288635" h="10287000">
                <a:moveTo>
                  <a:pt x="903325" y="808088"/>
                </a:moveTo>
                <a:lnTo>
                  <a:pt x="877658" y="769988"/>
                </a:lnTo>
                <a:lnTo>
                  <a:pt x="833221" y="795388"/>
                </a:lnTo>
                <a:lnTo>
                  <a:pt x="858875" y="833488"/>
                </a:lnTo>
                <a:lnTo>
                  <a:pt x="903325" y="808088"/>
                </a:lnTo>
                <a:close/>
              </a:path>
              <a:path w="18288635" h="10287000">
                <a:moveTo>
                  <a:pt x="904646" y="2674988"/>
                </a:moveTo>
                <a:lnTo>
                  <a:pt x="893419" y="2662288"/>
                </a:lnTo>
                <a:lnTo>
                  <a:pt x="873975" y="2674988"/>
                </a:lnTo>
                <a:lnTo>
                  <a:pt x="885202" y="2687688"/>
                </a:lnTo>
                <a:lnTo>
                  <a:pt x="904646" y="2674988"/>
                </a:lnTo>
                <a:close/>
              </a:path>
              <a:path w="18288635" h="10287000">
                <a:moveTo>
                  <a:pt x="909459" y="1862188"/>
                </a:moveTo>
                <a:lnTo>
                  <a:pt x="892022" y="1824088"/>
                </a:lnTo>
                <a:lnTo>
                  <a:pt x="861809" y="1849488"/>
                </a:lnTo>
                <a:lnTo>
                  <a:pt x="879259" y="1874888"/>
                </a:lnTo>
                <a:lnTo>
                  <a:pt x="909459" y="1862188"/>
                </a:lnTo>
                <a:close/>
              </a:path>
              <a:path w="18288635" h="10287000">
                <a:moveTo>
                  <a:pt x="911453" y="4547197"/>
                </a:moveTo>
                <a:lnTo>
                  <a:pt x="910653" y="4545812"/>
                </a:lnTo>
                <a:lnTo>
                  <a:pt x="909256" y="4546612"/>
                </a:lnTo>
                <a:lnTo>
                  <a:pt x="910056" y="4547997"/>
                </a:lnTo>
                <a:lnTo>
                  <a:pt x="911453" y="4547197"/>
                </a:lnTo>
                <a:close/>
              </a:path>
              <a:path w="18288635" h="10287000">
                <a:moveTo>
                  <a:pt x="914552" y="1036688"/>
                </a:moveTo>
                <a:lnTo>
                  <a:pt x="890701" y="998588"/>
                </a:lnTo>
                <a:lnTo>
                  <a:pt x="849376" y="1023988"/>
                </a:lnTo>
                <a:lnTo>
                  <a:pt x="873239" y="1062088"/>
                </a:lnTo>
                <a:lnTo>
                  <a:pt x="914552" y="1036688"/>
                </a:lnTo>
                <a:close/>
              </a:path>
              <a:path w="18288635" h="10287000">
                <a:moveTo>
                  <a:pt x="916432" y="2903588"/>
                </a:moveTo>
                <a:lnTo>
                  <a:pt x="906602" y="2890888"/>
                </a:lnTo>
                <a:lnTo>
                  <a:pt x="889596" y="2903588"/>
                </a:lnTo>
                <a:lnTo>
                  <a:pt x="899414" y="2916288"/>
                </a:lnTo>
                <a:lnTo>
                  <a:pt x="916432" y="2903588"/>
                </a:lnTo>
                <a:close/>
              </a:path>
              <a:path w="18288635" h="10287000">
                <a:moveTo>
                  <a:pt x="917448" y="208203"/>
                </a:moveTo>
                <a:lnTo>
                  <a:pt x="888784" y="158559"/>
                </a:lnTo>
                <a:lnTo>
                  <a:pt x="839139" y="187223"/>
                </a:lnTo>
                <a:lnTo>
                  <a:pt x="867803" y="236867"/>
                </a:lnTo>
                <a:lnTo>
                  <a:pt x="917448" y="208203"/>
                </a:lnTo>
                <a:close/>
              </a:path>
              <a:path w="18288635" h="10287000">
                <a:moveTo>
                  <a:pt x="920699" y="2090788"/>
                </a:moveTo>
                <a:lnTo>
                  <a:pt x="905065" y="2065388"/>
                </a:lnTo>
                <a:lnTo>
                  <a:pt x="877976" y="2078088"/>
                </a:lnTo>
                <a:lnTo>
                  <a:pt x="893610" y="2103488"/>
                </a:lnTo>
                <a:lnTo>
                  <a:pt x="920699" y="2090788"/>
                </a:lnTo>
                <a:close/>
              </a:path>
              <a:path w="18288635" h="10287000">
                <a:moveTo>
                  <a:pt x="924763" y="3952062"/>
                </a:moveTo>
                <a:lnTo>
                  <a:pt x="921562" y="3946512"/>
                </a:lnTo>
                <a:lnTo>
                  <a:pt x="916000" y="3949712"/>
                </a:lnTo>
                <a:lnTo>
                  <a:pt x="919213" y="3955262"/>
                </a:lnTo>
                <a:lnTo>
                  <a:pt x="924763" y="3952062"/>
                </a:lnTo>
                <a:close/>
              </a:path>
              <a:path w="18288635" h="10287000">
                <a:moveTo>
                  <a:pt x="925779" y="1265288"/>
                </a:moveTo>
                <a:lnTo>
                  <a:pt x="903732" y="1227188"/>
                </a:lnTo>
                <a:lnTo>
                  <a:pt x="865543" y="1252588"/>
                </a:lnTo>
                <a:lnTo>
                  <a:pt x="887590" y="1290688"/>
                </a:lnTo>
                <a:lnTo>
                  <a:pt x="925779" y="1265288"/>
                </a:lnTo>
                <a:close/>
              </a:path>
              <a:path w="18288635" h="10287000">
                <a:moveTo>
                  <a:pt x="927938" y="3132188"/>
                </a:moveTo>
                <a:lnTo>
                  <a:pt x="919721" y="3119488"/>
                </a:lnTo>
                <a:lnTo>
                  <a:pt x="905484" y="3132188"/>
                </a:lnTo>
                <a:lnTo>
                  <a:pt x="913701" y="3144888"/>
                </a:lnTo>
                <a:lnTo>
                  <a:pt x="927938" y="3132188"/>
                </a:lnTo>
                <a:close/>
              </a:path>
              <a:path w="18288635" h="10287000">
                <a:moveTo>
                  <a:pt x="929500" y="435952"/>
                </a:moveTo>
                <a:lnTo>
                  <a:pt x="902042" y="388378"/>
                </a:lnTo>
                <a:lnTo>
                  <a:pt x="854481" y="415848"/>
                </a:lnTo>
                <a:lnTo>
                  <a:pt x="881938" y="463410"/>
                </a:lnTo>
                <a:lnTo>
                  <a:pt x="929500" y="435952"/>
                </a:lnTo>
                <a:close/>
              </a:path>
              <a:path w="18288635" h="10287000">
                <a:moveTo>
                  <a:pt x="932205" y="2319388"/>
                </a:moveTo>
                <a:lnTo>
                  <a:pt x="918171" y="2293988"/>
                </a:lnTo>
                <a:lnTo>
                  <a:pt x="893864" y="2306688"/>
                </a:lnTo>
                <a:lnTo>
                  <a:pt x="907897" y="2332088"/>
                </a:lnTo>
                <a:lnTo>
                  <a:pt x="932205" y="2319388"/>
                </a:lnTo>
                <a:close/>
              </a:path>
              <a:path w="18288635" h="10287000">
                <a:moveTo>
                  <a:pt x="937018" y="1493888"/>
                </a:moveTo>
                <a:lnTo>
                  <a:pt x="916774" y="1455788"/>
                </a:lnTo>
                <a:lnTo>
                  <a:pt x="881710" y="1481188"/>
                </a:lnTo>
                <a:lnTo>
                  <a:pt x="901954" y="1506588"/>
                </a:lnTo>
                <a:lnTo>
                  <a:pt x="937018" y="1493888"/>
                </a:lnTo>
                <a:close/>
              </a:path>
              <a:path w="18288635" h="10287000">
                <a:moveTo>
                  <a:pt x="937094" y="4179887"/>
                </a:moveTo>
                <a:lnTo>
                  <a:pt x="934885" y="4176052"/>
                </a:lnTo>
                <a:lnTo>
                  <a:pt x="931062" y="4178262"/>
                </a:lnTo>
                <a:lnTo>
                  <a:pt x="933272" y="4182084"/>
                </a:lnTo>
                <a:lnTo>
                  <a:pt x="937094" y="4179887"/>
                </a:lnTo>
                <a:close/>
              </a:path>
              <a:path w="18288635" h="10287000">
                <a:moveTo>
                  <a:pt x="939444" y="3360788"/>
                </a:moveTo>
                <a:lnTo>
                  <a:pt x="932827" y="3348088"/>
                </a:lnTo>
                <a:lnTo>
                  <a:pt x="921372" y="3360788"/>
                </a:lnTo>
                <a:lnTo>
                  <a:pt x="927989" y="3373488"/>
                </a:lnTo>
                <a:lnTo>
                  <a:pt x="939444" y="3360788"/>
                </a:lnTo>
                <a:close/>
              </a:path>
              <a:path w="18288635" h="10287000">
                <a:moveTo>
                  <a:pt x="941552" y="668388"/>
                </a:moveTo>
                <a:lnTo>
                  <a:pt x="915301" y="630288"/>
                </a:lnTo>
                <a:lnTo>
                  <a:pt x="869823" y="655688"/>
                </a:lnTo>
                <a:lnTo>
                  <a:pt x="896073" y="693788"/>
                </a:lnTo>
                <a:lnTo>
                  <a:pt x="941552" y="668388"/>
                </a:lnTo>
                <a:close/>
              </a:path>
              <a:path w="18288635" h="10287000">
                <a:moveTo>
                  <a:pt x="943432" y="2535288"/>
                </a:moveTo>
                <a:lnTo>
                  <a:pt x="931214" y="2522588"/>
                </a:lnTo>
                <a:lnTo>
                  <a:pt x="910031" y="2535288"/>
                </a:lnTo>
                <a:lnTo>
                  <a:pt x="922261" y="2547988"/>
                </a:lnTo>
                <a:lnTo>
                  <a:pt x="943432" y="2535288"/>
                </a:lnTo>
                <a:close/>
              </a:path>
              <a:path w="18288635" h="10287000">
                <a:moveTo>
                  <a:pt x="948245" y="1722488"/>
                </a:moveTo>
                <a:lnTo>
                  <a:pt x="929805" y="1684388"/>
                </a:lnTo>
                <a:lnTo>
                  <a:pt x="897864" y="1709788"/>
                </a:lnTo>
                <a:lnTo>
                  <a:pt x="916305" y="1735188"/>
                </a:lnTo>
                <a:lnTo>
                  <a:pt x="948245" y="1722488"/>
                </a:lnTo>
                <a:close/>
              </a:path>
              <a:path w="18288635" h="10287000">
                <a:moveTo>
                  <a:pt x="949693" y="4407776"/>
                </a:moveTo>
                <a:lnTo>
                  <a:pt x="948283" y="4405338"/>
                </a:lnTo>
                <a:lnTo>
                  <a:pt x="945857" y="4406735"/>
                </a:lnTo>
                <a:lnTo>
                  <a:pt x="947267" y="4409173"/>
                </a:lnTo>
                <a:lnTo>
                  <a:pt x="949693" y="4407776"/>
                </a:lnTo>
                <a:close/>
              </a:path>
              <a:path w="18288635" h="10287000">
                <a:moveTo>
                  <a:pt x="951230" y="3589388"/>
                </a:moveTo>
                <a:lnTo>
                  <a:pt x="946010" y="3576688"/>
                </a:lnTo>
                <a:lnTo>
                  <a:pt x="936980" y="3589388"/>
                </a:lnTo>
                <a:lnTo>
                  <a:pt x="942200" y="3602088"/>
                </a:lnTo>
                <a:lnTo>
                  <a:pt x="951230" y="3589388"/>
                </a:lnTo>
                <a:close/>
              </a:path>
              <a:path w="18288635" h="10287000">
                <a:moveTo>
                  <a:pt x="952792" y="896988"/>
                </a:moveTo>
                <a:lnTo>
                  <a:pt x="928331" y="858888"/>
                </a:lnTo>
                <a:lnTo>
                  <a:pt x="885977" y="884288"/>
                </a:lnTo>
                <a:lnTo>
                  <a:pt x="910437" y="922388"/>
                </a:lnTo>
                <a:lnTo>
                  <a:pt x="952792" y="896988"/>
                </a:lnTo>
                <a:close/>
              </a:path>
              <a:path w="18288635" h="10287000">
                <a:moveTo>
                  <a:pt x="954862" y="68554"/>
                </a:moveTo>
                <a:lnTo>
                  <a:pt x="926198" y="18910"/>
                </a:lnTo>
                <a:lnTo>
                  <a:pt x="876554" y="47574"/>
                </a:lnTo>
                <a:lnTo>
                  <a:pt x="905217" y="97218"/>
                </a:lnTo>
                <a:lnTo>
                  <a:pt x="954862" y="68554"/>
                </a:lnTo>
                <a:close/>
              </a:path>
              <a:path w="18288635" h="10287000">
                <a:moveTo>
                  <a:pt x="954951" y="2763888"/>
                </a:moveTo>
                <a:lnTo>
                  <a:pt x="944321" y="2751188"/>
                </a:lnTo>
                <a:lnTo>
                  <a:pt x="925918" y="2763888"/>
                </a:lnTo>
                <a:lnTo>
                  <a:pt x="936536" y="2776588"/>
                </a:lnTo>
                <a:lnTo>
                  <a:pt x="954951" y="2763888"/>
                </a:lnTo>
                <a:close/>
              </a:path>
              <a:path w="18288635" h="10287000">
                <a:moveTo>
                  <a:pt x="959205" y="1951088"/>
                </a:moveTo>
                <a:lnTo>
                  <a:pt x="942771" y="1912988"/>
                </a:lnTo>
                <a:lnTo>
                  <a:pt x="914298" y="1938388"/>
                </a:lnTo>
                <a:lnTo>
                  <a:pt x="930732" y="1963788"/>
                </a:lnTo>
                <a:lnTo>
                  <a:pt x="959205" y="1951088"/>
                </a:lnTo>
                <a:close/>
              </a:path>
              <a:path w="18288635" h="10287000">
                <a:moveTo>
                  <a:pt x="964298" y="1125588"/>
                </a:moveTo>
                <a:lnTo>
                  <a:pt x="941438" y="1087488"/>
                </a:lnTo>
                <a:lnTo>
                  <a:pt x="901865" y="1112888"/>
                </a:lnTo>
                <a:lnTo>
                  <a:pt x="924712" y="1150988"/>
                </a:lnTo>
                <a:lnTo>
                  <a:pt x="964298" y="1125588"/>
                </a:lnTo>
                <a:close/>
              </a:path>
              <a:path w="18288635" h="10287000">
                <a:moveTo>
                  <a:pt x="966177" y="2992488"/>
                </a:moveTo>
                <a:lnTo>
                  <a:pt x="957351" y="2979788"/>
                </a:lnTo>
                <a:lnTo>
                  <a:pt x="942073" y="2992488"/>
                </a:lnTo>
                <a:lnTo>
                  <a:pt x="950899" y="3005188"/>
                </a:lnTo>
                <a:lnTo>
                  <a:pt x="966177" y="2992488"/>
                </a:lnTo>
                <a:close/>
              </a:path>
              <a:path w="18288635" h="10287000">
                <a:moveTo>
                  <a:pt x="967193" y="296379"/>
                </a:moveTo>
                <a:lnTo>
                  <a:pt x="939533" y="248462"/>
                </a:lnTo>
                <a:lnTo>
                  <a:pt x="891616" y="276123"/>
                </a:lnTo>
                <a:lnTo>
                  <a:pt x="919289" y="324040"/>
                </a:lnTo>
                <a:lnTo>
                  <a:pt x="967193" y="296379"/>
                </a:lnTo>
                <a:close/>
              </a:path>
              <a:path w="18288635" h="10287000">
                <a:moveTo>
                  <a:pt x="970711" y="2179688"/>
                </a:moveTo>
                <a:lnTo>
                  <a:pt x="955878" y="2154288"/>
                </a:lnTo>
                <a:lnTo>
                  <a:pt x="930186" y="2166988"/>
                </a:lnTo>
                <a:lnTo>
                  <a:pt x="945019" y="2192388"/>
                </a:lnTo>
                <a:lnTo>
                  <a:pt x="970711" y="2179688"/>
                </a:lnTo>
                <a:close/>
              </a:path>
              <a:path w="18288635" h="10287000">
                <a:moveTo>
                  <a:pt x="975334" y="4040454"/>
                </a:moveTo>
                <a:lnTo>
                  <a:pt x="972527" y="4035590"/>
                </a:lnTo>
                <a:lnTo>
                  <a:pt x="967663" y="4038396"/>
                </a:lnTo>
                <a:lnTo>
                  <a:pt x="970470" y="4043261"/>
                </a:lnTo>
                <a:lnTo>
                  <a:pt x="975334" y="4040454"/>
                </a:lnTo>
                <a:close/>
              </a:path>
              <a:path w="18288635" h="10287000">
                <a:moveTo>
                  <a:pt x="975525" y="1354188"/>
                </a:moveTo>
                <a:lnTo>
                  <a:pt x="954481" y="1316088"/>
                </a:lnTo>
                <a:lnTo>
                  <a:pt x="918019" y="1341488"/>
                </a:lnTo>
                <a:lnTo>
                  <a:pt x="939076" y="1379588"/>
                </a:lnTo>
                <a:lnTo>
                  <a:pt x="975525" y="1354188"/>
                </a:lnTo>
                <a:close/>
              </a:path>
              <a:path w="18288635" h="10287000">
                <a:moveTo>
                  <a:pt x="977950" y="3221088"/>
                </a:moveTo>
                <a:lnTo>
                  <a:pt x="970534" y="3208388"/>
                </a:lnTo>
                <a:lnTo>
                  <a:pt x="957694" y="3221088"/>
                </a:lnTo>
                <a:lnTo>
                  <a:pt x="965111" y="3233788"/>
                </a:lnTo>
                <a:lnTo>
                  <a:pt x="977950" y="3221088"/>
                </a:lnTo>
                <a:close/>
              </a:path>
              <a:path w="18288635" h="10287000">
                <a:moveTo>
                  <a:pt x="979525" y="524192"/>
                </a:moveTo>
                <a:lnTo>
                  <a:pt x="952855" y="478015"/>
                </a:lnTo>
                <a:lnTo>
                  <a:pt x="906678" y="504672"/>
                </a:lnTo>
                <a:lnTo>
                  <a:pt x="933348" y="550849"/>
                </a:lnTo>
                <a:lnTo>
                  <a:pt x="979525" y="524192"/>
                </a:lnTo>
                <a:close/>
              </a:path>
              <a:path w="18288635" h="10287000">
                <a:moveTo>
                  <a:pt x="981951" y="2408288"/>
                </a:moveTo>
                <a:lnTo>
                  <a:pt x="968921" y="2382888"/>
                </a:lnTo>
                <a:lnTo>
                  <a:pt x="946353" y="2395588"/>
                </a:lnTo>
                <a:lnTo>
                  <a:pt x="959383" y="2420988"/>
                </a:lnTo>
                <a:lnTo>
                  <a:pt x="981951" y="2408288"/>
                </a:lnTo>
                <a:close/>
              </a:path>
              <a:path w="18288635" h="10287000">
                <a:moveTo>
                  <a:pt x="986764" y="1582788"/>
                </a:moveTo>
                <a:lnTo>
                  <a:pt x="967524" y="1544688"/>
                </a:lnTo>
                <a:lnTo>
                  <a:pt x="934186" y="1570088"/>
                </a:lnTo>
                <a:lnTo>
                  <a:pt x="953439" y="1595488"/>
                </a:lnTo>
                <a:lnTo>
                  <a:pt x="986764" y="1582788"/>
                </a:lnTo>
                <a:close/>
              </a:path>
              <a:path w="18288635" h="10287000">
                <a:moveTo>
                  <a:pt x="987666" y="4268267"/>
                </a:moveTo>
                <a:lnTo>
                  <a:pt x="985850" y="4265142"/>
                </a:lnTo>
                <a:lnTo>
                  <a:pt x="982726" y="4266946"/>
                </a:lnTo>
                <a:lnTo>
                  <a:pt x="984529" y="4270070"/>
                </a:lnTo>
                <a:lnTo>
                  <a:pt x="987666" y="4268267"/>
                </a:lnTo>
                <a:close/>
              </a:path>
              <a:path w="18288635" h="10287000">
                <a:moveTo>
                  <a:pt x="989469" y="3449688"/>
                </a:moveTo>
                <a:lnTo>
                  <a:pt x="983653" y="3436988"/>
                </a:lnTo>
                <a:lnTo>
                  <a:pt x="973582" y="3449688"/>
                </a:lnTo>
                <a:lnTo>
                  <a:pt x="979398" y="3462388"/>
                </a:lnTo>
                <a:lnTo>
                  <a:pt x="989469" y="3449688"/>
                </a:lnTo>
                <a:close/>
              </a:path>
              <a:path w="18288635" h="10287000">
                <a:moveTo>
                  <a:pt x="991298" y="757288"/>
                </a:moveTo>
                <a:lnTo>
                  <a:pt x="966038" y="719188"/>
                </a:lnTo>
                <a:lnTo>
                  <a:pt x="922299" y="744588"/>
                </a:lnTo>
                <a:lnTo>
                  <a:pt x="947559" y="782688"/>
                </a:lnTo>
                <a:lnTo>
                  <a:pt x="991298" y="757288"/>
                </a:lnTo>
                <a:close/>
              </a:path>
              <a:path w="18288635" h="10287000">
                <a:moveTo>
                  <a:pt x="993178" y="2624188"/>
                </a:moveTo>
                <a:lnTo>
                  <a:pt x="981951" y="2611488"/>
                </a:lnTo>
                <a:lnTo>
                  <a:pt x="962507" y="2624188"/>
                </a:lnTo>
                <a:lnTo>
                  <a:pt x="973734" y="2636888"/>
                </a:lnTo>
                <a:lnTo>
                  <a:pt x="993178" y="2624188"/>
                </a:lnTo>
                <a:close/>
              </a:path>
              <a:path w="18288635" h="10287000">
                <a:moveTo>
                  <a:pt x="997724" y="1811388"/>
                </a:moveTo>
                <a:lnTo>
                  <a:pt x="980478" y="1773288"/>
                </a:lnTo>
                <a:lnTo>
                  <a:pt x="950620" y="1798688"/>
                </a:lnTo>
                <a:lnTo>
                  <a:pt x="967867" y="1824088"/>
                </a:lnTo>
                <a:lnTo>
                  <a:pt x="997724" y="1811388"/>
                </a:lnTo>
                <a:close/>
              </a:path>
              <a:path w="18288635" h="10287000">
                <a:moveTo>
                  <a:pt x="1000264" y="4496155"/>
                </a:moveTo>
                <a:lnTo>
                  <a:pt x="999261" y="4494415"/>
                </a:lnTo>
                <a:lnTo>
                  <a:pt x="997521" y="4495419"/>
                </a:lnTo>
                <a:lnTo>
                  <a:pt x="998524" y="4497159"/>
                </a:lnTo>
                <a:lnTo>
                  <a:pt x="1000264" y="4496155"/>
                </a:lnTo>
                <a:close/>
              </a:path>
              <a:path w="18288635" h="10287000">
                <a:moveTo>
                  <a:pt x="1001522" y="3678288"/>
                </a:moveTo>
                <a:lnTo>
                  <a:pt x="996911" y="3665588"/>
                </a:lnTo>
                <a:lnTo>
                  <a:pt x="988923" y="3678288"/>
                </a:lnTo>
                <a:lnTo>
                  <a:pt x="1001522" y="3678288"/>
                </a:lnTo>
                <a:close/>
              </a:path>
              <a:path w="18288635" h="10287000">
                <a:moveTo>
                  <a:pt x="1002538" y="985888"/>
                </a:moveTo>
                <a:lnTo>
                  <a:pt x="979081" y="947788"/>
                </a:lnTo>
                <a:lnTo>
                  <a:pt x="938453" y="973188"/>
                </a:lnTo>
                <a:lnTo>
                  <a:pt x="961910" y="1011288"/>
                </a:lnTo>
                <a:lnTo>
                  <a:pt x="1002538" y="985888"/>
                </a:lnTo>
                <a:close/>
              </a:path>
              <a:path w="18288635" h="10287000">
                <a:moveTo>
                  <a:pt x="1004887" y="156794"/>
                </a:moveTo>
                <a:lnTo>
                  <a:pt x="977023" y="108534"/>
                </a:lnTo>
                <a:lnTo>
                  <a:pt x="928763" y="136398"/>
                </a:lnTo>
                <a:lnTo>
                  <a:pt x="956627" y="184658"/>
                </a:lnTo>
                <a:lnTo>
                  <a:pt x="1004887" y="156794"/>
                </a:lnTo>
                <a:close/>
              </a:path>
              <a:path w="18288635" h="10287000">
                <a:moveTo>
                  <a:pt x="1004963" y="2852788"/>
                </a:moveTo>
                <a:lnTo>
                  <a:pt x="995133" y="2840088"/>
                </a:lnTo>
                <a:lnTo>
                  <a:pt x="978128" y="2852788"/>
                </a:lnTo>
                <a:lnTo>
                  <a:pt x="987945" y="2865488"/>
                </a:lnTo>
                <a:lnTo>
                  <a:pt x="1004963" y="2852788"/>
                </a:lnTo>
                <a:close/>
              </a:path>
              <a:path w="18288635" h="10287000">
                <a:moveTo>
                  <a:pt x="1009230" y="2039988"/>
                </a:moveTo>
                <a:lnTo>
                  <a:pt x="993597" y="2001888"/>
                </a:lnTo>
                <a:lnTo>
                  <a:pt x="966508" y="2027288"/>
                </a:lnTo>
                <a:lnTo>
                  <a:pt x="982141" y="2052688"/>
                </a:lnTo>
                <a:lnTo>
                  <a:pt x="1009230" y="2039988"/>
                </a:lnTo>
                <a:close/>
              </a:path>
              <a:path w="18288635" h="10287000">
                <a:moveTo>
                  <a:pt x="1013294" y="3900944"/>
                </a:moveTo>
                <a:lnTo>
                  <a:pt x="1010094" y="3895394"/>
                </a:lnTo>
                <a:lnTo>
                  <a:pt x="1004531" y="3898595"/>
                </a:lnTo>
                <a:lnTo>
                  <a:pt x="1007745" y="3904157"/>
                </a:lnTo>
                <a:lnTo>
                  <a:pt x="1013294" y="3900944"/>
                </a:lnTo>
                <a:close/>
              </a:path>
              <a:path w="18288635" h="10287000">
                <a:moveTo>
                  <a:pt x="1014044" y="1214488"/>
                </a:moveTo>
                <a:lnTo>
                  <a:pt x="992187" y="1176388"/>
                </a:lnTo>
                <a:lnTo>
                  <a:pt x="954341" y="1201788"/>
                </a:lnTo>
                <a:lnTo>
                  <a:pt x="976198" y="1239888"/>
                </a:lnTo>
                <a:lnTo>
                  <a:pt x="1014044" y="1214488"/>
                </a:lnTo>
                <a:close/>
              </a:path>
              <a:path w="18288635" h="10287000">
                <a:moveTo>
                  <a:pt x="1016469" y="3081388"/>
                </a:moveTo>
                <a:lnTo>
                  <a:pt x="1008253" y="3068688"/>
                </a:lnTo>
                <a:lnTo>
                  <a:pt x="994016" y="3081388"/>
                </a:lnTo>
                <a:lnTo>
                  <a:pt x="1002233" y="3094088"/>
                </a:lnTo>
                <a:lnTo>
                  <a:pt x="1016469" y="3081388"/>
                </a:lnTo>
                <a:close/>
              </a:path>
              <a:path w="18288635" h="10287000">
                <a:moveTo>
                  <a:pt x="1017219" y="384619"/>
                </a:moveTo>
                <a:lnTo>
                  <a:pt x="990358" y="338086"/>
                </a:lnTo>
                <a:lnTo>
                  <a:pt x="943825" y="364947"/>
                </a:lnTo>
                <a:lnTo>
                  <a:pt x="970686" y="411480"/>
                </a:lnTo>
                <a:lnTo>
                  <a:pt x="1017219" y="384619"/>
                </a:lnTo>
                <a:close/>
              </a:path>
              <a:path w="18288635" h="10287000">
                <a:moveTo>
                  <a:pt x="1020737" y="2268588"/>
                </a:moveTo>
                <a:lnTo>
                  <a:pt x="1006703" y="2243188"/>
                </a:lnTo>
                <a:lnTo>
                  <a:pt x="982408" y="2255888"/>
                </a:lnTo>
                <a:lnTo>
                  <a:pt x="996429" y="2281288"/>
                </a:lnTo>
                <a:lnTo>
                  <a:pt x="1020737" y="2268588"/>
                </a:lnTo>
                <a:close/>
              </a:path>
              <a:path w="18288635" h="10287000">
                <a:moveTo>
                  <a:pt x="1025271" y="1443088"/>
                </a:moveTo>
                <a:lnTo>
                  <a:pt x="1005230" y="1404988"/>
                </a:lnTo>
                <a:lnTo>
                  <a:pt x="970508" y="1430388"/>
                </a:lnTo>
                <a:lnTo>
                  <a:pt x="990561" y="1455788"/>
                </a:lnTo>
                <a:lnTo>
                  <a:pt x="1025271" y="1443088"/>
                </a:lnTo>
                <a:close/>
              </a:path>
              <a:path w="18288635" h="10287000">
                <a:moveTo>
                  <a:pt x="1025626" y="4128757"/>
                </a:moveTo>
                <a:lnTo>
                  <a:pt x="1023416" y="4124947"/>
                </a:lnTo>
                <a:lnTo>
                  <a:pt x="1019606" y="4127144"/>
                </a:lnTo>
                <a:lnTo>
                  <a:pt x="1021803" y="4130967"/>
                </a:lnTo>
                <a:lnTo>
                  <a:pt x="1025626" y="4128757"/>
                </a:lnTo>
                <a:close/>
              </a:path>
              <a:path w="18288635" h="10287000">
                <a:moveTo>
                  <a:pt x="1028255" y="3309988"/>
                </a:moveTo>
                <a:lnTo>
                  <a:pt x="1021435" y="3297288"/>
                </a:lnTo>
                <a:lnTo>
                  <a:pt x="1009624" y="3309988"/>
                </a:lnTo>
                <a:lnTo>
                  <a:pt x="1016444" y="3322688"/>
                </a:lnTo>
                <a:lnTo>
                  <a:pt x="1028255" y="3309988"/>
                </a:lnTo>
                <a:close/>
              </a:path>
              <a:path w="18288635" h="10287000">
                <a:moveTo>
                  <a:pt x="1029271" y="612368"/>
                </a:moveTo>
                <a:lnTo>
                  <a:pt x="1003604" y="567918"/>
                </a:lnTo>
                <a:lnTo>
                  <a:pt x="959167" y="593585"/>
                </a:lnTo>
                <a:lnTo>
                  <a:pt x="984821" y="638022"/>
                </a:lnTo>
                <a:lnTo>
                  <a:pt x="1029271" y="612368"/>
                </a:lnTo>
                <a:close/>
              </a:path>
              <a:path w="18288635" h="10287000">
                <a:moveTo>
                  <a:pt x="1031963" y="2484488"/>
                </a:moveTo>
                <a:lnTo>
                  <a:pt x="1019746" y="2471788"/>
                </a:lnTo>
                <a:lnTo>
                  <a:pt x="998562" y="2484488"/>
                </a:lnTo>
                <a:lnTo>
                  <a:pt x="1010793" y="2497188"/>
                </a:lnTo>
                <a:lnTo>
                  <a:pt x="1031963" y="2484488"/>
                </a:lnTo>
                <a:close/>
              </a:path>
              <a:path w="18288635" h="10287000">
                <a:moveTo>
                  <a:pt x="1036510" y="1671688"/>
                </a:moveTo>
                <a:lnTo>
                  <a:pt x="1018273" y="1633588"/>
                </a:lnTo>
                <a:lnTo>
                  <a:pt x="986675" y="1658988"/>
                </a:lnTo>
                <a:lnTo>
                  <a:pt x="1004912" y="1684388"/>
                </a:lnTo>
                <a:lnTo>
                  <a:pt x="1036510" y="1671688"/>
                </a:lnTo>
                <a:close/>
              </a:path>
              <a:path w="18288635" h="10287000">
                <a:moveTo>
                  <a:pt x="1037094" y="15748"/>
                </a:moveTo>
                <a:lnTo>
                  <a:pt x="1028001" y="0"/>
                </a:lnTo>
                <a:lnTo>
                  <a:pt x="972451" y="0"/>
                </a:lnTo>
                <a:lnTo>
                  <a:pt x="995438" y="39814"/>
                </a:lnTo>
                <a:lnTo>
                  <a:pt x="1037094" y="15748"/>
                </a:lnTo>
                <a:close/>
              </a:path>
              <a:path w="18288635" h="10287000">
                <a:moveTo>
                  <a:pt x="1038225" y="4356659"/>
                </a:moveTo>
                <a:lnTo>
                  <a:pt x="1036828" y="4354220"/>
                </a:lnTo>
                <a:lnTo>
                  <a:pt x="1034389" y="4355630"/>
                </a:lnTo>
                <a:lnTo>
                  <a:pt x="1035799" y="4358056"/>
                </a:lnTo>
                <a:lnTo>
                  <a:pt x="1038225" y="4356659"/>
                </a:lnTo>
                <a:close/>
              </a:path>
              <a:path w="18288635" h="10287000">
                <a:moveTo>
                  <a:pt x="1040028" y="3538588"/>
                </a:moveTo>
                <a:lnTo>
                  <a:pt x="1034618" y="3525888"/>
                </a:lnTo>
                <a:lnTo>
                  <a:pt x="1025245" y="3538588"/>
                </a:lnTo>
                <a:lnTo>
                  <a:pt x="1030655" y="3551288"/>
                </a:lnTo>
                <a:lnTo>
                  <a:pt x="1040028" y="3538588"/>
                </a:lnTo>
                <a:close/>
              </a:path>
              <a:path w="18288635" h="10287000">
                <a:moveTo>
                  <a:pt x="1040777" y="846188"/>
                </a:moveTo>
                <a:lnTo>
                  <a:pt x="1016723" y="808088"/>
                </a:lnTo>
                <a:lnTo>
                  <a:pt x="975055" y="833488"/>
                </a:lnTo>
                <a:lnTo>
                  <a:pt x="999109" y="871588"/>
                </a:lnTo>
                <a:lnTo>
                  <a:pt x="1040777" y="846188"/>
                </a:lnTo>
                <a:close/>
              </a:path>
              <a:path w="18288635" h="10287000">
                <a:moveTo>
                  <a:pt x="1043470" y="2713088"/>
                </a:moveTo>
                <a:lnTo>
                  <a:pt x="1032852" y="2700388"/>
                </a:lnTo>
                <a:lnTo>
                  <a:pt x="1014450" y="2713088"/>
                </a:lnTo>
                <a:lnTo>
                  <a:pt x="1025080" y="2725788"/>
                </a:lnTo>
                <a:lnTo>
                  <a:pt x="1043470" y="2713088"/>
                </a:lnTo>
                <a:close/>
              </a:path>
              <a:path w="18288635" h="10287000">
                <a:moveTo>
                  <a:pt x="1047737" y="1900288"/>
                </a:moveTo>
                <a:lnTo>
                  <a:pt x="1031303" y="1862188"/>
                </a:lnTo>
                <a:lnTo>
                  <a:pt x="1002830" y="1887588"/>
                </a:lnTo>
                <a:lnTo>
                  <a:pt x="1019276" y="1912988"/>
                </a:lnTo>
                <a:lnTo>
                  <a:pt x="1047737" y="1900288"/>
                </a:lnTo>
                <a:close/>
              </a:path>
              <a:path w="18288635" h="10287000">
                <a:moveTo>
                  <a:pt x="1050823" y="4584547"/>
                </a:moveTo>
                <a:lnTo>
                  <a:pt x="1050569" y="4584103"/>
                </a:lnTo>
                <a:lnTo>
                  <a:pt x="1049185" y="4584103"/>
                </a:lnTo>
                <a:lnTo>
                  <a:pt x="1049439" y="4584547"/>
                </a:lnTo>
                <a:lnTo>
                  <a:pt x="1050823" y="4584547"/>
                </a:lnTo>
                <a:close/>
              </a:path>
              <a:path w="18288635" h="10287000">
                <a:moveTo>
                  <a:pt x="1052283" y="1074788"/>
                </a:moveTo>
                <a:lnTo>
                  <a:pt x="1029830" y="1036688"/>
                </a:lnTo>
                <a:lnTo>
                  <a:pt x="990942" y="1062088"/>
                </a:lnTo>
                <a:lnTo>
                  <a:pt x="1013396" y="1100188"/>
                </a:lnTo>
                <a:lnTo>
                  <a:pt x="1052283" y="1074788"/>
                </a:lnTo>
                <a:close/>
              </a:path>
              <a:path w="18288635" h="10287000">
                <a:moveTo>
                  <a:pt x="1054709" y="2941688"/>
                </a:moveTo>
                <a:lnTo>
                  <a:pt x="1045895" y="2928988"/>
                </a:lnTo>
                <a:lnTo>
                  <a:pt x="1030605" y="2941688"/>
                </a:lnTo>
                <a:lnTo>
                  <a:pt x="1039431" y="2954388"/>
                </a:lnTo>
                <a:lnTo>
                  <a:pt x="1054709" y="2941688"/>
                </a:lnTo>
                <a:close/>
              </a:path>
              <a:path w="18288635" h="10287000">
                <a:moveTo>
                  <a:pt x="1054912" y="245046"/>
                </a:moveTo>
                <a:lnTo>
                  <a:pt x="1027849" y="198170"/>
                </a:lnTo>
                <a:lnTo>
                  <a:pt x="980973" y="225234"/>
                </a:lnTo>
                <a:lnTo>
                  <a:pt x="1008037" y="272097"/>
                </a:lnTo>
                <a:lnTo>
                  <a:pt x="1054912" y="245046"/>
                </a:lnTo>
                <a:close/>
              </a:path>
              <a:path w="18288635" h="10287000">
                <a:moveTo>
                  <a:pt x="1059243" y="2128888"/>
                </a:moveTo>
                <a:lnTo>
                  <a:pt x="1044409" y="2103488"/>
                </a:lnTo>
                <a:lnTo>
                  <a:pt x="1018717" y="2116188"/>
                </a:lnTo>
                <a:lnTo>
                  <a:pt x="1033551" y="2141588"/>
                </a:lnTo>
                <a:lnTo>
                  <a:pt x="1059243" y="2128888"/>
                </a:lnTo>
                <a:close/>
              </a:path>
              <a:path w="18288635" h="10287000">
                <a:moveTo>
                  <a:pt x="1063790" y="1303388"/>
                </a:moveTo>
                <a:lnTo>
                  <a:pt x="1042936" y="1265288"/>
                </a:lnTo>
                <a:lnTo>
                  <a:pt x="1006830" y="1290688"/>
                </a:lnTo>
                <a:lnTo>
                  <a:pt x="1027684" y="1316088"/>
                </a:lnTo>
                <a:lnTo>
                  <a:pt x="1063790" y="1303388"/>
                </a:lnTo>
                <a:close/>
              </a:path>
              <a:path w="18288635" h="10287000">
                <a:moveTo>
                  <a:pt x="1063866" y="3989336"/>
                </a:moveTo>
                <a:lnTo>
                  <a:pt x="1061059" y="3984472"/>
                </a:lnTo>
                <a:lnTo>
                  <a:pt x="1056195" y="3987279"/>
                </a:lnTo>
                <a:lnTo>
                  <a:pt x="1059014" y="3992143"/>
                </a:lnTo>
                <a:lnTo>
                  <a:pt x="1063866" y="3989336"/>
                </a:lnTo>
                <a:close/>
              </a:path>
              <a:path w="18288635" h="10287000">
                <a:moveTo>
                  <a:pt x="1066482" y="3170288"/>
                </a:moveTo>
                <a:lnTo>
                  <a:pt x="1059078" y="3157588"/>
                </a:lnTo>
                <a:lnTo>
                  <a:pt x="1046226" y="3170288"/>
                </a:lnTo>
                <a:lnTo>
                  <a:pt x="1053642" y="3182988"/>
                </a:lnTo>
                <a:lnTo>
                  <a:pt x="1066482" y="3170288"/>
                </a:lnTo>
                <a:close/>
              </a:path>
              <a:path w="18288635" h="10287000">
                <a:moveTo>
                  <a:pt x="1067231" y="472859"/>
                </a:moveTo>
                <a:lnTo>
                  <a:pt x="1041171" y="427723"/>
                </a:lnTo>
                <a:lnTo>
                  <a:pt x="996035" y="453783"/>
                </a:lnTo>
                <a:lnTo>
                  <a:pt x="1022096" y="498919"/>
                </a:lnTo>
                <a:lnTo>
                  <a:pt x="1067231" y="472859"/>
                </a:lnTo>
                <a:close/>
              </a:path>
              <a:path w="18288635" h="10287000">
                <a:moveTo>
                  <a:pt x="1070483" y="2344788"/>
                </a:moveTo>
                <a:lnTo>
                  <a:pt x="1057452" y="2332088"/>
                </a:lnTo>
                <a:lnTo>
                  <a:pt x="1034884" y="2344788"/>
                </a:lnTo>
                <a:lnTo>
                  <a:pt x="1047915" y="2370188"/>
                </a:lnTo>
                <a:lnTo>
                  <a:pt x="1070483" y="2344788"/>
                </a:lnTo>
                <a:close/>
              </a:path>
              <a:path w="18288635" h="10287000">
                <a:moveTo>
                  <a:pt x="1075016" y="1531988"/>
                </a:moveTo>
                <a:lnTo>
                  <a:pt x="1055979" y="1493888"/>
                </a:lnTo>
                <a:lnTo>
                  <a:pt x="1022997" y="1519288"/>
                </a:lnTo>
                <a:lnTo>
                  <a:pt x="1042035" y="1544688"/>
                </a:lnTo>
                <a:lnTo>
                  <a:pt x="1075016" y="1531988"/>
                </a:lnTo>
                <a:close/>
              </a:path>
              <a:path w="18288635" h="10287000">
                <a:moveTo>
                  <a:pt x="1076198" y="4217149"/>
                </a:moveTo>
                <a:lnTo>
                  <a:pt x="1074394" y="4214025"/>
                </a:lnTo>
                <a:lnTo>
                  <a:pt x="1071270" y="4215828"/>
                </a:lnTo>
                <a:lnTo>
                  <a:pt x="1073073" y="4218952"/>
                </a:lnTo>
                <a:lnTo>
                  <a:pt x="1076198" y="4217149"/>
                </a:lnTo>
                <a:close/>
              </a:path>
              <a:path w="18288635" h="10287000">
                <a:moveTo>
                  <a:pt x="1078268" y="3398888"/>
                </a:moveTo>
                <a:lnTo>
                  <a:pt x="1072248" y="3386188"/>
                </a:lnTo>
                <a:lnTo>
                  <a:pt x="1061834" y="3398888"/>
                </a:lnTo>
                <a:lnTo>
                  <a:pt x="1067854" y="3411588"/>
                </a:lnTo>
                <a:lnTo>
                  <a:pt x="1078268" y="3398888"/>
                </a:lnTo>
                <a:close/>
              </a:path>
              <a:path w="18288635" h="10287000">
                <a:moveTo>
                  <a:pt x="1079017" y="700532"/>
                </a:moveTo>
                <a:lnTo>
                  <a:pt x="1054354" y="657821"/>
                </a:lnTo>
                <a:lnTo>
                  <a:pt x="1011656" y="682472"/>
                </a:lnTo>
                <a:lnTo>
                  <a:pt x="1036307" y="725182"/>
                </a:lnTo>
                <a:lnTo>
                  <a:pt x="1079017" y="700532"/>
                </a:lnTo>
                <a:close/>
              </a:path>
              <a:path w="18288635" h="10287000">
                <a:moveTo>
                  <a:pt x="1081722" y="2573388"/>
                </a:moveTo>
                <a:lnTo>
                  <a:pt x="1070495" y="2560688"/>
                </a:lnTo>
                <a:lnTo>
                  <a:pt x="1051052" y="2573388"/>
                </a:lnTo>
                <a:lnTo>
                  <a:pt x="1062278" y="2586088"/>
                </a:lnTo>
                <a:lnTo>
                  <a:pt x="1081722" y="2573388"/>
                </a:lnTo>
                <a:close/>
              </a:path>
              <a:path w="18288635" h="10287000">
                <a:moveTo>
                  <a:pt x="1086256" y="1760588"/>
                </a:moveTo>
                <a:lnTo>
                  <a:pt x="1069009" y="1722488"/>
                </a:lnTo>
                <a:lnTo>
                  <a:pt x="1039164" y="1747888"/>
                </a:lnTo>
                <a:lnTo>
                  <a:pt x="1056398" y="1773288"/>
                </a:lnTo>
                <a:lnTo>
                  <a:pt x="1086256" y="1760588"/>
                </a:lnTo>
                <a:close/>
              </a:path>
              <a:path w="18288635" h="10287000">
                <a:moveTo>
                  <a:pt x="1088796" y="4445038"/>
                </a:moveTo>
                <a:lnTo>
                  <a:pt x="1087793" y="4443311"/>
                </a:lnTo>
                <a:lnTo>
                  <a:pt x="1086053" y="4444314"/>
                </a:lnTo>
                <a:lnTo>
                  <a:pt x="1087056" y="4446041"/>
                </a:lnTo>
                <a:lnTo>
                  <a:pt x="1088796" y="4445038"/>
                </a:lnTo>
                <a:close/>
              </a:path>
              <a:path w="18288635" h="10287000">
                <a:moveTo>
                  <a:pt x="1090053" y="3627488"/>
                </a:moveTo>
                <a:lnTo>
                  <a:pt x="1085443" y="3614788"/>
                </a:lnTo>
                <a:lnTo>
                  <a:pt x="1077455" y="3627488"/>
                </a:lnTo>
                <a:lnTo>
                  <a:pt x="1090053" y="3627488"/>
                </a:lnTo>
                <a:close/>
              </a:path>
              <a:path w="18288635" h="10287000">
                <a:moveTo>
                  <a:pt x="1090523" y="935088"/>
                </a:moveTo>
                <a:lnTo>
                  <a:pt x="1067473" y="896988"/>
                </a:lnTo>
                <a:lnTo>
                  <a:pt x="1027544" y="922388"/>
                </a:lnTo>
                <a:lnTo>
                  <a:pt x="1050594" y="960488"/>
                </a:lnTo>
                <a:lnTo>
                  <a:pt x="1090523" y="935088"/>
                </a:lnTo>
                <a:close/>
              </a:path>
              <a:path w="18288635" h="10287000">
                <a:moveTo>
                  <a:pt x="1092327" y="105397"/>
                </a:moveTo>
                <a:lnTo>
                  <a:pt x="1065263" y="58521"/>
                </a:lnTo>
                <a:lnTo>
                  <a:pt x="1018387" y="85585"/>
                </a:lnTo>
                <a:lnTo>
                  <a:pt x="1045451" y="132448"/>
                </a:lnTo>
                <a:lnTo>
                  <a:pt x="1092327" y="105397"/>
                </a:lnTo>
                <a:close/>
              </a:path>
              <a:path w="18288635" h="10287000">
                <a:moveTo>
                  <a:pt x="1093495" y="2801988"/>
                </a:moveTo>
                <a:lnTo>
                  <a:pt x="1083678" y="2789288"/>
                </a:lnTo>
                <a:lnTo>
                  <a:pt x="1066660" y="2801988"/>
                </a:lnTo>
                <a:lnTo>
                  <a:pt x="1076477" y="2814688"/>
                </a:lnTo>
                <a:lnTo>
                  <a:pt x="1093495" y="2801988"/>
                </a:lnTo>
                <a:close/>
              </a:path>
              <a:path w="18288635" h="10287000">
                <a:moveTo>
                  <a:pt x="1097495" y="1989188"/>
                </a:moveTo>
                <a:lnTo>
                  <a:pt x="1082052" y="1951088"/>
                </a:lnTo>
                <a:lnTo>
                  <a:pt x="1055319" y="1976488"/>
                </a:lnTo>
                <a:lnTo>
                  <a:pt x="1070749" y="2001888"/>
                </a:lnTo>
                <a:lnTo>
                  <a:pt x="1097495" y="1989188"/>
                </a:lnTo>
                <a:close/>
              </a:path>
              <a:path w="18288635" h="10287000">
                <a:moveTo>
                  <a:pt x="1102029" y="1163688"/>
                </a:moveTo>
                <a:lnTo>
                  <a:pt x="1080579" y="1125588"/>
                </a:lnTo>
                <a:lnTo>
                  <a:pt x="1043432" y="1150988"/>
                </a:lnTo>
                <a:lnTo>
                  <a:pt x="1064882" y="1189088"/>
                </a:lnTo>
                <a:lnTo>
                  <a:pt x="1102029" y="1163688"/>
                </a:lnTo>
                <a:close/>
              </a:path>
              <a:path w="18288635" h="10287000">
                <a:moveTo>
                  <a:pt x="1102106" y="3849903"/>
                </a:moveTo>
                <a:lnTo>
                  <a:pt x="1098702" y="3843998"/>
                </a:lnTo>
                <a:lnTo>
                  <a:pt x="1092796" y="3847414"/>
                </a:lnTo>
                <a:lnTo>
                  <a:pt x="1096200" y="3853319"/>
                </a:lnTo>
                <a:lnTo>
                  <a:pt x="1102106" y="3849903"/>
                </a:lnTo>
                <a:close/>
              </a:path>
              <a:path w="18288635" h="10287000">
                <a:moveTo>
                  <a:pt x="1104925" y="333273"/>
                </a:moveTo>
                <a:lnTo>
                  <a:pt x="1078674" y="287794"/>
                </a:lnTo>
                <a:lnTo>
                  <a:pt x="1033183" y="314058"/>
                </a:lnTo>
                <a:lnTo>
                  <a:pt x="1059446" y="359537"/>
                </a:lnTo>
                <a:lnTo>
                  <a:pt x="1104925" y="333273"/>
                </a:lnTo>
                <a:close/>
              </a:path>
              <a:path w="18288635" h="10287000">
                <a:moveTo>
                  <a:pt x="1105001" y="3030588"/>
                </a:moveTo>
                <a:lnTo>
                  <a:pt x="1096784" y="3017888"/>
                </a:lnTo>
                <a:lnTo>
                  <a:pt x="1082548" y="3030588"/>
                </a:lnTo>
                <a:lnTo>
                  <a:pt x="1090764" y="3043288"/>
                </a:lnTo>
                <a:lnTo>
                  <a:pt x="1105001" y="3030588"/>
                </a:lnTo>
                <a:close/>
              </a:path>
              <a:path w="18288635" h="10287000">
                <a:moveTo>
                  <a:pt x="1108989" y="2217788"/>
                </a:moveTo>
                <a:lnTo>
                  <a:pt x="1095159" y="2192388"/>
                </a:lnTo>
                <a:lnTo>
                  <a:pt x="1071206" y="2205088"/>
                </a:lnTo>
                <a:lnTo>
                  <a:pt x="1085037" y="2230488"/>
                </a:lnTo>
                <a:lnTo>
                  <a:pt x="1108989" y="2217788"/>
                </a:lnTo>
                <a:close/>
              </a:path>
              <a:path w="18288635" h="10287000">
                <a:moveTo>
                  <a:pt x="1113536" y="1392288"/>
                </a:moveTo>
                <a:lnTo>
                  <a:pt x="1093685" y="1354188"/>
                </a:lnTo>
                <a:lnTo>
                  <a:pt x="1059319" y="1379588"/>
                </a:lnTo>
                <a:lnTo>
                  <a:pt x="1079157" y="1404988"/>
                </a:lnTo>
                <a:lnTo>
                  <a:pt x="1113536" y="1392288"/>
                </a:lnTo>
                <a:close/>
              </a:path>
              <a:path w="18288635" h="10287000">
                <a:moveTo>
                  <a:pt x="1114425" y="4077716"/>
                </a:moveTo>
                <a:lnTo>
                  <a:pt x="1112024" y="4073550"/>
                </a:lnTo>
                <a:lnTo>
                  <a:pt x="1107859" y="4075963"/>
                </a:lnTo>
                <a:lnTo>
                  <a:pt x="1110272" y="4080129"/>
                </a:lnTo>
                <a:lnTo>
                  <a:pt x="1114425" y="4077716"/>
                </a:lnTo>
                <a:close/>
              </a:path>
              <a:path w="18288635" h="10287000">
                <a:moveTo>
                  <a:pt x="1116787" y="3259188"/>
                </a:moveTo>
                <a:lnTo>
                  <a:pt x="1109967" y="3246488"/>
                </a:lnTo>
                <a:lnTo>
                  <a:pt x="1098169" y="3259188"/>
                </a:lnTo>
                <a:lnTo>
                  <a:pt x="1104976" y="3271888"/>
                </a:lnTo>
                <a:lnTo>
                  <a:pt x="1116787" y="3259188"/>
                </a:lnTo>
                <a:close/>
              </a:path>
              <a:path w="18288635" h="10287000">
                <a:moveTo>
                  <a:pt x="1116977" y="561022"/>
                </a:moveTo>
                <a:lnTo>
                  <a:pt x="1091920" y="517626"/>
                </a:lnTo>
                <a:lnTo>
                  <a:pt x="1048524" y="542683"/>
                </a:lnTo>
                <a:lnTo>
                  <a:pt x="1073581" y="586079"/>
                </a:lnTo>
                <a:lnTo>
                  <a:pt x="1116977" y="561022"/>
                </a:lnTo>
                <a:close/>
              </a:path>
              <a:path w="18288635" h="10287000">
                <a:moveTo>
                  <a:pt x="1120508" y="2433688"/>
                </a:moveTo>
                <a:lnTo>
                  <a:pt x="1108278" y="2420988"/>
                </a:lnTo>
                <a:lnTo>
                  <a:pt x="1087094" y="2433688"/>
                </a:lnTo>
                <a:lnTo>
                  <a:pt x="1099324" y="2446388"/>
                </a:lnTo>
                <a:lnTo>
                  <a:pt x="1120508" y="2433688"/>
                </a:lnTo>
                <a:close/>
              </a:path>
              <a:path w="18288635" h="10287000">
                <a:moveTo>
                  <a:pt x="1124762" y="1620888"/>
                </a:moveTo>
                <a:lnTo>
                  <a:pt x="1106728" y="1582788"/>
                </a:lnTo>
                <a:lnTo>
                  <a:pt x="1075486" y="1608188"/>
                </a:lnTo>
                <a:lnTo>
                  <a:pt x="1093520" y="1633588"/>
                </a:lnTo>
                <a:lnTo>
                  <a:pt x="1124762" y="1620888"/>
                </a:lnTo>
                <a:close/>
              </a:path>
              <a:path w="18288635" h="10287000">
                <a:moveTo>
                  <a:pt x="1126756" y="4305541"/>
                </a:moveTo>
                <a:lnTo>
                  <a:pt x="1125359" y="4303103"/>
                </a:lnTo>
                <a:lnTo>
                  <a:pt x="1122921" y="4304512"/>
                </a:lnTo>
                <a:lnTo>
                  <a:pt x="1124331" y="4306938"/>
                </a:lnTo>
                <a:lnTo>
                  <a:pt x="1126756" y="4305541"/>
                </a:lnTo>
                <a:close/>
              </a:path>
              <a:path w="18288635" h="10287000">
                <a:moveTo>
                  <a:pt x="1128560" y="3487788"/>
                </a:moveTo>
                <a:lnTo>
                  <a:pt x="1123149" y="3475088"/>
                </a:lnTo>
                <a:lnTo>
                  <a:pt x="1113777" y="3487788"/>
                </a:lnTo>
                <a:lnTo>
                  <a:pt x="1119187" y="3500488"/>
                </a:lnTo>
                <a:lnTo>
                  <a:pt x="1128560" y="3487788"/>
                </a:lnTo>
                <a:close/>
              </a:path>
              <a:path w="18288635" h="10287000">
                <a:moveTo>
                  <a:pt x="1128763" y="788695"/>
                </a:moveTo>
                <a:lnTo>
                  <a:pt x="1105103" y="747725"/>
                </a:lnTo>
                <a:lnTo>
                  <a:pt x="1064145" y="771385"/>
                </a:lnTo>
                <a:lnTo>
                  <a:pt x="1087793" y="812355"/>
                </a:lnTo>
                <a:lnTo>
                  <a:pt x="1128763" y="788695"/>
                </a:lnTo>
                <a:close/>
              </a:path>
              <a:path w="18288635" h="10287000">
                <a:moveTo>
                  <a:pt x="1132014" y="2662288"/>
                </a:moveTo>
                <a:lnTo>
                  <a:pt x="1121384" y="2649588"/>
                </a:lnTo>
                <a:lnTo>
                  <a:pt x="1102982" y="2662288"/>
                </a:lnTo>
                <a:lnTo>
                  <a:pt x="1113612" y="2674988"/>
                </a:lnTo>
                <a:lnTo>
                  <a:pt x="1132014" y="2662288"/>
                </a:lnTo>
                <a:close/>
              </a:path>
              <a:path w="18288635" h="10287000">
                <a:moveTo>
                  <a:pt x="1136002" y="1849488"/>
                </a:moveTo>
                <a:lnTo>
                  <a:pt x="1119771" y="1811388"/>
                </a:lnTo>
                <a:lnTo>
                  <a:pt x="1091641" y="1836788"/>
                </a:lnTo>
                <a:lnTo>
                  <a:pt x="1107884" y="1862188"/>
                </a:lnTo>
                <a:lnTo>
                  <a:pt x="1136002" y="1849488"/>
                </a:lnTo>
                <a:close/>
              </a:path>
              <a:path w="18288635" h="10287000">
                <a:moveTo>
                  <a:pt x="1139367" y="4533430"/>
                </a:moveTo>
                <a:lnTo>
                  <a:pt x="1139101" y="4532985"/>
                </a:lnTo>
                <a:lnTo>
                  <a:pt x="1137716" y="4532985"/>
                </a:lnTo>
                <a:lnTo>
                  <a:pt x="1137983" y="4533430"/>
                </a:lnTo>
                <a:lnTo>
                  <a:pt x="1139367" y="4533430"/>
                </a:lnTo>
                <a:close/>
              </a:path>
              <a:path w="18288635" h="10287000">
                <a:moveTo>
                  <a:pt x="1140269" y="1023988"/>
                </a:moveTo>
                <a:lnTo>
                  <a:pt x="1118222" y="985888"/>
                </a:lnTo>
                <a:lnTo>
                  <a:pt x="1080033" y="1011288"/>
                </a:lnTo>
                <a:lnTo>
                  <a:pt x="1102080" y="1049388"/>
                </a:lnTo>
                <a:lnTo>
                  <a:pt x="1140269" y="1023988"/>
                </a:lnTo>
                <a:close/>
              </a:path>
              <a:path w="18288635" h="10287000">
                <a:moveTo>
                  <a:pt x="1140345" y="3716388"/>
                </a:moveTo>
                <a:lnTo>
                  <a:pt x="1136332" y="3703688"/>
                </a:lnTo>
                <a:lnTo>
                  <a:pt x="1129385" y="3716388"/>
                </a:lnTo>
                <a:lnTo>
                  <a:pt x="1140345" y="3716388"/>
                </a:lnTo>
                <a:close/>
              </a:path>
              <a:path w="18288635" h="10287000">
                <a:moveTo>
                  <a:pt x="1142885" y="193776"/>
                </a:moveTo>
                <a:lnTo>
                  <a:pt x="1116228" y="147599"/>
                </a:lnTo>
                <a:lnTo>
                  <a:pt x="1070051" y="174256"/>
                </a:lnTo>
                <a:lnTo>
                  <a:pt x="1096708" y="220446"/>
                </a:lnTo>
                <a:lnTo>
                  <a:pt x="1142885" y="193776"/>
                </a:lnTo>
                <a:close/>
              </a:path>
              <a:path w="18288635" h="10287000">
                <a:moveTo>
                  <a:pt x="1143241" y="2890888"/>
                </a:moveTo>
                <a:lnTo>
                  <a:pt x="1134414" y="2878188"/>
                </a:lnTo>
                <a:lnTo>
                  <a:pt x="1119149" y="2890888"/>
                </a:lnTo>
                <a:lnTo>
                  <a:pt x="1127963" y="2903588"/>
                </a:lnTo>
                <a:lnTo>
                  <a:pt x="1143241" y="2890888"/>
                </a:lnTo>
                <a:close/>
              </a:path>
              <a:path w="18288635" h="10287000">
                <a:moveTo>
                  <a:pt x="1147508" y="2078088"/>
                </a:moveTo>
                <a:lnTo>
                  <a:pt x="1132878" y="2052688"/>
                </a:lnTo>
                <a:lnTo>
                  <a:pt x="1107528" y="2065388"/>
                </a:lnTo>
                <a:lnTo>
                  <a:pt x="1122159" y="2090788"/>
                </a:lnTo>
                <a:lnTo>
                  <a:pt x="1147508" y="2078088"/>
                </a:lnTo>
                <a:close/>
              </a:path>
              <a:path w="18288635" h="10287000">
                <a:moveTo>
                  <a:pt x="1151775" y="1252588"/>
                </a:moveTo>
                <a:lnTo>
                  <a:pt x="1131328" y="1214488"/>
                </a:lnTo>
                <a:lnTo>
                  <a:pt x="1095908" y="1239888"/>
                </a:lnTo>
                <a:lnTo>
                  <a:pt x="1116355" y="1265288"/>
                </a:lnTo>
                <a:lnTo>
                  <a:pt x="1151775" y="1252588"/>
                </a:lnTo>
                <a:close/>
              </a:path>
              <a:path w="18288635" h="10287000">
                <a:moveTo>
                  <a:pt x="1152677" y="3938295"/>
                </a:moveTo>
                <a:lnTo>
                  <a:pt x="1149667" y="3933075"/>
                </a:lnTo>
                <a:lnTo>
                  <a:pt x="1144460" y="3936085"/>
                </a:lnTo>
                <a:lnTo>
                  <a:pt x="1147470" y="3941292"/>
                </a:lnTo>
                <a:lnTo>
                  <a:pt x="1152677" y="3938295"/>
                </a:lnTo>
                <a:close/>
              </a:path>
              <a:path w="18288635" h="10287000">
                <a:moveTo>
                  <a:pt x="1154950" y="421525"/>
                </a:moveTo>
                <a:lnTo>
                  <a:pt x="1129487" y="377431"/>
                </a:lnTo>
                <a:lnTo>
                  <a:pt x="1085392" y="402882"/>
                </a:lnTo>
                <a:lnTo>
                  <a:pt x="1110856" y="446976"/>
                </a:lnTo>
                <a:lnTo>
                  <a:pt x="1154950" y="421525"/>
                </a:lnTo>
                <a:close/>
              </a:path>
              <a:path w="18288635" h="10287000">
                <a:moveTo>
                  <a:pt x="1155026" y="3119488"/>
                </a:moveTo>
                <a:lnTo>
                  <a:pt x="1147610" y="3106788"/>
                </a:lnTo>
                <a:lnTo>
                  <a:pt x="1134757" y="3119488"/>
                </a:lnTo>
                <a:lnTo>
                  <a:pt x="1142174" y="3132188"/>
                </a:lnTo>
                <a:lnTo>
                  <a:pt x="1155026" y="3119488"/>
                </a:lnTo>
                <a:close/>
              </a:path>
              <a:path w="18288635" h="10287000">
                <a:moveTo>
                  <a:pt x="1159014" y="2293988"/>
                </a:moveTo>
                <a:lnTo>
                  <a:pt x="1145984" y="2281288"/>
                </a:lnTo>
                <a:lnTo>
                  <a:pt x="1123416" y="2293988"/>
                </a:lnTo>
                <a:lnTo>
                  <a:pt x="1136446" y="2306688"/>
                </a:lnTo>
                <a:lnTo>
                  <a:pt x="1159014" y="2293988"/>
                </a:lnTo>
                <a:close/>
              </a:path>
              <a:path w="18288635" h="10287000">
                <a:moveTo>
                  <a:pt x="1163281" y="1481188"/>
                </a:moveTo>
                <a:lnTo>
                  <a:pt x="1144435" y="1443088"/>
                </a:lnTo>
                <a:lnTo>
                  <a:pt x="1111808" y="1468488"/>
                </a:lnTo>
                <a:lnTo>
                  <a:pt x="1130642" y="1493888"/>
                </a:lnTo>
                <a:lnTo>
                  <a:pt x="1163281" y="1481188"/>
                </a:lnTo>
                <a:close/>
              </a:path>
              <a:path w="18288635" h="10287000">
                <a:moveTo>
                  <a:pt x="1165009" y="4166108"/>
                </a:moveTo>
                <a:lnTo>
                  <a:pt x="1163002" y="4162641"/>
                </a:lnTo>
                <a:lnTo>
                  <a:pt x="1159522" y="4164647"/>
                </a:lnTo>
                <a:lnTo>
                  <a:pt x="1161529" y="4168114"/>
                </a:lnTo>
                <a:lnTo>
                  <a:pt x="1165009" y="4166108"/>
                </a:lnTo>
                <a:close/>
              </a:path>
              <a:path w="18288635" h="10287000">
                <a:moveTo>
                  <a:pt x="1166723" y="649198"/>
                </a:moveTo>
                <a:lnTo>
                  <a:pt x="1142669" y="607529"/>
                </a:lnTo>
                <a:lnTo>
                  <a:pt x="1101013" y="631583"/>
                </a:lnTo>
                <a:lnTo>
                  <a:pt x="1125067" y="673252"/>
                </a:lnTo>
                <a:lnTo>
                  <a:pt x="1166723" y="649198"/>
                </a:lnTo>
                <a:close/>
              </a:path>
              <a:path w="18288635" h="10287000">
                <a:moveTo>
                  <a:pt x="1166799" y="3348088"/>
                </a:moveTo>
                <a:lnTo>
                  <a:pt x="1160792" y="3335388"/>
                </a:lnTo>
                <a:lnTo>
                  <a:pt x="1150378" y="3348088"/>
                </a:lnTo>
                <a:lnTo>
                  <a:pt x="1156385" y="3360788"/>
                </a:lnTo>
                <a:lnTo>
                  <a:pt x="1166799" y="3348088"/>
                </a:lnTo>
                <a:close/>
              </a:path>
              <a:path w="18288635" h="10287000">
                <a:moveTo>
                  <a:pt x="1170254" y="2522588"/>
                </a:moveTo>
                <a:lnTo>
                  <a:pt x="1159027" y="2509888"/>
                </a:lnTo>
                <a:lnTo>
                  <a:pt x="1139583" y="2522588"/>
                </a:lnTo>
                <a:lnTo>
                  <a:pt x="1150810" y="2535288"/>
                </a:lnTo>
                <a:lnTo>
                  <a:pt x="1170254" y="2522588"/>
                </a:lnTo>
                <a:close/>
              </a:path>
              <a:path w="18288635" h="10287000">
                <a:moveTo>
                  <a:pt x="1174521" y="1709788"/>
                </a:moveTo>
                <a:lnTo>
                  <a:pt x="1157478" y="1671688"/>
                </a:lnTo>
                <a:lnTo>
                  <a:pt x="1127963" y="1697088"/>
                </a:lnTo>
                <a:lnTo>
                  <a:pt x="1145006" y="1722488"/>
                </a:lnTo>
                <a:lnTo>
                  <a:pt x="1174521" y="1709788"/>
                </a:lnTo>
                <a:close/>
              </a:path>
              <a:path w="18288635" h="10287000">
                <a:moveTo>
                  <a:pt x="1177328" y="4393920"/>
                </a:moveTo>
                <a:lnTo>
                  <a:pt x="1176324" y="4392193"/>
                </a:lnTo>
                <a:lnTo>
                  <a:pt x="1174584" y="4393196"/>
                </a:lnTo>
                <a:lnTo>
                  <a:pt x="1175588" y="4394924"/>
                </a:lnTo>
                <a:lnTo>
                  <a:pt x="1177328" y="4393920"/>
                </a:lnTo>
                <a:close/>
              </a:path>
              <a:path w="18288635" h="10287000">
                <a:moveTo>
                  <a:pt x="1178509" y="876858"/>
                </a:moveTo>
                <a:lnTo>
                  <a:pt x="1155852" y="837628"/>
                </a:lnTo>
                <a:lnTo>
                  <a:pt x="1116622" y="860285"/>
                </a:lnTo>
                <a:lnTo>
                  <a:pt x="1139278" y="899515"/>
                </a:lnTo>
                <a:lnTo>
                  <a:pt x="1178509" y="876858"/>
                </a:lnTo>
                <a:close/>
              </a:path>
              <a:path w="18288635" h="10287000">
                <a:moveTo>
                  <a:pt x="1178852" y="3576688"/>
                </a:moveTo>
                <a:lnTo>
                  <a:pt x="1174051" y="3563988"/>
                </a:lnTo>
                <a:lnTo>
                  <a:pt x="1165720" y="3576688"/>
                </a:lnTo>
                <a:lnTo>
                  <a:pt x="1178852" y="3576688"/>
                </a:lnTo>
                <a:close/>
              </a:path>
              <a:path w="18288635" h="10287000">
                <a:moveTo>
                  <a:pt x="1180312" y="54127"/>
                </a:moveTo>
                <a:lnTo>
                  <a:pt x="1153655" y="7950"/>
                </a:lnTo>
                <a:lnTo>
                  <a:pt x="1107465" y="34607"/>
                </a:lnTo>
                <a:lnTo>
                  <a:pt x="1134135" y="80784"/>
                </a:lnTo>
                <a:lnTo>
                  <a:pt x="1180312" y="54127"/>
                </a:lnTo>
                <a:close/>
              </a:path>
              <a:path w="18288635" h="10287000">
                <a:moveTo>
                  <a:pt x="1182027" y="2751188"/>
                </a:moveTo>
                <a:lnTo>
                  <a:pt x="1172210" y="2738488"/>
                </a:lnTo>
                <a:lnTo>
                  <a:pt x="1155192" y="2751188"/>
                </a:lnTo>
                <a:lnTo>
                  <a:pt x="1165009" y="2763888"/>
                </a:lnTo>
                <a:lnTo>
                  <a:pt x="1182027" y="2751188"/>
                </a:lnTo>
                <a:close/>
              </a:path>
              <a:path w="18288635" h="10287000">
                <a:moveTo>
                  <a:pt x="1185748" y="1938388"/>
                </a:moveTo>
                <a:lnTo>
                  <a:pt x="1170520" y="1900288"/>
                </a:lnTo>
                <a:lnTo>
                  <a:pt x="1144130" y="1925688"/>
                </a:lnTo>
                <a:lnTo>
                  <a:pt x="1159357" y="1951088"/>
                </a:lnTo>
                <a:lnTo>
                  <a:pt x="1185748" y="1938388"/>
                </a:lnTo>
                <a:close/>
              </a:path>
              <a:path w="18288635" h="10287000">
                <a:moveTo>
                  <a:pt x="1190015" y="1112888"/>
                </a:moveTo>
                <a:lnTo>
                  <a:pt x="1168971" y="1074788"/>
                </a:lnTo>
                <a:lnTo>
                  <a:pt x="1132509" y="1100188"/>
                </a:lnTo>
                <a:lnTo>
                  <a:pt x="1153553" y="1125588"/>
                </a:lnTo>
                <a:lnTo>
                  <a:pt x="1190015" y="1112888"/>
                </a:lnTo>
                <a:close/>
              </a:path>
              <a:path w="18288635" h="10287000">
                <a:moveTo>
                  <a:pt x="1192631" y="281940"/>
                </a:moveTo>
                <a:lnTo>
                  <a:pt x="1166977" y="237502"/>
                </a:lnTo>
                <a:lnTo>
                  <a:pt x="1122540" y="263169"/>
                </a:lnTo>
                <a:lnTo>
                  <a:pt x="1148194" y="307606"/>
                </a:lnTo>
                <a:lnTo>
                  <a:pt x="1192631" y="281940"/>
                </a:lnTo>
                <a:close/>
              </a:path>
              <a:path w="18288635" h="10287000">
                <a:moveTo>
                  <a:pt x="1193533" y="2979788"/>
                </a:moveTo>
                <a:lnTo>
                  <a:pt x="1185316" y="2967088"/>
                </a:lnTo>
                <a:lnTo>
                  <a:pt x="1171079" y="2979788"/>
                </a:lnTo>
                <a:lnTo>
                  <a:pt x="1179309" y="2992488"/>
                </a:lnTo>
                <a:lnTo>
                  <a:pt x="1193533" y="2979788"/>
                </a:lnTo>
                <a:close/>
              </a:path>
              <a:path w="18288635" h="10287000">
                <a:moveTo>
                  <a:pt x="1197533" y="2154288"/>
                </a:moveTo>
                <a:lnTo>
                  <a:pt x="1183690" y="2141588"/>
                </a:lnTo>
                <a:lnTo>
                  <a:pt x="1159738" y="2154288"/>
                </a:lnTo>
                <a:lnTo>
                  <a:pt x="1173568" y="2179688"/>
                </a:lnTo>
                <a:lnTo>
                  <a:pt x="1197533" y="2154288"/>
                </a:lnTo>
                <a:close/>
              </a:path>
              <a:path w="18288635" h="10287000">
                <a:moveTo>
                  <a:pt x="1201801" y="1341488"/>
                </a:moveTo>
                <a:lnTo>
                  <a:pt x="1182154" y="1303388"/>
                </a:lnTo>
                <a:lnTo>
                  <a:pt x="1148130" y="1328788"/>
                </a:lnTo>
                <a:lnTo>
                  <a:pt x="1167777" y="1354188"/>
                </a:lnTo>
                <a:lnTo>
                  <a:pt x="1201801" y="1341488"/>
                </a:lnTo>
                <a:close/>
              </a:path>
              <a:path w="18288635" h="10287000">
                <a:moveTo>
                  <a:pt x="1202969" y="4026598"/>
                </a:moveTo>
                <a:lnTo>
                  <a:pt x="1200556" y="4022445"/>
                </a:lnTo>
                <a:lnTo>
                  <a:pt x="1196390" y="4024846"/>
                </a:lnTo>
                <a:lnTo>
                  <a:pt x="1198803" y="4029011"/>
                </a:lnTo>
                <a:lnTo>
                  <a:pt x="1202969" y="4026598"/>
                </a:lnTo>
                <a:close/>
              </a:path>
              <a:path w="18288635" h="10287000">
                <a:moveTo>
                  <a:pt x="1204696" y="509689"/>
                </a:moveTo>
                <a:lnTo>
                  <a:pt x="1180236" y="467334"/>
                </a:lnTo>
                <a:lnTo>
                  <a:pt x="1137881" y="491782"/>
                </a:lnTo>
                <a:lnTo>
                  <a:pt x="1162329" y="534149"/>
                </a:lnTo>
                <a:lnTo>
                  <a:pt x="1204696" y="509689"/>
                </a:lnTo>
                <a:close/>
              </a:path>
              <a:path w="18288635" h="10287000">
                <a:moveTo>
                  <a:pt x="1205318" y="3208388"/>
                </a:moveTo>
                <a:lnTo>
                  <a:pt x="1198499" y="3195688"/>
                </a:lnTo>
                <a:lnTo>
                  <a:pt x="1186700" y="3208388"/>
                </a:lnTo>
                <a:lnTo>
                  <a:pt x="1193507" y="3221088"/>
                </a:lnTo>
                <a:lnTo>
                  <a:pt x="1205318" y="3208388"/>
                </a:lnTo>
                <a:close/>
              </a:path>
              <a:path w="18288635" h="10287000">
                <a:moveTo>
                  <a:pt x="1208760" y="2382888"/>
                </a:moveTo>
                <a:lnTo>
                  <a:pt x="1196733" y="2370188"/>
                </a:lnTo>
                <a:lnTo>
                  <a:pt x="1175905" y="2382888"/>
                </a:lnTo>
                <a:lnTo>
                  <a:pt x="1187932" y="2395588"/>
                </a:lnTo>
                <a:lnTo>
                  <a:pt x="1208760" y="2382888"/>
                </a:lnTo>
                <a:close/>
              </a:path>
              <a:path w="18288635" h="10287000">
                <a:moveTo>
                  <a:pt x="1213027" y="1570088"/>
                </a:moveTo>
                <a:lnTo>
                  <a:pt x="1195184" y="1531988"/>
                </a:lnTo>
                <a:lnTo>
                  <a:pt x="1164285" y="1557388"/>
                </a:lnTo>
                <a:lnTo>
                  <a:pt x="1182128" y="1582788"/>
                </a:lnTo>
                <a:lnTo>
                  <a:pt x="1213027" y="1570088"/>
                </a:lnTo>
                <a:close/>
              </a:path>
              <a:path w="18288635" h="10287000">
                <a:moveTo>
                  <a:pt x="1215567" y="4254500"/>
                </a:moveTo>
                <a:lnTo>
                  <a:pt x="1213967" y="4251718"/>
                </a:lnTo>
                <a:lnTo>
                  <a:pt x="1211186" y="4253319"/>
                </a:lnTo>
                <a:lnTo>
                  <a:pt x="1212786" y="4256100"/>
                </a:lnTo>
                <a:lnTo>
                  <a:pt x="1215567" y="4254500"/>
                </a:lnTo>
                <a:close/>
              </a:path>
              <a:path w="18288635" h="10287000">
                <a:moveTo>
                  <a:pt x="1216469" y="737362"/>
                </a:moveTo>
                <a:lnTo>
                  <a:pt x="1193419" y="697433"/>
                </a:lnTo>
                <a:lnTo>
                  <a:pt x="1153490" y="720483"/>
                </a:lnTo>
                <a:lnTo>
                  <a:pt x="1176540" y="760412"/>
                </a:lnTo>
                <a:lnTo>
                  <a:pt x="1216469" y="737362"/>
                </a:lnTo>
                <a:close/>
              </a:path>
              <a:path w="18288635" h="10287000">
                <a:moveTo>
                  <a:pt x="1217091" y="3436988"/>
                </a:moveTo>
                <a:lnTo>
                  <a:pt x="1211681" y="3424288"/>
                </a:lnTo>
                <a:lnTo>
                  <a:pt x="1202309" y="3436988"/>
                </a:lnTo>
                <a:lnTo>
                  <a:pt x="1207719" y="3449688"/>
                </a:lnTo>
                <a:lnTo>
                  <a:pt x="1217091" y="3436988"/>
                </a:lnTo>
                <a:close/>
              </a:path>
              <a:path w="18288635" h="10287000">
                <a:moveTo>
                  <a:pt x="1220546" y="2611488"/>
                </a:moveTo>
                <a:lnTo>
                  <a:pt x="1209916" y="2598788"/>
                </a:lnTo>
                <a:lnTo>
                  <a:pt x="1191514" y="2611488"/>
                </a:lnTo>
                <a:lnTo>
                  <a:pt x="1202143" y="2624188"/>
                </a:lnTo>
                <a:lnTo>
                  <a:pt x="1220546" y="2611488"/>
                </a:lnTo>
                <a:close/>
              </a:path>
              <a:path w="18288635" h="10287000">
                <a:moveTo>
                  <a:pt x="1224267" y="1798688"/>
                </a:moveTo>
                <a:lnTo>
                  <a:pt x="1208227" y="1760588"/>
                </a:lnTo>
                <a:lnTo>
                  <a:pt x="1180452" y="1785988"/>
                </a:lnTo>
                <a:lnTo>
                  <a:pt x="1196492" y="1811388"/>
                </a:lnTo>
                <a:lnTo>
                  <a:pt x="1224267" y="1798688"/>
                </a:lnTo>
                <a:close/>
              </a:path>
              <a:path w="18288635" h="10287000">
                <a:moveTo>
                  <a:pt x="1227899" y="4482312"/>
                </a:moveTo>
                <a:lnTo>
                  <a:pt x="1227645" y="4481868"/>
                </a:lnTo>
                <a:lnTo>
                  <a:pt x="1226248" y="4481868"/>
                </a:lnTo>
                <a:lnTo>
                  <a:pt x="1226502" y="4482312"/>
                </a:lnTo>
                <a:lnTo>
                  <a:pt x="1227899" y="4482312"/>
                </a:lnTo>
                <a:close/>
              </a:path>
              <a:path w="18288635" h="10287000">
                <a:moveTo>
                  <a:pt x="1228255" y="965034"/>
                </a:moveTo>
                <a:lnTo>
                  <a:pt x="1206601" y="927531"/>
                </a:lnTo>
                <a:lnTo>
                  <a:pt x="1169111" y="949185"/>
                </a:lnTo>
                <a:lnTo>
                  <a:pt x="1190752" y="986675"/>
                </a:lnTo>
                <a:lnTo>
                  <a:pt x="1228255" y="965034"/>
                </a:lnTo>
                <a:close/>
              </a:path>
              <a:path w="18288635" h="10287000">
                <a:moveTo>
                  <a:pt x="1228877" y="3665588"/>
                </a:moveTo>
                <a:lnTo>
                  <a:pt x="1224864" y="3652888"/>
                </a:lnTo>
                <a:lnTo>
                  <a:pt x="1217930" y="3665588"/>
                </a:lnTo>
                <a:lnTo>
                  <a:pt x="1228877" y="3665588"/>
                </a:lnTo>
                <a:close/>
              </a:path>
              <a:path w="18288635" h="10287000">
                <a:moveTo>
                  <a:pt x="1230058" y="142290"/>
                </a:moveTo>
                <a:lnTo>
                  <a:pt x="1204404" y="97853"/>
                </a:lnTo>
                <a:lnTo>
                  <a:pt x="1159954" y="123520"/>
                </a:lnTo>
                <a:lnTo>
                  <a:pt x="1185621" y="167957"/>
                </a:lnTo>
                <a:lnTo>
                  <a:pt x="1230058" y="142290"/>
                </a:lnTo>
                <a:close/>
              </a:path>
              <a:path w="18288635" h="10287000">
                <a:moveTo>
                  <a:pt x="1231773" y="2840088"/>
                </a:moveTo>
                <a:lnTo>
                  <a:pt x="1222959" y="2827388"/>
                </a:lnTo>
                <a:lnTo>
                  <a:pt x="1207681" y="2840088"/>
                </a:lnTo>
                <a:lnTo>
                  <a:pt x="1216494" y="2852788"/>
                </a:lnTo>
                <a:lnTo>
                  <a:pt x="1231773" y="2840088"/>
                </a:lnTo>
                <a:close/>
              </a:path>
              <a:path w="18288635" h="10287000">
                <a:moveTo>
                  <a:pt x="1236040" y="2027288"/>
                </a:moveTo>
                <a:lnTo>
                  <a:pt x="1221409" y="2001888"/>
                </a:lnTo>
                <a:lnTo>
                  <a:pt x="1196060" y="2014588"/>
                </a:lnTo>
                <a:lnTo>
                  <a:pt x="1210691" y="2039988"/>
                </a:lnTo>
                <a:lnTo>
                  <a:pt x="1236040" y="2027288"/>
                </a:lnTo>
                <a:close/>
              </a:path>
              <a:path w="18288635" h="10287000">
                <a:moveTo>
                  <a:pt x="1240028" y="1201788"/>
                </a:moveTo>
                <a:lnTo>
                  <a:pt x="1219784" y="1163688"/>
                </a:lnTo>
                <a:lnTo>
                  <a:pt x="1184719" y="1189088"/>
                </a:lnTo>
                <a:lnTo>
                  <a:pt x="1204963" y="1214488"/>
                </a:lnTo>
                <a:lnTo>
                  <a:pt x="1240028" y="1201788"/>
                </a:lnTo>
                <a:close/>
              </a:path>
              <a:path w="18288635" h="10287000">
                <a:moveTo>
                  <a:pt x="1241209" y="3887178"/>
                </a:moveTo>
                <a:lnTo>
                  <a:pt x="1238199" y="3881971"/>
                </a:lnTo>
                <a:lnTo>
                  <a:pt x="1232992" y="3884968"/>
                </a:lnTo>
                <a:lnTo>
                  <a:pt x="1236002" y="3890187"/>
                </a:lnTo>
                <a:lnTo>
                  <a:pt x="1241209" y="3887178"/>
                </a:lnTo>
                <a:close/>
              </a:path>
              <a:path w="18288635" h="10287000">
                <a:moveTo>
                  <a:pt x="1242377" y="370116"/>
                </a:moveTo>
                <a:lnTo>
                  <a:pt x="1217726" y="327406"/>
                </a:lnTo>
                <a:lnTo>
                  <a:pt x="1175016" y="352069"/>
                </a:lnTo>
                <a:lnTo>
                  <a:pt x="1199680" y="394766"/>
                </a:lnTo>
                <a:lnTo>
                  <a:pt x="1242377" y="370116"/>
                </a:lnTo>
                <a:close/>
              </a:path>
              <a:path w="18288635" h="10287000">
                <a:moveTo>
                  <a:pt x="1243558" y="3068688"/>
                </a:moveTo>
                <a:lnTo>
                  <a:pt x="1236141" y="3055988"/>
                </a:lnTo>
                <a:lnTo>
                  <a:pt x="1223289" y="3068688"/>
                </a:lnTo>
                <a:lnTo>
                  <a:pt x="1230706" y="3081388"/>
                </a:lnTo>
                <a:lnTo>
                  <a:pt x="1243558" y="3068688"/>
                </a:lnTo>
                <a:close/>
              </a:path>
              <a:path w="18288635" h="10287000">
                <a:moveTo>
                  <a:pt x="1247279" y="2243188"/>
                </a:moveTo>
                <a:lnTo>
                  <a:pt x="1234440" y="2230488"/>
                </a:lnTo>
                <a:lnTo>
                  <a:pt x="1212227" y="2243188"/>
                </a:lnTo>
                <a:lnTo>
                  <a:pt x="1225054" y="2255888"/>
                </a:lnTo>
                <a:lnTo>
                  <a:pt x="1247279" y="2243188"/>
                </a:lnTo>
                <a:close/>
              </a:path>
              <a:path w="18288635" h="10287000">
                <a:moveTo>
                  <a:pt x="1251546" y="1430388"/>
                </a:moveTo>
                <a:lnTo>
                  <a:pt x="1232903" y="1392288"/>
                </a:lnTo>
                <a:lnTo>
                  <a:pt x="1200607" y="1417688"/>
                </a:lnTo>
                <a:lnTo>
                  <a:pt x="1219250" y="1443088"/>
                </a:lnTo>
                <a:lnTo>
                  <a:pt x="1251546" y="1430388"/>
                </a:lnTo>
                <a:close/>
              </a:path>
              <a:path w="18288635" h="10287000">
                <a:moveTo>
                  <a:pt x="1253528" y="4114990"/>
                </a:moveTo>
                <a:lnTo>
                  <a:pt x="1251534" y="4111523"/>
                </a:lnTo>
                <a:lnTo>
                  <a:pt x="1248054" y="4113530"/>
                </a:lnTo>
                <a:lnTo>
                  <a:pt x="1250061" y="4116997"/>
                </a:lnTo>
                <a:lnTo>
                  <a:pt x="1253528" y="4114990"/>
                </a:lnTo>
                <a:close/>
              </a:path>
              <a:path w="18288635" h="10287000">
                <a:moveTo>
                  <a:pt x="1254442" y="597852"/>
                </a:moveTo>
                <a:lnTo>
                  <a:pt x="1230985" y="557237"/>
                </a:lnTo>
                <a:lnTo>
                  <a:pt x="1190358" y="580682"/>
                </a:lnTo>
                <a:lnTo>
                  <a:pt x="1213815" y="621309"/>
                </a:lnTo>
                <a:lnTo>
                  <a:pt x="1254442" y="597852"/>
                </a:lnTo>
                <a:close/>
              </a:path>
              <a:path w="18288635" h="10287000">
                <a:moveTo>
                  <a:pt x="1255331" y="3297288"/>
                </a:moveTo>
                <a:lnTo>
                  <a:pt x="1249324" y="3284588"/>
                </a:lnTo>
                <a:lnTo>
                  <a:pt x="1238910" y="3297288"/>
                </a:lnTo>
                <a:lnTo>
                  <a:pt x="1244917" y="3309988"/>
                </a:lnTo>
                <a:lnTo>
                  <a:pt x="1255331" y="3297288"/>
                </a:lnTo>
                <a:close/>
              </a:path>
              <a:path w="18288635" h="10287000">
                <a:moveTo>
                  <a:pt x="1258163" y="152"/>
                </a:moveTo>
                <a:lnTo>
                  <a:pt x="1258074" y="0"/>
                </a:lnTo>
                <a:lnTo>
                  <a:pt x="1214551" y="0"/>
                </a:lnTo>
                <a:lnTo>
                  <a:pt x="1214653" y="152"/>
                </a:lnTo>
                <a:lnTo>
                  <a:pt x="1225524" y="18999"/>
                </a:lnTo>
                <a:lnTo>
                  <a:pt x="1258163" y="152"/>
                </a:lnTo>
                <a:close/>
              </a:path>
              <a:path w="18288635" h="10287000">
                <a:moveTo>
                  <a:pt x="1258773" y="2471788"/>
                </a:moveTo>
                <a:lnTo>
                  <a:pt x="1247546" y="2459088"/>
                </a:lnTo>
                <a:lnTo>
                  <a:pt x="1228115" y="2471788"/>
                </a:lnTo>
                <a:lnTo>
                  <a:pt x="1239342" y="2484488"/>
                </a:lnTo>
                <a:lnTo>
                  <a:pt x="1258773" y="2471788"/>
                </a:lnTo>
                <a:close/>
              </a:path>
              <a:path w="18288635" h="10287000">
                <a:moveTo>
                  <a:pt x="1262773" y="1658988"/>
                </a:moveTo>
                <a:lnTo>
                  <a:pt x="1245933" y="1620888"/>
                </a:lnTo>
                <a:lnTo>
                  <a:pt x="1216774" y="1646288"/>
                </a:lnTo>
                <a:lnTo>
                  <a:pt x="1233614" y="1671688"/>
                </a:lnTo>
                <a:lnTo>
                  <a:pt x="1262773" y="1658988"/>
                </a:lnTo>
                <a:close/>
              </a:path>
              <a:path w="18288635" h="10287000">
                <a:moveTo>
                  <a:pt x="1266139" y="4342879"/>
                </a:moveTo>
                <a:lnTo>
                  <a:pt x="1264932" y="4340796"/>
                </a:lnTo>
                <a:lnTo>
                  <a:pt x="1262849" y="4342003"/>
                </a:lnTo>
                <a:lnTo>
                  <a:pt x="1264056" y="4344086"/>
                </a:lnTo>
                <a:lnTo>
                  <a:pt x="1266139" y="4342879"/>
                </a:lnTo>
                <a:close/>
              </a:path>
              <a:path w="18288635" h="10287000">
                <a:moveTo>
                  <a:pt x="1266215" y="825525"/>
                </a:moveTo>
                <a:lnTo>
                  <a:pt x="1244168" y="787336"/>
                </a:lnTo>
                <a:lnTo>
                  <a:pt x="1205979" y="809383"/>
                </a:lnTo>
                <a:lnTo>
                  <a:pt x="1228026" y="847572"/>
                </a:lnTo>
                <a:lnTo>
                  <a:pt x="1266215" y="825525"/>
                </a:lnTo>
                <a:close/>
              </a:path>
              <a:path w="18288635" h="10287000">
                <a:moveTo>
                  <a:pt x="1267383" y="3525888"/>
                </a:moveTo>
                <a:lnTo>
                  <a:pt x="1262583" y="3513188"/>
                </a:lnTo>
                <a:lnTo>
                  <a:pt x="1254252" y="3525888"/>
                </a:lnTo>
                <a:lnTo>
                  <a:pt x="1267383" y="3525888"/>
                </a:lnTo>
                <a:close/>
              </a:path>
              <a:path w="18288635" h="10287000">
                <a:moveTo>
                  <a:pt x="1270558" y="2700388"/>
                </a:moveTo>
                <a:lnTo>
                  <a:pt x="1260741" y="2687688"/>
                </a:lnTo>
                <a:lnTo>
                  <a:pt x="1243736" y="2700388"/>
                </a:lnTo>
                <a:lnTo>
                  <a:pt x="1253553" y="2713088"/>
                </a:lnTo>
                <a:lnTo>
                  <a:pt x="1270558" y="2700388"/>
                </a:lnTo>
                <a:close/>
              </a:path>
              <a:path w="18288635" h="10287000">
                <a:moveTo>
                  <a:pt x="1274279" y="1887588"/>
                </a:moveTo>
                <a:lnTo>
                  <a:pt x="1259052" y="1849488"/>
                </a:lnTo>
                <a:lnTo>
                  <a:pt x="1232662" y="1874888"/>
                </a:lnTo>
                <a:lnTo>
                  <a:pt x="1247889" y="1900288"/>
                </a:lnTo>
                <a:lnTo>
                  <a:pt x="1274279" y="1887588"/>
                </a:lnTo>
                <a:close/>
              </a:path>
              <a:path w="18288635" h="10287000">
                <a:moveTo>
                  <a:pt x="1278267" y="1053274"/>
                </a:moveTo>
                <a:lnTo>
                  <a:pt x="1257427" y="1017168"/>
                </a:lnTo>
                <a:lnTo>
                  <a:pt x="1221320" y="1038009"/>
                </a:lnTo>
                <a:lnTo>
                  <a:pt x="1242161" y="1074115"/>
                </a:lnTo>
                <a:lnTo>
                  <a:pt x="1278267" y="1053274"/>
                </a:lnTo>
                <a:close/>
              </a:path>
              <a:path w="18288635" h="10287000">
                <a:moveTo>
                  <a:pt x="1279169" y="3754488"/>
                </a:moveTo>
                <a:lnTo>
                  <a:pt x="1275765" y="3741788"/>
                </a:lnTo>
                <a:lnTo>
                  <a:pt x="1269860" y="3754488"/>
                </a:lnTo>
                <a:lnTo>
                  <a:pt x="1279169" y="3754488"/>
                </a:lnTo>
                <a:close/>
              </a:path>
              <a:path w="18288635" h="10287000">
                <a:moveTo>
                  <a:pt x="1280071" y="230530"/>
                </a:moveTo>
                <a:lnTo>
                  <a:pt x="1255217" y="187490"/>
                </a:lnTo>
                <a:lnTo>
                  <a:pt x="1212176" y="212344"/>
                </a:lnTo>
                <a:lnTo>
                  <a:pt x="1237030" y="255384"/>
                </a:lnTo>
                <a:lnTo>
                  <a:pt x="1280071" y="230530"/>
                </a:lnTo>
                <a:close/>
              </a:path>
              <a:path w="18288635" h="10287000">
                <a:moveTo>
                  <a:pt x="1282065" y="2928988"/>
                </a:moveTo>
                <a:lnTo>
                  <a:pt x="1273848" y="2916288"/>
                </a:lnTo>
                <a:lnTo>
                  <a:pt x="1259611" y="2928988"/>
                </a:lnTo>
                <a:lnTo>
                  <a:pt x="1267841" y="2941688"/>
                </a:lnTo>
                <a:lnTo>
                  <a:pt x="1282065" y="2928988"/>
                </a:lnTo>
                <a:close/>
              </a:path>
              <a:path w="18288635" h="10287000">
                <a:moveTo>
                  <a:pt x="1285786" y="2103488"/>
                </a:moveTo>
                <a:lnTo>
                  <a:pt x="1272159" y="2090788"/>
                </a:lnTo>
                <a:lnTo>
                  <a:pt x="1248549" y="2103488"/>
                </a:lnTo>
                <a:lnTo>
                  <a:pt x="1262176" y="2128888"/>
                </a:lnTo>
                <a:lnTo>
                  <a:pt x="1285786" y="2103488"/>
                </a:lnTo>
                <a:close/>
              </a:path>
              <a:path w="18288635" h="10287000">
                <a:moveTo>
                  <a:pt x="1289786" y="1290688"/>
                </a:moveTo>
                <a:lnTo>
                  <a:pt x="1270533" y="1252588"/>
                </a:lnTo>
                <a:lnTo>
                  <a:pt x="1237208" y="1277988"/>
                </a:lnTo>
                <a:lnTo>
                  <a:pt x="1256449" y="1303388"/>
                </a:lnTo>
                <a:lnTo>
                  <a:pt x="1289786" y="1290688"/>
                </a:lnTo>
                <a:close/>
              </a:path>
              <a:path w="18288635" h="10287000">
                <a:moveTo>
                  <a:pt x="1291780" y="3975570"/>
                </a:moveTo>
                <a:lnTo>
                  <a:pt x="1289164" y="3971048"/>
                </a:lnTo>
                <a:lnTo>
                  <a:pt x="1284655" y="3973652"/>
                </a:lnTo>
                <a:lnTo>
                  <a:pt x="1287259" y="3978173"/>
                </a:lnTo>
                <a:lnTo>
                  <a:pt x="1291780" y="3975570"/>
                </a:lnTo>
                <a:close/>
              </a:path>
              <a:path w="18288635" h="10287000">
                <a:moveTo>
                  <a:pt x="1292123" y="458279"/>
                </a:moveTo>
                <a:lnTo>
                  <a:pt x="1268476" y="417309"/>
                </a:lnTo>
                <a:lnTo>
                  <a:pt x="1227505" y="440969"/>
                </a:lnTo>
                <a:lnTo>
                  <a:pt x="1251153" y="481939"/>
                </a:lnTo>
                <a:lnTo>
                  <a:pt x="1292123" y="458279"/>
                </a:lnTo>
                <a:close/>
              </a:path>
              <a:path w="18288635" h="10287000">
                <a:moveTo>
                  <a:pt x="1293850" y="3157588"/>
                </a:moveTo>
                <a:lnTo>
                  <a:pt x="1287030" y="3144888"/>
                </a:lnTo>
                <a:lnTo>
                  <a:pt x="1275232" y="3157588"/>
                </a:lnTo>
                <a:lnTo>
                  <a:pt x="1282039" y="3170288"/>
                </a:lnTo>
                <a:lnTo>
                  <a:pt x="1293850" y="3157588"/>
                </a:lnTo>
                <a:close/>
              </a:path>
              <a:path w="18288635" h="10287000">
                <a:moveTo>
                  <a:pt x="1297292" y="2332088"/>
                </a:moveTo>
                <a:lnTo>
                  <a:pt x="1285265" y="2319388"/>
                </a:lnTo>
                <a:lnTo>
                  <a:pt x="1264437" y="2332088"/>
                </a:lnTo>
                <a:lnTo>
                  <a:pt x="1276464" y="2344788"/>
                </a:lnTo>
                <a:lnTo>
                  <a:pt x="1297292" y="2332088"/>
                </a:lnTo>
                <a:close/>
              </a:path>
              <a:path w="18288635" h="10287000">
                <a:moveTo>
                  <a:pt x="1301013" y="1519288"/>
                </a:moveTo>
                <a:lnTo>
                  <a:pt x="1283576" y="1481188"/>
                </a:lnTo>
                <a:lnTo>
                  <a:pt x="1253375" y="1506588"/>
                </a:lnTo>
                <a:lnTo>
                  <a:pt x="1270812" y="1531988"/>
                </a:lnTo>
                <a:lnTo>
                  <a:pt x="1301013" y="1519288"/>
                </a:lnTo>
                <a:close/>
              </a:path>
              <a:path w="18288635" h="10287000">
                <a:moveTo>
                  <a:pt x="1304099" y="4203382"/>
                </a:moveTo>
                <a:lnTo>
                  <a:pt x="1302499" y="4200601"/>
                </a:lnTo>
                <a:lnTo>
                  <a:pt x="1299718" y="4202214"/>
                </a:lnTo>
                <a:lnTo>
                  <a:pt x="1301330" y="4204982"/>
                </a:lnTo>
                <a:lnTo>
                  <a:pt x="1304099" y="4203382"/>
                </a:lnTo>
                <a:close/>
              </a:path>
              <a:path w="18288635" h="10287000">
                <a:moveTo>
                  <a:pt x="1304188" y="686028"/>
                </a:moveTo>
                <a:lnTo>
                  <a:pt x="1281734" y="647141"/>
                </a:lnTo>
                <a:lnTo>
                  <a:pt x="1242847" y="669594"/>
                </a:lnTo>
                <a:lnTo>
                  <a:pt x="1265301" y="708469"/>
                </a:lnTo>
                <a:lnTo>
                  <a:pt x="1304188" y="686028"/>
                </a:lnTo>
                <a:close/>
              </a:path>
              <a:path w="18288635" h="10287000">
                <a:moveTo>
                  <a:pt x="1305623" y="3386188"/>
                </a:moveTo>
                <a:lnTo>
                  <a:pt x="1300213" y="3373488"/>
                </a:lnTo>
                <a:lnTo>
                  <a:pt x="1290840" y="3386188"/>
                </a:lnTo>
                <a:lnTo>
                  <a:pt x="1305623" y="3386188"/>
                </a:lnTo>
                <a:close/>
              </a:path>
              <a:path w="18288635" h="10287000">
                <a:moveTo>
                  <a:pt x="1309077" y="2560688"/>
                </a:moveTo>
                <a:lnTo>
                  <a:pt x="1298448" y="2547988"/>
                </a:lnTo>
                <a:lnTo>
                  <a:pt x="1280045" y="2560688"/>
                </a:lnTo>
                <a:lnTo>
                  <a:pt x="1290675" y="2573388"/>
                </a:lnTo>
                <a:lnTo>
                  <a:pt x="1309077" y="2560688"/>
                </a:lnTo>
                <a:close/>
              </a:path>
              <a:path w="18288635" h="10287000">
                <a:moveTo>
                  <a:pt x="1312519" y="1747888"/>
                </a:moveTo>
                <a:lnTo>
                  <a:pt x="1296682" y="1709788"/>
                </a:lnTo>
                <a:lnTo>
                  <a:pt x="1269263" y="1735188"/>
                </a:lnTo>
                <a:lnTo>
                  <a:pt x="1285087" y="1760588"/>
                </a:lnTo>
                <a:lnTo>
                  <a:pt x="1312519" y="1747888"/>
                </a:lnTo>
                <a:close/>
              </a:path>
              <a:path w="18288635" h="10287000">
                <a:moveTo>
                  <a:pt x="1316240" y="913765"/>
                </a:moveTo>
                <a:lnTo>
                  <a:pt x="1294993" y="876960"/>
                </a:lnTo>
                <a:lnTo>
                  <a:pt x="1258189" y="898207"/>
                </a:lnTo>
                <a:lnTo>
                  <a:pt x="1279436" y="935012"/>
                </a:lnTo>
                <a:lnTo>
                  <a:pt x="1316240" y="913765"/>
                </a:lnTo>
                <a:close/>
              </a:path>
              <a:path w="18288635" h="10287000">
                <a:moveTo>
                  <a:pt x="1316697" y="4431271"/>
                </a:moveTo>
                <a:lnTo>
                  <a:pt x="1315897" y="4429887"/>
                </a:lnTo>
                <a:lnTo>
                  <a:pt x="1314513" y="4430687"/>
                </a:lnTo>
                <a:lnTo>
                  <a:pt x="1315313" y="4432071"/>
                </a:lnTo>
                <a:lnTo>
                  <a:pt x="1316697" y="4431271"/>
                </a:lnTo>
                <a:close/>
              </a:path>
              <a:path w="18288635" h="10287000">
                <a:moveTo>
                  <a:pt x="1317409" y="3614788"/>
                </a:moveTo>
                <a:lnTo>
                  <a:pt x="1313395" y="3602088"/>
                </a:lnTo>
                <a:lnTo>
                  <a:pt x="1306461" y="3614788"/>
                </a:lnTo>
                <a:lnTo>
                  <a:pt x="1317409" y="3614788"/>
                </a:lnTo>
                <a:close/>
              </a:path>
              <a:path w="18288635" h="10287000">
                <a:moveTo>
                  <a:pt x="1317498" y="90881"/>
                </a:moveTo>
                <a:lnTo>
                  <a:pt x="1292644" y="47840"/>
                </a:lnTo>
                <a:lnTo>
                  <a:pt x="1249578" y="72694"/>
                </a:lnTo>
                <a:lnTo>
                  <a:pt x="1274445" y="115747"/>
                </a:lnTo>
                <a:lnTo>
                  <a:pt x="1317498" y="90881"/>
                </a:lnTo>
                <a:close/>
              </a:path>
              <a:path w="18288635" h="10287000">
                <a:moveTo>
                  <a:pt x="1320317" y="2789288"/>
                </a:moveTo>
                <a:lnTo>
                  <a:pt x="1311490" y="2776588"/>
                </a:lnTo>
                <a:lnTo>
                  <a:pt x="1296212" y="2789288"/>
                </a:lnTo>
                <a:lnTo>
                  <a:pt x="1305026" y="2801988"/>
                </a:lnTo>
                <a:lnTo>
                  <a:pt x="1320317" y="2789288"/>
                </a:lnTo>
                <a:close/>
              </a:path>
              <a:path w="18288635" h="10287000">
                <a:moveTo>
                  <a:pt x="1324305" y="1963788"/>
                </a:moveTo>
                <a:lnTo>
                  <a:pt x="1309865" y="1951088"/>
                </a:lnTo>
                <a:lnTo>
                  <a:pt x="1284871" y="1963788"/>
                </a:lnTo>
                <a:lnTo>
                  <a:pt x="1299311" y="1989188"/>
                </a:lnTo>
                <a:lnTo>
                  <a:pt x="1324305" y="1963788"/>
                </a:lnTo>
                <a:close/>
              </a:path>
              <a:path w="18288635" h="10287000">
                <a:moveTo>
                  <a:pt x="1328026" y="1141437"/>
                </a:moveTo>
                <a:lnTo>
                  <a:pt x="1308176" y="1107059"/>
                </a:lnTo>
                <a:lnTo>
                  <a:pt x="1273810" y="1126909"/>
                </a:lnTo>
                <a:lnTo>
                  <a:pt x="1293647" y="1161288"/>
                </a:lnTo>
                <a:lnTo>
                  <a:pt x="1328026" y="1141437"/>
                </a:lnTo>
                <a:close/>
              </a:path>
              <a:path w="18288635" h="10287000">
                <a:moveTo>
                  <a:pt x="1329740" y="3836060"/>
                </a:moveTo>
                <a:lnTo>
                  <a:pt x="1326730" y="3830853"/>
                </a:lnTo>
                <a:lnTo>
                  <a:pt x="1321523" y="3833863"/>
                </a:lnTo>
                <a:lnTo>
                  <a:pt x="1324533" y="3839070"/>
                </a:lnTo>
                <a:lnTo>
                  <a:pt x="1329740" y="3836060"/>
                </a:lnTo>
                <a:close/>
              </a:path>
              <a:path w="18288635" h="10287000">
                <a:moveTo>
                  <a:pt x="1329829" y="318706"/>
                </a:moveTo>
                <a:lnTo>
                  <a:pt x="1305966" y="277393"/>
                </a:lnTo>
                <a:lnTo>
                  <a:pt x="1264653" y="301244"/>
                </a:lnTo>
                <a:lnTo>
                  <a:pt x="1288503" y="342557"/>
                </a:lnTo>
                <a:lnTo>
                  <a:pt x="1329829" y="318706"/>
                </a:lnTo>
                <a:close/>
              </a:path>
              <a:path w="18288635" h="10287000">
                <a:moveTo>
                  <a:pt x="1332090" y="3017888"/>
                </a:moveTo>
                <a:lnTo>
                  <a:pt x="1324673" y="3005188"/>
                </a:lnTo>
                <a:lnTo>
                  <a:pt x="1311821" y="3017888"/>
                </a:lnTo>
                <a:lnTo>
                  <a:pt x="1319237" y="3030588"/>
                </a:lnTo>
                <a:lnTo>
                  <a:pt x="1332090" y="3017888"/>
                </a:lnTo>
                <a:close/>
              </a:path>
              <a:path w="18288635" h="10287000">
                <a:moveTo>
                  <a:pt x="1335811" y="2192388"/>
                </a:moveTo>
                <a:lnTo>
                  <a:pt x="1322984" y="2179688"/>
                </a:lnTo>
                <a:lnTo>
                  <a:pt x="1300759" y="2192388"/>
                </a:lnTo>
                <a:lnTo>
                  <a:pt x="1313586" y="2205088"/>
                </a:lnTo>
                <a:lnTo>
                  <a:pt x="1335811" y="2192388"/>
                </a:lnTo>
                <a:close/>
              </a:path>
              <a:path w="18288635" h="10287000">
                <a:moveTo>
                  <a:pt x="1339532" y="1379588"/>
                </a:moveTo>
                <a:lnTo>
                  <a:pt x="1321282" y="1341488"/>
                </a:lnTo>
                <a:lnTo>
                  <a:pt x="1289697" y="1366888"/>
                </a:lnTo>
                <a:lnTo>
                  <a:pt x="1307934" y="1392288"/>
                </a:lnTo>
                <a:lnTo>
                  <a:pt x="1339532" y="1379588"/>
                </a:lnTo>
                <a:close/>
              </a:path>
              <a:path w="18288635" h="10287000">
                <a:moveTo>
                  <a:pt x="1342059" y="4063885"/>
                </a:moveTo>
                <a:lnTo>
                  <a:pt x="1340065" y="4060406"/>
                </a:lnTo>
                <a:lnTo>
                  <a:pt x="1336586" y="4062412"/>
                </a:lnTo>
                <a:lnTo>
                  <a:pt x="1338592" y="4065879"/>
                </a:lnTo>
                <a:lnTo>
                  <a:pt x="1342059" y="4063885"/>
                </a:lnTo>
                <a:close/>
              </a:path>
              <a:path w="18288635" h="10287000">
                <a:moveTo>
                  <a:pt x="1342148" y="546519"/>
                </a:moveTo>
                <a:lnTo>
                  <a:pt x="1319301" y="506945"/>
                </a:lnTo>
                <a:lnTo>
                  <a:pt x="1279715" y="529793"/>
                </a:lnTo>
                <a:lnTo>
                  <a:pt x="1302575" y="569366"/>
                </a:lnTo>
                <a:lnTo>
                  <a:pt x="1342148" y="546519"/>
                </a:lnTo>
                <a:close/>
              </a:path>
              <a:path w="18288635" h="10287000">
                <a:moveTo>
                  <a:pt x="1343875" y="3246488"/>
                </a:moveTo>
                <a:lnTo>
                  <a:pt x="1337856" y="3233788"/>
                </a:lnTo>
                <a:lnTo>
                  <a:pt x="1327442" y="3246488"/>
                </a:lnTo>
                <a:lnTo>
                  <a:pt x="1333449" y="3259188"/>
                </a:lnTo>
                <a:lnTo>
                  <a:pt x="1343875" y="3246488"/>
                </a:lnTo>
                <a:close/>
              </a:path>
              <a:path w="18288635" h="10287000">
                <a:moveTo>
                  <a:pt x="1347038" y="2420988"/>
                </a:moveTo>
                <a:lnTo>
                  <a:pt x="1336014" y="2408288"/>
                </a:lnTo>
                <a:lnTo>
                  <a:pt x="1316913" y="2420988"/>
                </a:lnTo>
                <a:lnTo>
                  <a:pt x="1327950" y="2433688"/>
                </a:lnTo>
                <a:lnTo>
                  <a:pt x="1347038" y="2420988"/>
                </a:lnTo>
                <a:close/>
              </a:path>
              <a:path w="18288635" h="10287000">
                <a:moveTo>
                  <a:pt x="1350759" y="1608188"/>
                </a:moveTo>
                <a:lnTo>
                  <a:pt x="1334325" y="1570088"/>
                </a:lnTo>
                <a:lnTo>
                  <a:pt x="1305852" y="1595488"/>
                </a:lnTo>
                <a:lnTo>
                  <a:pt x="1322285" y="1620888"/>
                </a:lnTo>
                <a:lnTo>
                  <a:pt x="1350759" y="1608188"/>
                </a:lnTo>
                <a:close/>
              </a:path>
              <a:path w="18288635" h="10287000">
                <a:moveTo>
                  <a:pt x="1354201" y="774268"/>
                </a:moveTo>
                <a:lnTo>
                  <a:pt x="1332560" y="736765"/>
                </a:lnTo>
                <a:lnTo>
                  <a:pt x="1295057" y="758418"/>
                </a:lnTo>
                <a:lnTo>
                  <a:pt x="1316710" y="795909"/>
                </a:lnTo>
                <a:lnTo>
                  <a:pt x="1354201" y="774268"/>
                </a:lnTo>
                <a:close/>
              </a:path>
              <a:path w="18288635" h="10287000">
                <a:moveTo>
                  <a:pt x="1354670" y="4291774"/>
                </a:moveTo>
                <a:lnTo>
                  <a:pt x="1353464" y="4289691"/>
                </a:lnTo>
                <a:lnTo>
                  <a:pt x="1351381" y="4290885"/>
                </a:lnTo>
                <a:lnTo>
                  <a:pt x="1352588" y="4292968"/>
                </a:lnTo>
                <a:lnTo>
                  <a:pt x="1354670" y="4291774"/>
                </a:lnTo>
                <a:close/>
              </a:path>
              <a:path w="18288635" h="10287000">
                <a:moveTo>
                  <a:pt x="1355928" y="3475088"/>
                </a:moveTo>
                <a:lnTo>
                  <a:pt x="1351114" y="3462388"/>
                </a:lnTo>
                <a:lnTo>
                  <a:pt x="1342783" y="3475088"/>
                </a:lnTo>
                <a:lnTo>
                  <a:pt x="1355928" y="3475088"/>
                </a:lnTo>
                <a:close/>
              </a:path>
              <a:path w="18288635" h="10287000">
                <a:moveTo>
                  <a:pt x="1358823" y="2649588"/>
                </a:moveTo>
                <a:lnTo>
                  <a:pt x="1349197" y="2636888"/>
                </a:lnTo>
                <a:lnTo>
                  <a:pt x="1332534" y="2649588"/>
                </a:lnTo>
                <a:lnTo>
                  <a:pt x="1342148" y="2662288"/>
                </a:lnTo>
                <a:lnTo>
                  <a:pt x="1358823" y="2649588"/>
                </a:lnTo>
                <a:close/>
              </a:path>
              <a:path w="18288635" h="10287000">
                <a:moveTo>
                  <a:pt x="1362544" y="1836788"/>
                </a:moveTo>
                <a:lnTo>
                  <a:pt x="1347508" y="1798688"/>
                </a:lnTo>
                <a:lnTo>
                  <a:pt x="1321473" y="1824088"/>
                </a:lnTo>
                <a:lnTo>
                  <a:pt x="1336497" y="1849488"/>
                </a:lnTo>
                <a:lnTo>
                  <a:pt x="1362544" y="1836788"/>
                </a:lnTo>
                <a:close/>
              </a:path>
              <a:path w="18288635" h="10287000">
                <a:moveTo>
                  <a:pt x="1365986" y="1001941"/>
                </a:moveTo>
                <a:lnTo>
                  <a:pt x="1345742" y="966863"/>
                </a:lnTo>
                <a:lnTo>
                  <a:pt x="1310665" y="987120"/>
                </a:lnTo>
                <a:lnTo>
                  <a:pt x="1330921" y="1022184"/>
                </a:lnTo>
                <a:lnTo>
                  <a:pt x="1365986" y="1001941"/>
                </a:lnTo>
                <a:close/>
              </a:path>
              <a:path w="18288635" h="10287000">
                <a:moveTo>
                  <a:pt x="1367510" y="179120"/>
                </a:moveTo>
                <a:lnTo>
                  <a:pt x="1343456" y="137464"/>
                </a:lnTo>
                <a:lnTo>
                  <a:pt x="1301800" y="161518"/>
                </a:lnTo>
                <a:lnTo>
                  <a:pt x="1325854" y="203174"/>
                </a:lnTo>
                <a:lnTo>
                  <a:pt x="1367510" y="179120"/>
                </a:lnTo>
                <a:close/>
              </a:path>
              <a:path w="18288635" h="10287000">
                <a:moveTo>
                  <a:pt x="1367701" y="3703688"/>
                </a:moveTo>
                <a:lnTo>
                  <a:pt x="1364297" y="3690988"/>
                </a:lnTo>
                <a:lnTo>
                  <a:pt x="1358392" y="3703688"/>
                </a:lnTo>
                <a:lnTo>
                  <a:pt x="1367701" y="3703688"/>
                </a:lnTo>
                <a:close/>
              </a:path>
              <a:path w="18288635" h="10287000">
                <a:moveTo>
                  <a:pt x="1370609" y="2878188"/>
                </a:moveTo>
                <a:lnTo>
                  <a:pt x="1362379" y="2865488"/>
                </a:lnTo>
                <a:lnTo>
                  <a:pt x="1348143" y="2878188"/>
                </a:lnTo>
                <a:lnTo>
                  <a:pt x="1356372" y="2890888"/>
                </a:lnTo>
                <a:lnTo>
                  <a:pt x="1370609" y="2878188"/>
                </a:lnTo>
                <a:close/>
              </a:path>
              <a:path w="18288635" h="10287000">
                <a:moveTo>
                  <a:pt x="1374051" y="2052688"/>
                </a:moveTo>
                <a:lnTo>
                  <a:pt x="1360614" y="2039988"/>
                </a:lnTo>
                <a:lnTo>
                  <a:pt x="1337348" y="2052688"/>
                </a:lnTo>
                <a:lnTo>
                  <a:pt x="1350784" y="2065388"/>
                </a:lnTo>
                <a:lnTo>
                  <a:pt x="1374051" y="2052688"/>
                </a:lnTo>
                <a:close/>
              </a:path>
              <a:path w="18288635" h="10287000">
                <a:moveTo>
                  <a:pt x="1377759" y="1229601"/>
                </a:moveTo>
                <a:lnTo>
                  <a:pt x="1358925" y="1196975"/>
                </a:lnTo>
                <a:lnTo>
                  <a:pt x="1326286" y="1215809"/>
                </a:lnTo>
                <a:lnTo>
                  <a:pt x="1345133" y="1248448"/>
                </a:lnTo>
                <a:lnTo>
                  <a:pt x="1377759" y="1229601"/>
                </a:lnTo>
                <a:close/>
              </a:path>
              <a:path w="18288635" h="10287000">
                <a:moveTo>
                  <a:pt x="1379842" y="406946"/>
                </a:moveTo>
                <a:lnTo>
                  <a:pt x="1356791" y="367017"/>
                </a:lnTo>
                <a:lnTo>
                  <a:pt x="1316863" y="390067"/>
                </a:lnTo>
                <a:lnTo>
                  <a:pt x="1339913" y="429996"/>
                </a:lnTo>
                <a:lnTo>
                  <a:pt x="1379842" y="406946"/>
                </a:lnTo>
                <a:close/>
              </a:path>
              <a:path w="18288635" h="10287000">
                <a:moveTo>
                  <a:pt x="1380312" y="3924452"/>
                </a:moveTo>
                <a:lnTo>
                  <a:pt x="1377696" y="3919931"/>
                </a:lnTo>
                <a:lnTo>
                  <a:pt x="1373187" y="3922547"/>
                </a:lnTo>
                <a:lnTo>
                  <a:pt x="1375791" y="3927056"/>
                </a:lnTo>
                <a:lnTo>
                  <a:pt x="1380312" y="3924452"/>
                </a:lnTo>
                <a:close/>
              </a:path>
              <a:path w="18288635" h="10287000">
                <a:moveTo>
                  <a:pt x="1382382" y="3106788"/>
                </a:moveTo>
                <a:lnTo>
                  <a:pt x="1375575" y="3094088"/>
                </a:lnTo>
                <a:lnTo>
                  <a:pt x="1363764" y="3106788"/>
                </a:lnTo>
                <a:lnTo>
                  <a:pt x="1370584" y="3119488"/>
                </a:lnTo>
                <a:lnTo>
                  <a:pt x="1382382" y="3106788"/>
                </a:lnTo>
                <a:close/>
              </a:path>
              <a:path w="18288635" h="10287000">
                <a:moveTo>
                  <a:pt x="1385557" y="2281288"/>
                </a:moveTo>
                <a:lnTo>
                  <a:pt x="1373733" y="2268588"/>
                </a:lnTo>
                <a:lnTo>
                  <a:pt x="1353248" y="2281288"/>
                </a:lnTo>
                <a:lnTo>
                  <a:pt x="1365072" y="2293988"/>
                </a:lnTo>
                <a:lnTo>
                  <a:pt x="1385557" y="2281288"/>
                </a:lnTo>
                <a:close/>
              </a:path>
              <a:path w="18288635" h="10287000">
                <a:moveTo>
                  <a:pt x="1389278" y="1468488"/>
                </a:moveTo>
                <a:lnTo>
                  <a:pt x="1372031" y="1430388"/>
                </a:lnTo>
                <a:lnTo>
                  <a:pt x="1342174" y="1455788"/>
                </a:lnTo>
                <a:lnTo>
                  <a:pt x="1359420" y="1481188"/>
                </a:lnTo>
                <a:lnTo>
                  <a:pt x="1389278" y="1468488"/>
                </a:lnTo>
                <a:close/>
              </a:path>
              <a:path w="18288635" h="10287000">
                <a:moveTo>
                  <a:pt x="1392174" y="634758"/>
                </a:moveTo>
                <a:lnTo>
                  <a:pt x="1370114" y="596569"/>
                </a:lnTo>
                <a:lnTo>
                  <a:pt x="1331925" y="618617"/>
                </a:lnTo>
                <a:lnTo>
                  <a:pt x="1353985" y="656805"/>
                </a:lnTo>
                <a:lnTo>
                  <a:pt x="1392174" y="634758"/>
                </a:lnTo>
                <a:close/>
              </a:path>
              <a:path w="18288635" h="10287000">
                <a:moveTo>
                  <a:pt x="1392631" y="4152265"/>
                </a:moveTo>
                <a:lnTo>
                  <a:pt x="1391031" y="4149496"/>
                </a:lnTo>
                <a:lnTo>
                  <a:pt x="1388249" y="4151096"/>
                </a:lnTo>
                <a:lnTo>
                  <a:pt x="1389862" y="4153865"/>
                </a:lnTo>
                <a:lnTo>
                  <a:pt x="1392631" y="4152265"/>
                </a:lnTo>
                <a:close/>
              </a:path>
              <a:path w="18288635" h="10287000">
                <a:moveTo>
                  <a:pt x="1394167" y="3335388"/>
                </a:moveTo>
                <a:lnTo>
                  <a:pt x="1388757" y="3322688"/>
                </a:lnTo>
                <a:lnTo>
                  <a:pt x="1379372" y="3335388"/>
                </a:lnTo>
                <a:lnTo>
                  <a:pt x="1394167" y="3335388"/>
                </a:lnTo>
                <a:close/>
              </a:path>
              <a:path w="18288635" h="10287000">
                <a:moveTo>
                  <a:pt x="1397330" y="2509888"/>
                </a:moveTo>
                <a:lnTo>
                  <a:pt x="1386916" y="2497188"/>
                </a:lnTo>
                <a:lnTo>
                  <a:pt x="1368856" y="2509888"/>
                </a:lnTo>
                <a:lnTo>
                  <a:pt x="1379283" y="2522588"/>
                </a:lnTo>
                <a:lnTo>
                  <a:pt x="1397330" y="2509888"/>
                </a:lnTo>
                <a:close/>
              </a:path>
              <a:path w="18288635" h="10287000">
                <a:moveTo>
                  <a:pt x="1400784" y="1697088"/>
                </a:moveTo>
                <a:lnTo>
                  <a:pt x="1385150" y="1658988"/>
                </a:lnTo>
                <a:lnTo>
                  <a:pt x="1358061" y="1684388"/>
                </a:lnTo>
                <a:lnTo>
                  <a:pt x="1373695" y="1709788"/>
                </a:lnTo>
                <a:lnTo>
                  <a:pt x="1400784" y="1697088"/>
                </a:lnTo>
                <a:close/>
              </a:path>
              <a:path w="18288635" h="10287000">
                <a:moveTo>
                  <a:pt x="1404226" y="862507"/>
                </a:moveTo>
                <a:lnTo>
                  <a:pt x="1383372" y="826401"/>
                </a:lnTo>
                <a:lnTo>
                  <a:pt x="1347266" y="847242"/>
                </a:lnTo>
                <a:lnTo>
                  <a:pt x="1368120" y="883361"/>
                </a:lnTo>
                <a:lnTo>
                  <a:pt x="1404226" y="862507"/>
                </a:lnTo>
                <a:close/>
              </a:path>
              <a:path w="18288635" h="10287000">
                <a:moveTo>
                  <a:pt x="1404391" y="39331"/>
                </a:moveTo>
                <a:lnTo>
                  <a:pt x="1381683" y="0"/>
                </a:lnTo>
                <a:lnTo>
                  <a:pt x="1377911" y="0"/>
                </a:lnTo>
                <a:lnTo>
                  <a:pt x="1339761" y="22009"/>
                </a:lnTo>
                <a:lnTo>
                  <a:pt x="1363421" y="62979"/>
                </a:lnTo>
                <a:lnTo>
                  <a:pt x="1404391" y="39331"/>
                </a:lnTo>
                <a:close/>
              </a:path>
              <a:path w="18288635" h="10287000">
                <a:moveTo>
                  <a:pt x="1405229" y="4380154"/>
                </a:moveTo>
                <a:lnTo>
                  <a:pt x="1404429" y="4378769"/>
                </a:lnTo>
                <a:lnTo>
                  <a:pt x="1403045" y="4379569"/>
                </a:lnTo>
                <a:lnTo>
                  <a:pt x="1403845" y="4380954"/>
                </a:lnTo>
                <a:lnTo>
                  <a:pt x="1405229" y="4380154"/>
                </a:lnTo>
                <a:close/>
              </a:path>
              <a:path w="18288635" h="10287000">
                <a:moveTo>
                  <a:pt x="1405940" y="3563988"/>
                </a:moveTo>
                <a:lnTo>
                  <a:pt x="1401940" y="3551288"/>
                </a:lnTo>
                <a:lnTo>
                  <a:pt x="1394993" y="3563988"/>
                </a:lnTo>
                <a:lnTo>
                  <a:pt x="1405940" y="3563988"/>
                </a:lnTo>
                <a:close/>
              </a:path>
              <a:path w="18288635" h="10287000">
                <a:moveTo>
                  <a:pt x="1408836" y="2738488"/>
                </a:moveTo>
                <a:lnTo>
                  <a:pt x="1400022" y="2725788"/>
                </a:lnTo>
                <a:lnTo>
                  <a:pt x="1384744" y="2738488"/>
                </a:lnTo>
                <a:lnTo>
                  <a:pt x="1393558" y="2751188"/>
                </a:lnTo>
                <a:lnTo>
                  <a:pt x="1408836" y="2738488"/>
                </a:lnTo>
                <a:close/>
              </a:path>
              <a:path w="18288635" h="10287000">
                <a:moveTo>
                  <a:pt x="1412570" y="1912988"/>
                </a:moveTo>
                <a:lnTo>
                  <a:pt x="1398333" y="1900288"/>
                </a:lnTo>
                <a:lnTo>
                  <a:pt x="1373670" y="1912988"/>
                </a:lnTo>
                <a:lnTo>
                  <a:pt x="1387906" y="1938388"/>
                </a:lnTo>
                <a:lnTo>
                  <a:pt x="1412570" y="1912988"/>
                </a:lnTo>
                <a:close/>
              </a:path>
              <a:path w="18288635" h="10287000">
                <a:moveTo>
                  <a:pt x="1415999" y="1090180"/>
                </a:moveTo>
                <a:lnTo>
                  <a:pt x="1396555" y="1056500"/>
                </a:lnTo>
                <a:lnTo>
                  <a:pt x="1362887" y="1075944"/>
                </a:lnTo>
                <a:lnTo>
                  <a:pt x="1382331" y="1109624"/>
                </a:lnTo>
                <a:lnTo>
                  <a:pt x="1415999" y="1090180"/>
                </a:lnTo>
                <a:close/>
              </a:path>
              <a:path w="18288635" h="10287000">
                <a:moveTo>
                  <a:pt x="1417256" y="267296"/>
                </a:moveTo>
                <a:lnTo>
                  <a:pt x="1394206" y="227368"/>
                </a:lnTo>
                <a:lnTo>
                  <a:pt x="1354277" y="250418"/>
                </a:lnTo>
                <a:lnTo>
                  <a:pt x="1377327" y="290347"/>
                </a:lnTo>
                <a:lnTo>
                  <a:pt x="1417256" y="267296"/>
                </a:lnTo>
                <a:close/>
              </a:path>
              <a:path w="18288635" h="10287000">
                <a:moveTo>
                  <a:pt x="1418272" y="3792588"/>
                </a:moveTo>
                <a:lnTo>
                  <a:pt x="1415262" y="3779888"/>
                </a:lnTo>
                <a:lnTo>
                  <a:pt x="1410055" y="3792588"/>
                </a:lnTo>
                <a:lnTo>
                  <a:pt x="1418272" y="3792588"/>
                </a:lnTo>
                <a:close/>
              </a:path>
              <a:path w="18288635" h="10287000">
                <a:moveTo>
                  <a:pt x="1420622" y="2967088"/>
                </a:moveTo>
                <a:lnTo>
                  <a:pt x="1413205" y="2954388"/>
                </a:lnTo>
                <a:lnTo>
                  <a:pt x="1400365" y="2967088"/>
                </a:lnTo>
                <a:lnTo>
                  <a:pt x="1407782" y="2979788"/>
                </a:lnTo>
                <a:lnTo>
                  <a:pt x="1420622" y="2967088"/>
                </a:lnTo>
                <a:close/>
              </a:path>
              <a:path w="18288635" h="10287000">
                <a:moveTo>
                  <a:pt x="1424063" y="2141588"/>
                </a:moveTo>
                <a:lnTo>
                  <a:pt x="1411439" y="2128888"/>
                </a:lnTo>
                <a:lnTo>
                  <a:pt x="1389570" y="2141588"/>
                </a:lnTo>
                <a:lnTo>
                  <a:pt x="1402194" y="2154288"/>
                </a:lnTo>
                <a:lnTo>
                  <a:pt x="1424063" y="2141588"/>
                </a:lnTo>
                <a:close/>
              </a:path>
              <a:path w="18288635" h="10287000">
                <a:moveTo>
                  <a:pt x="1427518" y="1317777"/>
                </a:moveTo>
                <a:lnTo>
                  <a:pt x="1409674" y="1286878"/>
                </a:lnTo>
                <a:lnTo>
                  <a:pt x="1378775" y="1304709"/>
                </a:lnTo>
                <a:lnTo>
                  <a:pt x="1396619" y="1335608"/>
                </a:lnTo>
                <a:lnTo>
                  <a:pt x="1427518" y="1317777"/>
                </a:lnTo>
                <a:close/>
              </a:path>
              <a:path w="18288635" h="10287000">
                <a:moveTo>
                  <a:pt x="1429854" y="495185"/>
                </a:moveTo>
                <a:lnTo>
                  <a:pt x="1407604" y="456653"/>
                </a:lnTo>
                <a:lnTo>
                  <a:pt x="1369072" y="478904"/>
                </a:lnTo>
                <a:lnTo>
                  <a:pt x="1391323" y="517436"/>
                </a:lnTo>
                <a:lnTo>
                  <a:pt x="1429854" y="495185"/>
                </a:lnTo>
                <a:close/>
              </a:path>
              <a:path w="18288635" h="10287000">
                <a:moveTo>
                  <a:pt x="1430604" y="4012768"/>
                </a:moveTo>
                <a:lnTo>
                  <a:pt x="1428597" y="4009288"/>
                </a:lnTo>
                <a:lnTo>
                  <a:pt x="1425117" y="4011295"/>
                </a:lnTo>
                <a:lnTo>
                  <a:pt x="1427124" y="4014762"/>
                </a:lnTo>
                <a:lnTo>
                  <a:pt x="1430604" y="4012768"/>
                </a:lnTo>
                <a:close/>
              </a:path>
              <a:path w="18288635" h="10287000">
                <a:moveTo>
                  <a:pt x="1432394" y="3195688"/>
                </a:moveTo>
                <a:lnTo>
                  <a:pt x="1426387" y="3182988"/>
                </a:lnTo>
                <a:lnTo>
                  <a:pt x="1415973" y="3195688"/>
                </a:lnTo>
                <a:lnTo>
                  <a:pt x="1421980" y="3208388"/>
                </a:lnTo>
                <a:lnTo>
                  <a:pt x="1432394" y="3195688"/>
                </a:lnTo>
                <a:close/>
              </a:path>
              <a:path w="18288635" h="10287000">
                <a:moveTo>
                  <a:pt x="1435569" y="2370188"/>
                </a:moveTo>
                <a:lnTo>
                  <a:pt x="1424546" y="2357488"/>
                </a:lnTo>
                <a:lnTo>
                  <a:pt x="1405458" y="2370188"/>
                </a:lnTo>
                <a:lnTo>
                  <a:pt x="1416481" y="2382888"/>
                </a:lnTo>
                <a:lnTo>
                  <a:pt x="1435569" y="2370188"/>
                </a:lnTo>
                <a:close/>
              </a:path>
              <a:path w="18288635" h="10287000">
                <a:moveTo>
                  <a:pt x="1439011" y="1557388"/>
                </a:moveTo>
                <a:lnTo>
                  <a:pt x="1422781" y="1519288"/>
                </a:lnTo>
                <a:lnTo>
                  <a:pt x="1394663" y="1544688"/>
                </a:lnTo>
                <a:lnTo>
                  <a:pt x="1410893" y="1570088"/>
                </a:lnTo>
                <a:lnTo>
                  <a:pt x="1439011" y="1557388"/>
                </a:lnTo>
                <a:close/>
              </a:path>
              <a:path w="18288635" h="10287000">
                <a:moveTo>
                  <a:pt x="1441919" y="722922"/>
                </a:moveTo>
                <a:lnTo>
                  <a:pt x="1420876" y="686473"/>
                </a:lnTo>
                <a:lnTo>
                  <a:pt x="1384414" y="707517"/>
                </a:lnTo>
                <a:lnTo>
                  <a:pt x="1405458" y="743978"/>
                </a:lnTo>
                <a:lnTo>
                  <a:pt x="1441919" y="722922"/>
                </a:lnTo>
                <a:close/>
              </a:path>
              <a:path w="18288635" h="10287000">
                <a:moveTo>
                  <a:pt x="1443202" y="4240657"/>
                </a:moveTo>
                <a:lnTo>
                  <a:pt x="1441996" y="4238574"/>
                </a:lnTo>
                <a:lnTo>
                  <a:pt x="1439913" y="4239768"/>
                </a:lnTo>
                <a:lnTo>
                  <a:pt x="1441119" y="4241851"/>
                </a:lnTo>
                <a:lnTo>
                  <a:pt x="1443202" y="4240657"/>
                </a:lnTo>
                <a:close/>
              </a:path>
              <a:path w="18288635" h="10287000">
                <a:moveTo>
                  <a:pt x="1444459" y="3424288"/>
                </a:moveTo>
                <a:lnTo>
                  <a:pt x="1439646" y="3411588"/>
                </a:lnTo>
                <a:lnTo>
                  <a:pt x="1431315" y="3424288"/>
                </a:lnTo>
                <a:lnTo>
                  <a:pt x="1444459" y="3424288"/>
                </a:lnTo>
                <a:close/>
              </a:path>
              <a:path w="18288635" h="10287000">
                <a:moveTo>
                  <a:pt x="1447355" y="2598788"/>
                </a:moveTo>
                <a:lnTo>
                  <a:pt x="1437728" y="2586088"/>
                </a:lnTo>
                <a:lnTo>
                  <a:pt x="1421066" y="2598788"/>
                </a:lnTo>
                <a:lnTo>
                  <a:pt x="1430693" y="2611488"/>
                </a:lnTo>
                <a:lnTo>
                  <a:pt x="1447355" y="2598788"/>
                </a:lnTo>
                <a:close/>
              </a:path>
              <a:path w="18288635" h="10287000">
                <a:moveTo>
                  <a:pt x="1450797" y="1773288"/>
                </a:moveTo>
                <a:lnTo>
                  <a:pt x="1435963" y="1747888"/>
                </a:lnTo>
                <a:lnTo>
                  <a:pt x="1410271" y="1773288"/>
                </a:lnTo>
                <a:lnTo>
                  <a:pt x="1425105" y="1798688"/>
                </a:lnTo>
                <a:lnTo>
                  <a:pt x="1450797" y="1773288"/>
                </a:lnTo>
                <a:close/>
              </a:path>
              <a:path w="18288635" h="10287000">
                <a:moveTo>
                  <a:pt x="1453972" y="950671"/>
                </a:moveTo>
                <a:lnTo>
                  <a:pt x="1434122" y="916305"/>
                </a:lnTo>
                <a:lnTo>
                  <a:pt x="1399755" y="936142"/>
                </a:lnTo>
                <a:lnTo>
                  <a:pt x="1419593" y="970521"/>
                </a:lnTo>
                <a:lnTo>
                  <a:pt x="1453972" y="950671"/>
                </a:lnTo>
                <a:close/>
              </a:path>
              <a:path w="18288635" h="10287000">
                <a:moveTo>
                  <a:pt x="1454950" y="127711"/>
                </a:moveTo>
                <a:lnTo>
                  <a:pt x="1431709" y="87439"/>
                </a:lnTo>
                <a:lnTo>
                  <a:pt x="1391424" y="110693"/>
                </a:lnTo>
                <a:lnTo>
                  <a:pt x="1414678" y="150964"/>
                </a:lnTo>
                <a:lnTo>
                  <a:pt x="1454950" y="127711"/>
                </a:lnTo>
                <a:close/>
              </a:path>
              <a:path w="18288635" h="10287000">
                <a:moveTo>
                  <a:pt x="1456232" y="3652888"/>
                </a:moveTo>
                <a:lnTo>
                  <a:pt x="1452829" y="3640188"/>
                </a:lnTo>
                <a:lnTo>
                  <a:pt x="1446923" y="3652888"/>
                </a:lnTo>
                <a:lnTo>
                  <a:pt x="1456232" y="3652888"/>
                </a:lnTo>
                <a:close/>
              </a:path>
              <a:path w="18288635" h="10287000">
                <a:moveTo>
                  <a:pt x="1459141" y="2827388"/>
                </a:moveTo>
                <a:lnTo>
                  <a:pt x="1450911" y="2814688"/>
                </a:lnTo>
                <a:lnTo>
                  <a:pt x="1436674" y="2827388"/>
                </a:lnTo>
                <a:lnTo>
                  <a:pt x="1444904" y="2840088"/>
                </a:lnTo>
                <a:lnTo>
                  <a:pt x="1459141" y="2827388"/>
                </a:lnTo>
                <a:close/>
              </a:path>
              <a:path w="18288635" h="10287000">
                <a:moveTo>
                  <a:pt x="1462303" y="2001888"/>
                </a:moveTo>
                <a:lnTo>
                  <a:pt x="1449082" y="1989188"/>
                </a:lnTo>
                <a:lnTo>
                  <a:pt x="1426159" y="2001888"/>
                </a:lnTo>
                <a:lnTo>
                  <a:pt x="1439392" y="2014588"/>
                </a:lnTo>
                <a:lnTo>
                  <a:pt x="1462303" y="2001888"/>
                </a:lnTo>
                <a:close/>
              </a:path>
              <a:path w="18288635" h="10287000">
                <a:moveTo>
                  <a:pt x="1465745" y="1178344"/>
                </a:moveTo>
                <a:lnTo>
                  <a:pt x="1447304" y="1146403"/>
                </a:lnTo>
                <a:lnTo>
                  <a:pt x="1415364" y="1164844"/>
                </a:lnTo>
                <a:lnTo>
                  <a:pt x="1433817" y="1196784"/>
                </a:lnTo>
                <a:lnTo>
                  <a:pt x="1465745" y="1178344"/>
                </a:lnTo>
                <a:close/>
              </a:path>
              <a:path w="18288635" h="10287000">
                <a:moveTo>
                  <a:pt x="1467281" y="355536"/>
                </a:moveTo>
                <a:lnTo>
                  <a:pt x="1445031" y="316992"/>
                </a:lnTo>
                <a:lnTo>
                  <a:pt x="1406486" y="339242"/>
                </a:lnTo>
                <a:lnTo>
                  <a:pt x="1428737" y="377786"/>
                </a:lnTo>
                <a:lnTo>
                  <a:pt x="1467281" y="355536"/>
                </a:lnTo>
                <a:close/>
              </a:path>
              <a:path w="18288635" h="10287000">
                <a:moveTo>
                  <a:pt x="1468843" y="3873335"/>
                </a:moveTo>
                <a:lnTo>
                  <a:pt x="1466227" y="3868813"/>
                </a:lnTo>
                <a:lnTo>
                  <a:pt x="1461719" y="3871430"/>
                </a:lnTo>
                <a:lnTo>
                  <a:pt x="1464322" y="3875938"/>
                </a:lnTo>
                <a:lnTo>
                  <a:pt x="1468843" y="3873335"/>
                </a:lnTo>
                <a:close/>
              </a:path>
              <a:path w="18288635" h="10287000">
                <a:moveTo>
                  <a:pt x="1470914" y="3055988"/>
                </a:moveTo>
                <a:lnTo>
                  <a:pt x="1464106" y="3043288"/>
                </a:lnTo>
                <a:lnTo>
                  <a:pt x="1452295" y="3055988"/>
                </a:lnTo>
                <a:lnTo>
                  <a:pt x="1459115" y="3068688"/>
                </a:lnTo>
                <a:lnTo>
                  <a:pt x="1470914" y="3055988"/>
                </a:lnTo>
                <a:close/>
              </a:path>
              <a:path w="18288635" h="10287000">
                <a:moveTo>
                  <a:pt x="1473809" y="2230488"/>
                </a:moveTo>
                <a:lnTo>
                  <a:pt x="1462189" y="2217788"/>
                </a:lnTo>
                <a:lnTo>
                  <a:pt x="1442046" y="2230488"/>
                </a:lnTo>
                <a:lnTo>
                  <a:pt x="1453680" y="2243188"/>
                </a:lnTo>
                <a:lnTo>
                  <a:pt x="1473809" y="2230488"/>
                </a:lnTo>
                <a:close/>
              </a:path>
              <a:path w="18288635" h="10287000">
                <a:moveTo>
                  <a:pt x="1477251" y="1405940"/>
                </a:moveTo>
                <a:lnTo>
                  <a:pt x="1460423" y="1376768"/>
                </a:lnTo>
                <a:lnTo>
                  <a:pt x="1431251" y="1393609"/>
                </a:lnTo>
                <a:lnTo>
                  <a:pt x="1448092" y="1422781"/>
                </a:lnTo>
                <a:lnTo>
                  <a:pt x="1477251" y="1405940"/>
                </a:lnTo>
                <a:close/>
              </a:path>
              <a:path w="18288635" h="10287000">
                <a:moveTo>
                  <a:pt x="1479880" y="583425"/>
                </a:moveTo>
                <a:lnTo>
                  <a:pt x="1458442" y="546277"/>
                </a:lnTo>
                <a:lnTo>
                  <a:pt x="1421282" y="567728"/>
                </a:lnTo>
                <a:lnTo>
                  <a:pt x="1442732" y="604875"/>
                </a:lnTo>
                <a:lnTo>
                  <a:pt x="1479880" y="583425"/>
                </a:lnTo>
                <a:close/>
              </a:path>
              <a:path w="18288635" h="10287000">
                <a:moveTo>
                  <a:pt x="1481162" y="4101147"/>
                </a:moveTo>
                <a:lnTo>
                  <a:pt x="1479562" y="4098366"/>
                </a:lnTo>
                <a:lnTo>
                  <a:pt x="1476781" y="4099979"/>
                </a:lnTo>
                <a:lnTo>
                  <a:pt x="1478381" y="4102747"/>
                </a:lnTo>
                <a:lnTo>
                  <a:pt x="1481162" y="4101147"/>
                </a:lnTo>
                <a:close/>
              </a:path>
              <a:path w="18288635" h="10287000">
                <a:moveTo>
                  <a:pt x="1482699" y="3284588"/>
                </a:moveTo>
                <a:lnTo>
                  <a:pt x="1477289" y="3271888"/>
                </a:lnTo>
                <a:lnTo>
                  <a:pt x="1467916" y="3284588"/>
                </a:lnTo>
                <a:lnTo>
                  <a:pt x="1482699" y="3284588"/>
                </a:lnTo>
                <a:close/>
              </a:path>
              <a:path w="18288635" h="10287000">
                <a:moveTo>
                  <a:pt x="1485874" y="2459088"/>
                </a:moveTo>
                <a:lnTo>
                  <a:pt x="1475447" y="2446388"/>
                </a:lnTo>
                <a:lnTo>
                  <a:pt x="1457388" y="2459088"/>
                </a:lnTo>
                <a:lnTo>
                  <a:pt x="1467815" y="2471788"/>
                </a:lnTo>
                <a:lnTo>
                  <a:pt x="1485874" y="2459088"/>
                </a:lnTo>
                <a:close/>
              </a:path>
              <a:path w="18288635" h="10287000">
                <a:moveTo>
                  <a:pt x="1489049" y="1646288"/>
                </a:moveTo>
                <a:lnTo>
                  <a:pt x="1473606" y="1608188"/>
                </a:lnTo>
                <a:lnTo>
                  <a:pt x="1446872" y="1633588"/>
                </a:lnTo>
                <a:lnTo>
                  <a:pt x="1462303" y="1658988"/>
                </a:lnTo>
                <a:lnTo>
                  <a:pt x="1489049" y="1646288"/>
                </a:lnTo>
                <a:close/>
              </a:path>
              <a:path w="18288635" h="10287000">
                <a:moveTo>
                  <a:pt x="1491932" y="811174"/>
                </a:moveTo>
                <a:lnTo>
                  <a:pt x="1471688" y="776097"/>
                </a:lnTo>
                <a:lnTo>
                  <a:pt x="1436624" y="796353"/>
                </a:lnTo>
                <a:lnTo>
                  <a:pt x="1456867" y="831418"/>
                </a:lnTo>
                <a:lnTo>
                  <a:pt x="1491932" y="811174"/>
                </a:lnTo>
                <a:close/>
              </a:path>
              <a:path w="18288635" h="10287000">
                <a:moveTo>
                  <a:pt x="1493774" y="4329036"/>
                </a:moveTo>
                <a:lnTo>
                  <a:pt x="1492973" y="4327652"/>
                </a:lnTo>
                <a:lnTo>
                  <a:pt x="1491576" y="4328452"/>
                </a:lnTo>
                <a:lnTo>
                  <a:pt x="1492377" y="4329836"/>
                </a:lnTo>
                <a:lnTo>
                  <a:pt x="1493774" y="4329036"/>
                </a:lnTo>
                <a:close/>
              </a:path>
              <a:path w="18288635" h="10287000">
                <a:moveTo>
                  <a:pt x="1494485" y="3513188"/>
                </a:moveTo>
                <a:lnTo>
                  <a:pt x="1490472" y="3500488"/>
                </a:lnTo>
                <a:lnTo>
                  <a:pt x="1483525" y="3513188"/>
                </a:lnTo>
                <a:lnTo>
                  <a:pt x="1494485" y="3513188"/>
                </a:lnTo>
                <a:close/>
              </a:path>
              <a:path w="18288635" h="10287000">
                <a:moveTo>
                  <a:pt x="1497368" y="2687688"/>
                </a:moveTo>
                <a:lnTo>
                  <a:pt x="1488554" y="2674988"/>
                </a:lnTo>
                <a:lnTo>
                  <a:pt x="1473276" y="2687688"/>
                </a:lnTo>
                <a:lnTo>
                  <a:pt x="1482102" y="2700388"/>
                </a:lnTo>
                <a:lnTo>
                  <a:pt x="1497368" y="2687688"/>
                </a:lnTo>
                <a:close/>
              </a:path>
              <a:path w="18288635" h="10287000">
                <a:moveTo>
                  <a:pt x="1500822" y="1862188"/>
                </a:moveTo>
                <a:lnTo>
                  <a:pt x="1486789" y="1849488"/>
                </a:lnTo>
                <a:lnTo>
                  <a:pt x="1462481" y="1862188"/>
                </a:lnTo>
                <a:lnTo>
                  <a:pt x="1476514" y="1887588"/>
                </a:lnTo>
                <a:lnTo>
                  <a:pt x="1500822" y="1862188"/>
                </a:lnTo>
                <a:close/>
              </a:path>
              <a:path w="18288635" h="10287000">
                <a:moveTo>
                  <a:pt x="1503997" y="1038910"/>
                </a:moveTo>
                <a:lnTo>
                  <a:pt x="1484947" y="1005928"/>
                </a:lnTo>
                <a:lnTo>
                  <a:pt x="1451965" y="1024966"/>
                </a:lnTo>
                <a:lnTo>
                  <a:pt x="1471015" y="1057960"/>
                </a:lnTo>
                <a:lnTo>
                  <a:pt x="1503997" y="1038910"/>
                </a:lnTo>
                <a:close/>
              </a:path>
              <a:path w="18288635" h="10287000">
                <a:moveTo>
                  <a:pt x="1504975" y="215963"/>
                </a:moveTo>
                <a:lnTo>
                  <a:pt x="1482521" y="177076"/>
                </a:lnTo>
                <a:lnTo>
                  <a:pt x="1443634" y="199529"/>
                </a:lnTo>
                <a:lnTo>
                  <a:pt x="1466088" y="238417"/>
                </a:lnTo>
                <a:lnTo>
                  <a:pt x="1504975" y="215963"/>
                </a:lnTo>
                <a:close/>
              </a:path>
              <a:path w="18288635" h="10287000">
                <a:moveTo>
                  <a:pt x="1506804" y="3741788"/>
                </a:moveTo>
                <a:lnTo>
                  <a:pt x="1503794" y="3729088"/>
                </a:lnTo>
                <a:lnTo>
                  <a:pt x="1498587" y="3741788"/>
                </a:lnTo>
                <a:lnTo>
                  <a:pt x="1506804" y="3741788"/>
                </a:lnTo>
                <a:close/>
              </a:path>
              <a:path w="18288635" h="10287000">
                <a:moveTo>
                  <a:pt x="1509153" y="2916288"/>
                </a:moveTo>
                <a:lnTo>
                  <a:pt x="1501736" y="2903588"/>
                </a:lnTo>
                <a:lnTo>
                  <a:pt x="1488897" y="2916288"/>
                </a:lnTo>
                <a:lnTo>
                  <a:pt x="1496314" y="2928988"/>
                </a:lnTo>
                <a:lnTo>
                  <a:pt x="1509153" y="2916288"/>
                </a:lnTo>
                <a:close/>
              </a:path>
              <a:path w="18288635" h="10287000">
                <a:moveTo>
                  <a:pt x="1512328" y="2090788"/>
                </a:moveTo>
                <a:lnTo>
                  <a:pt x="1499895" y="2078088"/>
                </a:lnTo>
                <a:lnTo>
                  <a:pt x="1478368" y="2090788"/>
                </a:lnTo>
                <a:lnTo>
                  <a:pt x="1490802" y="2103488"/>
                </a:lnTo>
                <a:lnTo>
                  <a:pt x="1512328" y="2090788"/>
                </a:lnTo>
                <a:close/>
              </a:path>
              <a:path w="18288635" h="10287000">
                <a:moveTo>
                  <a:pt x="1515491" y="1266507"/>
                </a:moveTo>
                <a:lnTo>
                  <a:pt x="1498053" y="1236306"/>
                </a:lnTo>
                <a:lnTo>
                  <a:pt x="1467853" y="1253744"/>
                </a:lnTo>
                <a:lnTo>
                  <a:pt x="1485290" y="1283944"/>
                </a:lnTo>
                <a:lnTo>
                  <a:pt x="1515491" y="1266507"/>
                </a:lnTo>
                <a:close/>
              </a:path>
              <a:path w="18288635" h="10287000">
                <a:moveTo>
                  <a:pt x="1517573" y="443852"/>
                </a:moveTo>
                <a:lnTo>
                  <a:pt x="1495933" y="406349"/>
                </a:lnTo>
                <a:lnTo>
                  <a:pt x="1458429" y="428002"/>
                </a:lnTo>
                <a:lnTo>
                  <a:pt x="1480083" y="465493"/>
                </a:lnTo>
                <a:lnTo>
                  <a:pt x="1517573" y="443852"/>
                </a:lnTo>
                <a:close/>
              </a:path>
              <a:path w="18288635" h="10287000">
                <a:moveTo>
                  <a:pt x="1519135" y="3961650"/>
                </a:moveTo>
                <a:lnTo>
                  <a:pt x="1517129" y="3958183"/>
                </a:lnTo>
                <a:lnTo>
                  <a:pt x="1513662" y="3960177"/>
                </a:lnTo>
                <a:lnTo>
                  <a:pt x="1515656" y="3963657"/>
                </a:lnTo>
                <a:lnTo>
                  <a:pt x="1519135" y="3961650"/>
                </a:lnTo>
                <a:close/>
              </a:path>
              <a:path w="18288635" h="10287000">
                <a:moveTo>
                  <a:pt x="1520939" y="3144888"/>
                </a:moveTo>
                <a:lnTo>
                  <a:pt x="1514919" y="3132188"/>
                </a:lnTo>
                <a:lnTo>
                  <a:pt x="1504505" y="3144888"/>
                </a:lnTo>
                <a:lnTo>
                  <a:pt x="1510512" y="3157588"/>
                </a:lnTo>
                <a:lnTo>
                  <a:pt x="1520939" y="3144888"/>
                </a:lnTo>
                <a:close/>
              </a:path>
              <a:path w="18288635" h="10287000">
                <a:moveTo>
                  <a:pt x="1524114" y="2319388"/>
                </a:moveTo>
                <a:lnTo>
                  <a:pt x="1513078" y="2306688"/>
                </a:lnTo>
                <a:lnTo>
                  <a:pt x="1493989" y="2319388"/>
                </a:lnTo>
                <a:lnTo>
                  <a:pt x="1505013" y="2332088"/>
                </a:lnTo>
                <a:lnTo>
                  <a:pt x="1524114" y="2319388"/>
                </a:lnTo>
                <a:close/>
              </a:path>
              <a:path w="18288635" h="10287000">
                <a:moveTo>
                  <a:pt x="1527009" y="1494104"/>
                </a:moveTo>
                <a:lnTo>
                  <a:pt x="1511173" y="1466684"/>
                </a:lnTo>
                <a:lnTo>
                  <a:pt x="1483741" y="1482509"/>
                </a:lnTo>
                <a:lnTo>
                  <a:pt x="1499577" y="1509941"/>
                </a:lnTo>
                <a:lnTo>
                  <a:pt x="1527009" y="1494104"/>
                </a:lnTo>
                <a:close/>
              </a:path>
              <a:path w="18288635" h="10287000">
                <a:moveTo>
                  <a:pt x="1529905" y="671664"/>
                </a:moveTo>
                <a:lnTo>
                  <a:pt x="1509255" y="635901"/>
                </a:lnTo>
                <a:lnTo>
                  <a:pt x="1473492" y="656551"/>
                </a:lnTo>
                <a:lnTo>
                  <a:pt x="1494142" y="692315"/>
                </a:lnTo>
                <a:lnTo>
                  <a:pt x="1529905" y="671664"/>
                </a:lnTo>
                <a:close/>
              </a:path>
              <a:path w="18288635" h="10287000">
                <a:moveTo>
                  <a:pt x="1531734" y="4189539"/>
                </a:moveTo>
                <a:lnTo>
                  <a:pt x="1530540" y="4187456"/>
                </a:lnTo>
                <a:lnTo>
                  <a:pt x="1528457" y="4188663"/>
                </a:lnTo>
                <a:lnTo>
                  <a:pt x="1529651" y="4190733"/>
                </a:lnTo>
                <a:lnTo>
                  <a:pt x="1531734" y="4189539"/>
                </a:lnTo>
                <a:close/>
              </a:path>
              <a:path w="18288635" h="10287000">
                <a:moveTo>
                  <a:pt x="1532991" y="3373488"/>
                </a:moveTo>
                <a:lnTo>
                  <a:pt x="1528178" y="3360788"/>
                </a:lnTo>
                <a:lnTo>
                  <a:pt x="1519847" y="3373488"/>
                </a:lnTo>
                <a:lnTo>
                  <a:pt x="1532991" y="3373488"/>
                </a:lnTo>
                <a:close/>
              </a:path>
              <a:path w="18288635" h="10287000">
                <a:moveTo>
                  <a:pt x="1535620" y="2547988"/>
                </a:moveTo>
                <a:lnTo>
                  <a:pt x="1526197" y="2535288"/>
                </a:lnTo>
                <a:lnTo>
                  <a:pt x="1509877" y="2547988"/>
                </a:lnTo>
                <a:lnTo>
                  <a:pt x="1519301" y="2560688"/>
                </a:lnTo>
                <a:lnTo>
                  <a:pt x="1535620" y="2547988"/>
                </a:lnTo>
                <a:close/>
              </a:path>
              <a:path w="18288635" h="10287000">
                <a:moveTo>
                  <a:pt x="1539062" y="1722488"/>
                </a:moveTo>
                <a:lnTo>
                  <a:pt x="1524419" y="1697088"/>
                </a:lnTo>
                <a:lnTo>
                  <a:pt x="1499082" y="1722488"/>
                </a:lnTo>
                <a:lnTo>
                  <a:pt x="1513713" y="1747888"/>
                </a:lnTo>
                <a:lnTo>
                  <a:pt x="1539062" y="1722488"/>
                </a:lnTo>
                <a:close/>
              </a:path>
              <a:path w="18288635" h="10287000">
                <a:moveTo>
                  <a:pt x="1541957" y="899414"/>
                </a:moveTo>
                <a:lnTo>
                  <a:pt x="1522514" y="865733"/>
                </a:lnTo>
                <a:lnTo>
                  <a:pt x="1488833" y="885177"/>
                </a:lnTo>
                <a:lnTo>
                  <a:pt x="1508277" y="918857"/>
                </a:lnTo>
                <a:lnTo>
                  <a:pt x="1541957" y="899414"/>
                </a:lnTo>
                <a:close/>
              </a:path>
              <a:path w="18288635" h="10287000">
                <a:moveTo>
                  <a:pt x="1542389" y="76314"/>
                </a:moveTo>
                <a:lnTo>
                  <a:pt x="1519936" y="37426"/>
                </a:lnTo>
                <a:lnTo>
                  <a:pt x="1481061" y="59867"/>
                </a:lnTo>
                <a:lnTo>
                  <a:pt x="1503514" y="98755"/>
                </a:lnTo>
                <a:lnTo>
                  <a:pt x="1542389" y="76314"/>
                </a:lnTo>
                <a:close/>
              </a:path>
              <a:path w="18288635" h="10287000">
                <a:moveTo>
                  <a:pt x="1544777" y="3602088"/>
                </a:moveTo>
                <a:lnTo>
                  <a:pt x="1541360" y="3589388"/>
                </a:lnTo>
                <a:lnTo>
                  <a:pt x="1535455" y="3602088"/>
                </a:lnTo>
                <a:lnTo>
                  <a:pt x="1544777" y="3602088"/>
                </a:lnTo>
                <a:close/>
              </a:path>
              <a:path w="18288635" h="10287000">
                <a:moveTo>
                  <a:pt x="1547393" y="2776588"/>
                </a:moveTo>
                <a:lnTo>
                  <a:pt x="1539379" y="2763888"/>
                </a:lnTo>
                <a:lnTo>
                  <a:pt x="1525485" y="2776588"/>
                </a:lnTo>
                <a:lnTo>
                  <a:pt x="1533512" y="2789288"/>
                </a:lnTo>
                <a:lnTo>
                  <a:pt x="1547393" y="2776588"/>
                </a:lnTo>
                <a:close/>
              </a:path>
              <a:path w="18288635" h="10287000">
                <a:moveTo>
                  <a:pt x="1550568" y="1951088"/>
                </a:moveTo>
                <a:lnTo>
                  <a:pt x="1537538" y="1938388"/>
                </a:lnTo>
                <a:lnTo>
                  <a:pt x="1514970" y="1951088"/>
                </a:lnTo>
                <a:lnTo>
                  <a:pt x="1528000" y="1963788"/>
                </a:lnTo>
                <a:lnTo>
                  <a:pt x="1550568" y="1951088"/>
                </a:lnTo>
                <a:close/>
              </a:path>
              <a:path w="18288635" h="10287000">
                <a:moveTo>
                  <a:pt x="1553464" y="1127010"/>
                </a:moveTo>
                <a:lnTo>
                  <a:pt x="1535620" y="1096111"/>
                </a:lnTo>
                <a:lnTo>
                  <a:pt x="1504721" y="1113955"/>
                </a:lnTo>
                <a:lnTo>
                  <a:pt x="1522564" y="1144854"/>
                </a:lnTo>
                <a:lnTo>
                  <a:pt x="1553464" y="1127010"/>
                </a:lnTo>
                <a:close/>
              </a:path>
              <a:path w="18288635" h="10287000">
                <a:moveTo>
                  <a:pt x="1554988" y="304203"/>
                </a:moveTo>
                <a:lnTo>
                  <a:pt x="1533347" y="266700"/>
                </a:lnTo>
                <a:lnTo>
                  <a:pt x="1495844" y="288353"/>
                </a:lnTo>
                <a:lnTo>
                  <a:pt x="1517497" y="325843"/>
                </a:lnTo>
                <a:lnTo>
                  <a:pt x="1554988" y="304203"/>
                </a:lnTo>
                <a:close/>
              </a:path>
              <a:path w="18288635" h="10287000">
                <a:moveTo>
                  <a:pt x="1557375" y="3830688"/>
                </a:moveTo>
                <a:lnTo>
                  <a:pt x="1554772" y="3817988"/>
                </a:lnTo>
                <a:lnTo>
                  <a:pt x="1550250" y="3830688"/>
                </a:lnTo>
                <a:lnTo>
                  <a:pt x="1557375" y="3830688"/>
                </a:lnTo>
                <a:close/>
              </a:path>
              <a:path w="18288635" h="10287000">
                <a:moveTo>
                  <a:pt x="1559445" y="3005188"/>
                </a:moveTo>
                <a:lnTo>
                  <a:pt x="1552638" y="2992488"/>
                </a:lnTo>
                <a:lnTo>
                  <a:pt x="1540827" y="3005188"/>
                </a:lnTo>
                <a:lnTo>
                  <a:pt x="1547647" y="3017888"/>
                </a:lnTo>
                <a:lnTo>
                  <a:pt x="1559445" y="3005188"/>
                </a:lnTo>
                <a:close/>
              </a:path>
              <a:path w="18288635" h="10287000">
                <a:moveTo>
                  <a:pt x="1562074" y="2179688"/>
                </a:moveTo>
                <a:lnTo>
                  <a:pt x="1550644" y="2166988"/>
                </a:lnTo>
                <a:lnTo>
                  <a:pt x="1530858" y="2179688"/>
                </a:lnTo>
                <a:lnTo>
                  <a:pt x="1542288" y="2192388"/>
                </a:lnTo>
                <a:lnTo>
                  <a:pt x="1562074" y="2179688"/>
                </a:lnTo>
                <a:close/>
              </a:path>
              <a:path w="18288635" h="10287000">
                <a:moveTo>
                  <a:pt x="1565236" y="1354683"/>
                </a:moveTo>
                <a:lnTo>
                  <a:pt x="1548803" y="1326210"/>
                </a:lnTo>
                <a:lnTo>
                  <a:pt x="1520342" y="1342644"/>
                </a:lnTo>
                <a:lnTo>
                  <a:pt x="1536776" y="1371117"/>
                </a:lnTo>
                <a:lnTo>
                  <a:pt x="1565236" y="1354683"/>
                </a:lnTo>
                <a:close/>
              </a:path>
              <a:path w="18288635" h="10287000">
                <a:moveTo>
                  <a:pt x="1567599" y="532091"/>
                </a:moveTo>
                <a:lnTo>
                  <a:pt x="1546745" y="495985"/>
                </a:lnTo>
                <a:lnTo>
                  <a:pt x="1510639" y="516826"/>
                </a:lnTo>
                <a:lnTo>
                  <a:pt x="1531480" y="552932"/>
                </a:lnTo>
                <a:lnTo>
                  <a:pt x="1567599" y="532091"/>
                </a:lnTo>
                <a:close/>
              </a:path>
              <a:path w="18288635" h="10287000">
                <a:moveTo>
                  <a:pt x="1569707" y="4050030"/>
                </a:moveTo>
                <a:lnTo>
                  <a:pt x="1568094" y="4047261"/>
                </a:lnTo>
                <a:lnTo>
                  <a:pt x="1565325" y="4048861"/>
                </a:lnTo>
                <a:lnTo>
                  <a:pt x="1566926" y="4051643"/>
                </a:lnTo>
                <a:lnTo>
                  <a:pt x="1569707" y="4050030"/>
                </a:lnTo>
                <a:close/>
              </a:path>
              <a:path w="18288635" h="10287000">
                <a:moveTo>
                  <a:pt x="1571231" y="3233788"/>
                </a:moveTo>
                <a:lnTo>
                  <a:pt x="1565821" y="3221088"/>
                </a:lnTo>
                <a:lnTo>
                  <a:pt x="1556448" y="3233788"/>
                </a:lnTo>
                <a:lnTo>
                  <a:pt x="1571231" y="3233788"/>
                </a:lnTo>
                <a:close/>
              </a:path>
              <a:path w="18288635" h="10287000">
                <a:moveTo>
                  <a:pt x="1574126" y="2408288"/>
                </a:moveTo>
                <a:lnTo>
                  <a:pt x="1563903" y="2395588"/>
                </a:lnTo>
                <a:lnTo>
                  <a:pt x="1546199" y="2408288"/>
                </a:lnTo>
                <a:lnTo>
                  <a:pt x="1556423" y="2420988"/>
                </a:lnTo>
                <a:lnTo>
                  <a:pt x="1574126" y="2408288"/>
                </a:lnTo>
                <a:close/>
              </a:path>
              <a:path w="18288635" h="10287000">
                <a:moveTo>
                  <a:pt x="1577022" y="1582356"/>
                </a:moveTo>
                <a:lnTo>
                  <a:pt x="1561985" y="1556308"/>
                </a:lnTo>
                <a:lnTo>
                  <a:pt x="1535950" y="1571345"/>
                </a:lnTo>
                <a:lnTo>
                  <a:pt x="1550987" y="1597380"/>
                </a:lnTo>
                <a:lnTo>
                  <a:pt x="1577022" y="1582356"/>
                </a:lnTo>
                <a:close/>
              </a:path>
              <a:path w="18288635" h="10287000">
                <a:moveTo>
                  <a:pt x="1579651" y="759841"/>
                </a:moveTo>
                <a:lnTo>
                  <a:pt x="1560004" y="725805"/>
                </a:lnTo>
                <a:lnTo>
                  <a:pt x="1525981" y="745451"/>
                </a:lnTo>
                <a:lnTo>
                  <a:pt x="1545628" y="779475"/>
                </a:lnTo>
                <a:lnTo>
                  <a:pt x="1579651" y="759841"/>
                </a:lnTo>
                <a:close/>
              </a:path>
              <a:path w="18288635" h="10287000">
                <a:moveTo>
                  <a:pt x="1582305" y="4277919"/>
                </a:moveTo>
                <a:lnTo>
                  <a:pt x="1581505" y="4276534"/>
                </a:lnTo>
                <a:lnTo>
                  <a:pt x="1580108" y="4277334"/>
                </a:lnTo>
                <a:lnTo>
                  <a:pt x="1580908" y="4278731"/>
                </a:lnTo>
                <a:lnTo>
                  <a:pt x="1582305" y="4277919"/>
                </a:lnTo>
                <a:close/>
              </a:path>
              <a:path w="18288635" h="10287000">
                <a:moveTo>
                  <a:pt x="1583016" y="3462388"/>
                </a:moveTo>
                <a:lnTo>
                  <a:pt x="1579003" y="3449688"/>
                </a:lnTo>
                <a:lnTo>
                  <a:pt x="1572056" y="3462388"/>
                </a:lnTo>
                <a:lnTo>
                  <a:pt x="1583016" y="3462388"/>
                </a:lnTo>
                <a:close/>
              </a:path>
              <a:path w="18288635" h="10287000">
                <a:moveTo>
                  <a:pt x="1585633" y="2636888"/>
                </a:moveTo>
                <a:lnTo>
                  <a:pt x="1577009" y="2624188"/>
                </a:lnTo>
                <a:lnTo>
                  <a:pt x="1562087" y="2636888"/>
                </a:lnTo>
                <a:lnTo>
                  <a:pt x="1570710" y="2649588"/>
                </a:lnTo>
                <a:lnTo>
                  <a:pt x="1585633" y="2636888"/>
                </a:lnTo>
                <a:close/>
              </a:path>
              <a:path w="18288635" h="10287000">
                <a:moveTo>
                  <a:pt x="1588808" y="1811388"/>
                </a:moveTo>
                <a:lnTo>
                  <a:pt x="1575168" y="1798688"/>
                </a:lnTo>
                <a:lnTo>
                  <a:pt x="1551571" y="1811388"/>
                </a:lnTo>
                <a:lnTo>
                  <a:pt x="1565198" y="1824088"/>
                </a:lnTo>
                <a:lnTo>
                  <a:pt x="1588808" y="1811388"/>
                </a:lnTo>
                <a:close/>
              </a:path>
              <a:path w="18288635" h="10287000">
                <a:moveTo>
                  <a:pt x="1591703" y="987577"/>
                </a:moveTo>
                <a:lnTo>
                  <a:pt x="1573263" y="955636"/>
                </a:lnTo>
                <a:lnTo>
                  <a:pt x="1541322" y="974077"/>
                </a:lnTo>
                <a:lnTo>
                  <a:pt x="1559763" y="1006017"/>
                </a:lnTo>
                <a:lnTo>
                  <a:pt x="1591703" y="987577"/>
                </a:lnTo>
                <a:close/>
              </a:path>
              <a:path w="18288635" h="10287000">
                <a:moveTo>
                  <a:pt x="1592414" y="164553"/>
                </a:moveTo>
                <a:lnTo>
                  <a:pt x="1570761" y="127050"/>
                </a:lnTo>
                <a:lnTo>
                  <a:pt x="1533271" y="148704"/>
                </a:lnTo>
                <a:lnTo>
                  <a:pt x="1554911" y="186194"/>
                </a:lnTo>
                <a:lnTo>
                  <a:pt x="1592414" y="164553"/>
                </a:lnTo>
                <a:close/>
              </a:path>
              <a:path w="18288635" h="10287000">
                <a:moveTo>
                  <a:pt x="1595335" y="3690988"/>
                </a:moveTo>
                <a:lnTo>
                  <a:pt x="1592338" y="3678288"/>
                </a:lnTo>
                <a:lnTo>
                  <a:pt x="1587119" y="3690988"/>
                </a:lnTo>
                <a:lnTo>
                  <a:pt x="1595335" y="3690988"/>
                </a:lnTo>
                <a:close/>
              </a:path>
              <a:path w="18288635" h="10287000">
                <a:moveTo>
                  <a:pt x="1597685" y="2865488"/>
                </a:moveTo>
                <a:lnTo>
                  <a:pt x="1590268" y="2852788"/>
                </a:lnTo>
                <a:lnTo>
                  <a:pt x="1577428" y="2865488"/>
                </a:lnTo>
                <a:lnTo>
                  <a:pt x="1584845" y="2878188"/>
                </a:lnTo>
                <a:lnTo>
                  <a:pt x="1597685" y="2865488"/>
                </a:lnTo>
                <a:close/>
              </a:path>
              <a:path w="18288635" h="10287000">
                <a:moveTo>
                  <a:pt x="1600581" y="2039988"/>
                </a:moveTo>
                <a:lnTo>
                  <a:pt x="1588350" y="2027288"/>
                </a:lnTo>
                <a:lnTo>
                  <a:pt x="1567180" y="2039988"/>
                </a:lnTo>
                <a:lnTo>
                  <a:pt x="1579410" y="2052688"/>
                </a:lnTo>
                <a:lnTo>
                  <a:pt x="1600581" y="2039988"/>
                </a:lnTo>
                <a:close/>
              </a:path>
              <a:path w="18288635" h="10287000">
                <a:moveTo>
                  <a:pt x="1603489" y="1215250"/>
                </a:moveTo>
                <a:lnTo>
                  <a:pt x="1586445" y="1185735"/>
                </a:lnTo>
                <a:lnTo>
                  <a:pt x="1556931" y="1202778"/>
                </a:lnTo>
                <a:lnTo>
                  <a:pt x="1573974" y="1232281"/>
                </a:lnTo>
                <a:lnTo>
                  <a:pt x="1603489" y="1215250"/>
                </a:lnTo>
                <a:close/>
              </a:path>
              <a:path w="18288635" h="10287000">
                <a:moveTo>
                  <a:pt x="1605292" y="392518"/>
                </a:moveTo>
                <a:lnTo>
                  <a:pt x="1584236" y="356057"/>
                </a:lnTo>
                <a:lnTo>
                  <a:pt x="1547787" y="377101"/>
                </a:lnTo>
                <a:lnTo>
                  <a:pt x="1568831" y="413562"/>
                </a:lnTo>
                <a:lnTo>
                  <a:pt x="1605292" y="392518"/>
                </a:lnTo>
                <a:close/>
              </a:path>
              <a:path w="18288635" h="10287000">
                <a:moveTo>
                  <a:pt x="1607667" y="3910533"/>
                </a:moveTo>
                <a:lnTo>
                  <a:pt x="1605661" y="3907053"/>
                </a:lnTo>
                <a:lnTo>
                  <a:pt x="1602193" y="3909060"/>
                </a:lnTo>
                <a:lnTo>
                  <a:pt x="1604200" y="3912539"/>
                </a:lnTo>
                <a:lnTo>
                  <a:pt x="1607667" y="3910533"/>
                </a:lnTo>
                <a:close/>
              </a:path>
              <a:path w="18288635" h="10287000">
                <a:moveTo>
                  <a:pt x="1609471" y="3094088"/>
                </a:moveTo>
                <a:lnTo>
                  <a:pt x="1603451" y="3081388"/>
                </a:lnTo>
                <a:lnTo>
                  <a:pt x="1593037" y="3094088"/>
                </a:lnTo>
                <a:lnTo>
                  <a:pt x="1609471" y="3094088"/>
                </a:lnTo>
                <a:close/>
              </a:path>
              <a:path w="18288635" h="10287000">
                <a:moveTo>
                  <a:pt x="1612366" y="2268588"/>
                </a:moveTo>
                <a:lnTo>
                  <a:pt x="1601546" y="2255888"/>
                </a:lnTo>
                <a:lnTo>
                  <a:pt x="1582801" y="2268588"/>
                </a:lnTo>
                <a:lnTo>
                  <a:pt x="1593621" y="2281288"/>
                </a:lnTo>
                <a:lnTo>
                  <a:pt x="1612366" y="2268588"/>
                </a:lnTo>
                <a:close/>
              </a:path>
              <a:path w="18288635" h="10287000">
                <a:moveTo>
                  <a:pt x="1615262" y="1442923"/>
                </a:moveTo>
                <a:lnTo>
                  <a:pt x="1599628" y="1415834"/>
                </a:lnTo>
                <a:lnTo>
                  <a:pt x="1572552" y="1431480"/>
                </a:lnTo>
                <a:lnTo>
                  <a:pt x="1588185" y="1458556"/>
                </a:lnTo>
                <a:lnTo>
                  <a:pt x="1615262" y="1442923"/>
                </a:lnTo>
                <a:close/>
              </a:path>
              <a:path w="18288635" h="10287000">
                <a:moveTo>
                  <a:pt x="1617611" y="620331"/>
                </a:moveTo>
                <a:lnTo>
                  <a:pt x="1597571" y="585609"/>
                </a:lnTo>
                <a:lnTo>
                  <a:pt x="1562849" y="605663"/>
                </a:lnTo>
                <a:lnTo>
                  <a:pt x="1582889" y="640372"/>
                </a:lnTo>
                <a:lnTo>
                  <a:pt x="1617611" y="620331"/>
                </a:lnTo>
                <a:close/>
              </a:path>
              <a:path w="18288635" h="10287000">
                <a:moveTo>
                  <a:pt x="1620266" y="4138422"/>
                </a:moveTo>
                <a:lnTo>
                  <a:pt x="1619072" y="4136339"/>
                </a:lnTo>
                <a:lnTo>
                  <a:pt x="1616989" y="4137545"/>
                </a:lnTo>
                <a:lnTo>
                  <a:pt x="1618183" y="4139628"/>
                </a:lnTo>
                <a:lnTo>
                  <a:pt x="1620266" y="4138422"/>
                </a:lnTo>
                <a:close/>
              </a:path>
              <a:path w="18288635" h="10287000">
                <a:moveTo>
                  <a:pt x="1621523" y="3322688"/>
                </a:moveTo>
                <a:lnTo>
                  <a:pt x="1616710" y="3309988"/>
                </a:lnTo>
                <a:lnTo>
                  <a:pt x="1608378" y="3322688"/>
                </a:lnTo>
                <a:lnTo>
                  <a:pt x="1621523" y="3322688"/>
                </a:lnTo>
                <a:close/>
              </a:path>
              <a:path w="18288635" h="10287000">
                <a:moveTo>
                  <a:pt x="1623872" y="2497188"/>
                </a:moveTo>
                <a:lnTo>
                  <a:pt x="1614652" y="2484488"/>
                </a:lnTo>
                <a:lnTo>
                  <a:pt x="1598676" y="2497188"/>
                </a:lnTo>
                <a:lnTo>
                  <a:pt x="1607896" y="2509888"/>
                </a:lnTo>
                <a:lnTo>
                  <a:pt x="1623872" y="2497188"/>
                </a:lnTo>
                <a:close/>
              </a:path>
              <a:path w="18288635" h="10287000">
                <a:moveTo>
                  <a:pt x="1627314" y="1670659"/>
                </a:moveTo>
                <a:lnTo>
                  <a:pt x="1612887" y="1645666"/>
                </a:lnTo>
                <a:lnTo>
                  <a:pt x="1587893" y="1660093"/>
                </a:lnTo>
                <a:lnTo>
                  <a:pt x="1602320" y="1685099"/>
                </a:lnTo>
                <a:lnTo>
                  <a:pt x="1627314" y="1670659"/>
                </a:lnTo>
                <a:close/>
              </a:path>
              <a:path w="18288635" h="10287000">
                <a:moveTo>
                  <a:pt x="1627644" y="24307"/>
                </a:moveTo>
                <a:lnTo>
                  <a:pt x="1613598" y="0"/>
                </a:lnTo>
                <a:lnTo>
                  <a:pt x="1589582" y="0"/>
                </a:lnTo>
                <a:lnTo>
                  <a:pt x="1572882" y="9639"/>
                </a:lnTo>
                <a:lnTo>
                  <a:pt x="1592922" y="44361"/>
                </a:lnTo>
                <a:lnTo>
                  <a:pt x="1627644" y="24307"/>
                </a:lnTo>
                <a:close/>
              </a:path>
              <a:path w="18288635" h="10287000">
                <a:moveTo>
                  <a:pt x="1629664" y="848067"/>
                </a:moveTo>
                <a:lnTo>
                  <a:pt x="1610829" y="815441"/>
                </a:lnTo>
                <a:lnTo>
                  <a:pt x="1578190" y="834275"/>
                </a:lnTo>
                <a:lnTo>
                  <a:pt x="1597037" y="866914"/>
                </a:lnTo>
                <a:lnTo>
                  <a:pt x="1629664" y="848067"/>
                </a:lnTo>
                <a:close/>
              </a:path>
              <a:path w="18288635" h="10287000">
                <a:moveTo>
                  <a:pt x="1633308" y="3551288"/>
                </a:moveTo>
                <a:lnTo>
                  <a:pt x="1629892" y="3538588"/>
                </a:lnTo>
                <a:lnTo>
                  <a:pt x="1623987" y="3551288"/>
                </a:lnTo>
                <a:lnTo>
                  <a:pt x="1633308" y="3551288"/>
                </a:lnTo>
                <a:close/>
              </a:path>
              <a:path w="18288635" h="10287000">
                <a:moveTo>
                  <a:pt x="1635925" y="2725788"/>
                </a:moveTo>
                <a:lnTo>
                  <a:pt x="1627911" y="2713088"/>
                </a:lnTo>
                <a:lnTo>
                  <a:pt x="1614017" y="2725788"/>
                </a:lnTo>
                <a:lnTo>
                  <a:pt x="1622044" y="2738488"/>
                </a:lnTo>
                <a:lnTo>
                  <a:pt x="1635925" y="2725788"/>
                </a:lnTo>
                <a:close/>
              </a:path>
              <a:path w="18288635" h="10287000">
                <a:moveTo>
                  <a:pt x="1638820" y="1900288"/>
                </a:moveTo>
                <a:lnTo>
                  <a:pt x="1625993" y="1887588"/>
                </a:lnTo>
                <a:lnTo>
                  <a:pt x="1603781" y="1900288"/>
                </a:lnTo>
                <a:lnTo>
                  <a:pt x="1616608" y="1912988"/>
                </a:lnTo>
                <a:lnTo>
                  <a:pt x="1638820" y="1900288"/>
                </a:lnTo>
                <a:close/>
              </a:path>
              <a:path w="18288635" h="10287000">
                <a:moveTo>
                  <a:pt x="1641449" y="1075753"/>
                </a:moveTo>
                <a:lnTo>
                  <a:pt x="1624012" y="1045540"/>
                </a:lnTo>
                <a:lnTo>
                  <a:pt x="1593799" y="1062977"/>
                </a:lnTo>
                <a:lnTo>
                  <a:pt x="1611236" y="1093190"/>
                </a:lnTo>
                <a:lnTo>
                  <a:pt x="1641449" y="1075753"/>
                </a:lnTo>
                <a:close/>
              </a:path>
              <a:path w="18288635" h="10287000">
                <a:moveTo>
                  <a:pt x="1642706" y="252857"/>
                </a:moveTo>
                <a:lnTo>
                  <a:pt x="1621663" y="216408"/>
                </a:lnTo>
                <a:lnTo>
                  <a:pt x="1585201" y="237451"/>
                </a:lnTo>
                <a:lnTo>
                  <a:pt x="1606245" y="273913"/>
                </a:lnTo>
                <a:lnTo>
                  <a:pt x="1642706" y="252857"/>
                </a:lnTo>
                <a:close/>
              </a:path>
              <a:path w="18288635" h="10287000">
                <a:moveTo>
                  <a:pt x="1645907" y="3779888"/>
                </a:moveTo>
                <a:lnTo>
                  <a:pt x="1643303" y="3767188"/>
                </a:lnTo>
                <a:lnTo>
                  <a:pt x="1638795" y="3779888"/>
                </a:lnTo>
                <a:lnTo>
                  <a:pt x="1645907" y="3779888"/>
                </a:lnTo>
                <a:close/>
              </a:path>
              <a:path w="18288635" h="10287000">
                <a:moveTo>
                  <a:pt x="1647710" y="2954388"/>
                </a:moveTo>
                <a:lnTo>
                  <a:pt x="1641094" y="2941688"/>
                </a:lnTo>
                <a:lnTo>
                  <a:pt x="1629638" y="2954388"/>
                </a:lnTo>
                <a:lnTo>
                  <a:pt x="1636255" y="2967088"/>
                </a:lnTo>
                <a:lnTo>
                  <a:pt x="1647710" y="2954388"/>
                </a:lnTo>
                <a:close/>
              </a:path>
              <a:path w="18288635" h="10287000">
                <a:moveTo>
                  <a:pt x="1650326" y="2128888"/>
                </a:moveTo>
                <a:lnTo>
                  <a:pt x="1639112" y="2116188"/>
                </a:lnTo>
                <a:lnTo>
                  <a:pt x="1619669" y="2128888"/>
                </a:lnTo>
                <a:lnTo>
                  <a:pt x="1630895" y="2141588"/>
                </a:lnTo>
                <a:lnTo>
                  <a:pt x="1650326" y="2128888"/>
                </a:lnTo>
                <a:close/>
              </a:path>
              <a:path w="18288635" h="10287000">
                <a:moveTo>
                  <a:pt x="1653235" y="1303413"/>
                </a:moveTo>
                <a:lnTo>
                  <a:pt x="1637195" y="1275638"/>
                </a:lnTo>
                <a:lnTo>
                  <a:pt x="1609420" y="1291678"/>
                </a:lnTo>
                <a:lnTo>
                  <a:pt x="1625460" y="1319453"/>
                </a:lnTo>
                <a:lnTo>
                  <a:pt x="1653235" y="1303413"/>
                </a:lnTo>
                <a:close/>
              </a:path>
              <a:path w="18288635" h="10287000">
                <a:moveTo>
                  <a:pt x="1655305" y="480758"/>
                </a:moveTo>
                <a:lnTo>
                  <a:pt x="1635061" y="445681"/>
                </a:lnTo>
                <a:lnTo>
                  <a:pt x="1599996" y="465937"/>
                </a:lnTo>
                <a:lnTo>
                  <a:pt x="1620240" y="501002"/>
                </a:lnTo>
                <a:lnTo>
                  <a:pt x="1655305" y="480758"/>
                </a:lnTo>
                <a:close/>
              </a:path>
              <a:path w="18288635" h="10287000">
                <a:moveTo>
                  <a:pt x="1658239" y="3998912"/>
                </a:moveTo>
                <a:lnTo>
                  <a:pt x="1656638" y="3996144"/>
                </a:lnTo>
                <a:lnTo>
                  <a:pt x="1653857" y="3997744"/>
                </a:lnTo>
                <a:lnTo>
                  <a:pt x="1655457" y="4000525"/>
                </a:lnTo>
                <a:lnTo>
                  <a:pt x="1658239" y="3998912"/>
                </a:lnTo>
                <a:close/>
              </a:path>
              <a:path w="18288635" h="10287000">
                <a:moveTo>
                  <a:pt x="1659763" y="3182988"/>
                </a:moveTo>
                <a:lnTo>
                  <a:pt x="1654352" y="3170288"/>
                </a:lnTo>
                <a:lnTo>
                  <a:pt x="1644980" y="3182988"/>
                </a:lnTo>
                <a:lnTo>
                  <a:pt x="1659763" y="3182988"/>
                </a:lnTo>
                <a:close/>
              </a:path>
              <a:path w="18288635" h="10287000">
                <a:moveTo>
                  <a:pt x="1662391" y="2357488"/>
                </a:moveTo>
                <a:lnTo>
                  <a:pt x="1652371" y="2344788"/>
                </a:lnTo>
                <a:lnTo>
                  <a:pt x="1635010" y="2357488"/>
                </a:lnTo>
                <a:lnTo>
                  <a:pt x="1645031" y="2370188"/>
                </a:lnTo>
                <a:lnTo>
                  <a:pt x="1662391" y="2357488"/>
                </a:lnTo>
                <a:close/>
              </a:path>
              <a:path w="18288635" h="10287000">
                <a:moveTo>
                  <a:pt x="1665287" y="1531162"/>
                </a:moveTo>
                <a:lnTo>
                  <a:pt x="1650453" y="1505470"/>
                </a:lnTo>
                <a:lnTo>
                  <a:pt x="1624761" y="1520304"/>
                </a:lnTo>
                <a:lnTo>
                  <a:pt x="1639595" y="1545996"/>
                </a:lnTo>
                <a:lnTo>
                  <a:pt x="1665287" y="1531162"/>
                </a:lnTo>
                <a:close/>
              </a:path>
              <a:path w="18288635" h="10287000">
                <a:moveTo>
                  <a:pt x="1667357" y="708494"/>
                </a:moveTo>
                <a:lnTo>
                  <a:pt x="1648320" y="675513"/>
                </a:lnTo>
                <a:lnTo>
                  <a:pt x="1615338" y="694563"/>
                </a:lnTo>
                <a:lnTo>
                  <a:pt x="1634375" y="727544"/>
                </a:lnTo>
                <a:lnTo>
                  <a:pt x="1667357" y="708494"/>
                </a:lnTo>
                <a:close/>
              </a:path>
              <a:path w="18288635" h="10287000">
                <a:moveTo>
                  <a:pt x="1670837" y="4226814"/>
                </a:moveTo>
                <a:lnTo>
                  <a:pt x="1670037" y="4225429"/>
                </a:lnTo>
                <a:lnTo>
                  <a:pt x="1668653" y="4226230"/>
                </a:lnTo>
                <a:lnTo>
                  <a:pt x="1669453" y="4227614"/>
                </a:lnTo>
                <a:lnTo>
                  <a:pt x="1670837" y="4226814"/>
                </a:lnTo>
                <a:close/>
              </a:path>
              <a:path w="18288635" h="10287000">
                <a:moveTo>
                  <a:pt x="1671548" y="3411588"/>
                </a:moveTo>
                <a:lnTo>
                  <a:pt x="1667535" y="3398888"/>
                </a:lnTo>
                <a:lnTo>
                  <a:pt x="1660588" y="3411588"/>
                </a:lnTo>
                <a:lnTo>
                  <a:pt x="1671548" y="3411588"/>
                </a:lnTo>
                <a:close/>
              </a:path>
              <a:path w="18288635" h="10287000">
                <a:moveTo>
                  <a:pt x="1674164" y="2586088"/>
                </a:moveTo>
                <a:lnTo>
                  <a:pt x="1665554" y="2573388"/>
                </a:lnTo>
                <a:lnTo>
                  <a:pt x="1650619" y="2586088"/>
                </a:lnTo>
                <a:lnTo>
                  <a:pt x="1659242" y="2598788"/>
                </a:lnTo>
                <a:lnTo>
                  <a:pt x="1674164" y="2586088"/>
                </a:lnTo>
                <a:close/>
              </a:path>
              <a:path w="18288635" h="10287000">
                <a:moveTo>
                  <a:pt x="1677060" y="1758835"/>
                </a:moveTo>
                <a:lnTo>
                  <a:pt x="1663636" y="1735569"/>
                </a:lnTo>
                <a:lnTo>
                  <a:pt x="1640370" y="1749005"/>
                </a:lnTo>
                <a:lnTo>
                  <a:pt x="1653806" y="1772259"/>
                </a:lnTo>
                <a:lnTo>
                  <a:pt x="1677060" y="1758835"/>
                </a:lnTo>
                <a:close/>
              </a:path>
              <a:path w="18288635" h="10287000">
                <a:moveTo>
                  <a:pt x="1679422" y="936244"/>
                </a:moveTo>
                <a:lnTo>
                  <a:pt x="1661579" y="905344"/>
                </a:lnTo>
                <a:lnTo>
                  <a:pt x="1630680" y="923188"/>
                </a:lnTo>
                <a:lnTo>
                  <a:pt x="1648523" y="954087"/>
                </a:lnTo>
                <a:lnTo>
                  <a:pt x="1679422" y="936244"/>
                </a:lnTo>
                <a:close/>
              </a:path>
              <a:path w="18288635" h="10287000">
                <a:moveTo>
                  <a:pt x="1680121" y="113207"/>
                </a:moveTo>
                <a:lnTo>
                  <a:pt x="1659077" y="76758"/>
                </a:lnTo>
                <a:lnTo>
                  <a:pt x="1622615" y="97802"/>
                </a:lnTo>
                <a:lnTo>
                  <a:pt x="1643672" y="134264"/>
                </a:lnTo>
                <a:lnTo>
                  <a:pt x="1680121" y="113207"/>
                </a:lnTo>
                <a:close/>
              </a:path>
              <a:path w="18288635" h="10287000">
                <a:moveTo>
                  <a:pt x="1683867" y="3640188"/>
                </a:moveTo>
                <a:lnTo>
                  <a:pt x="1680870" y="3627488"/>
                </a:lnTo>
                <a:lnTo>
                  <a:pt x="1675650" y="3640188"/>
                </a:lnTo>
                <a:lnTo>
                  <a:pt x="1683867" y="3640188"/>
                </a:lnTo>
                <a:close/>
              </a:path>
              <a:path w="18288635" h="10287000">
                <a:moveTo>
                  <a:pt x="1685950" y="2814688"/>
                </a:moveTo>
                <a:lnTo>
                  <a:pt x="1678736" y="2801988"/>
                </a:lnTo>
                <a:lnTo>
                  <a:pt x="1666227" y="2814688"/>
                </a:lnTo>
                <a:lnTo>
                  <a:pt x="1673453" y="2827388"/>
                </a:lnTo>
                <a:lnTo>
                  <a:pt x="1685950" y="2814688"/>
                </a:lnTo>
                <a:close/>
              </a:path>
              <a:path w="18288635" h="10287000">
                <a:moveTo>
                  <a:pt x="1688846" y="1989188"/>
                </a:moveTo>
                <a:lnTo>
                  <a:pt x="1676819" y="1976488"/>
                </a:lnTo>
                <a:lnTo>
                  <a:pt x="1655991" y="1989188"/>
                </a:lnTo>
                <a:lnTo>
                  <a:pt x="1668018" y="2001888"/>
                </a:lnTo>
                <a:lnTo>
                  <a:pt x="1688846" y="1989188"/>
                </a:lnTo>
                <a:close/>
              </a:path>
              <a:path w="18288635" h="10287000">
                <a:moveTo>
                  <a:pt x="1691474" y="1163993"/>
                </a:moveTo>
                <a:lnTo>
                  <a:pt x="1674825" y="1135176"/>
                </a:lnTo>
                <a:lnTo>
                  <a:pt x="1646021" y="1151801"/>
                </a:lnTo>
                <a:lnTo>
                  <a:pt x="1662658" y="1180617"/>
                </a:lnTo>
                <a:lnTo>
                  <a:pt x="1691474" y="1163993"/>
                </a:lnTo>
                <a:close/>
              </a:path>
              <a:path w="18288635" h="10287000">
                <a:moveTo>
                  <a:pt x="1692732" y="341109"/>
                </a:moveTo>
                <a:lnTo>
                  <a:pt x="1672475" y="306031"/>
                </a:lnTo>
                <a:lnTo>
                  <a:pt x="1637411" y="326288"/>
                </a:lnTo>
                <a:lnTo>
                  <a:pt x="1657667" y="361353"/>
                </a:lnTo>
                <a:lnTo>
                  <a:pt x="1692732" y="341109"/>
                </a:lnTo>
                <a:close/>
              </a:path>
              <a:path w="18288635" h="10287000">
                <a:moveTo>
                  <a:pt x="1696199" y="3859415"/>
                </a:moveTo>
                <a:lnTo>
                  <a:pt x="1694205" y="3855948"/>
                </a:lnTo>
                <a:lnTo>
                  <a:pt x="1690725" y="3857955"/>
                </a:lnTo>
                <a:lnTo>
                  <a:pt x="1692732" y="3861422"/>
                </a:lnTo>
                <a:lnTo>
                  <a:pt x="1696199" y="3859415"/>
                </a:lnTo>
                <a:close/>
              </a:path>
              <a:path w="18288635" h="10287000">
                <a:moveTo>
                  <a:pt x="1698002" y="3043288"/>
                </a:moveTo>
                <a:lnTo>
                  <a:pt x="1691982" y="3030588"/>
                </a:lnTo>
                <a:lnTo>
                  <a:pt x="1681568" y="3043288"/>
                </a:lnTo>
                <a:lnTo>
                  <a:pt x="1698002" y="3043288"/>
                </a:lnTo>
                <a:close/>
              </a:path>
              <a:path w="18288635" h="10287000">
                <a:moveTo>
                  <a:pt x="1700631" y="2217788"/>
                </a:moveTo>
                <a:lnTo>
                  <a:pt x="1690001" y="2205088"/>
                </a:lnTo>
                <a:lnTo>
                  <a:pt x="1671599" y="2217788"/>
                </a:lnTo>
                <a:lnTo>
                  <a:pt x="1682229" y="2230488"/>
                </a:lnTo>
                <a:lnTo>
                  <a:pt x="1700631" y="2217788"/>
                </a:lnTo>
                <a:close/>
              </a:path>
              <a:path w="18288635" h="10287000">
                <a:moveTo>
                  <a:pt x="1703247" y="1391653"/>
                </a:moveTo>
                <a:lnTo>
                  <a:pt x="1688007" y="1365275"/>
                </a:lnTo>
                <a:lnTo>
                  <a:pt x="1661629" y="1380502"/>
                </a:lnTo>
                <a:lnTo>
                  <a:pt x="1676857" y="1406893"/>
                </a:lnTo>
                <a:lnTo>
                  <a:pt x="1703247" y="1391653"/>
                </a:lnTo>
                <a:close/>
              </a:path>
              <a:path w="18288635" h="10287000">
                <a:moveTo>
                  <a:pt x="1705330" y="568998"/>
                </a:moveTo>
                <a:lnTo>
                  <a:pt x="1685886" y="535317"/>
                </a:lnTo>
                <a:lnTo>
                  <a:pt x="1652206" y="554761"/>
                </a:lnTo>
                <a:lnTo>
                  <a:pt x="1671650" y="588441"/>
                </a:lnTo>
                <a:lnTo>
                  <a:pt x="1705330" y="568998"/>
                </a:lnTo>
                <a:close/>
              </a:path>
              <a:path w="18288635" h="10287000">
                <a:moveTo>
                  <a:pt x="1708797" y="4087304"/>
                </a:moveTo>
                <a:lnTo>
                  <a:pt x="1707603" y="4085221"/>
                </a:lnTo>
                <a:lnTo>
                  <a:pt x="1705521" y="4086428"/>
                </a:lnTo>
                <a:lnTo>
                  <a:pt x="1706714" y="4088511"/>
                </a:lnTo>
                <a:lnTo>
                  <a:pt x="1708797" y="4087304"/>
                </a:lnTo>
                <a:close/>
              </a:path>
              <a:path w="18288635" h="10287000">
                <a:moveTo>
                  <a:pt x="1710055" y="3271888"/>
                </a:moveTo>
                <a:lnTo>
                  <a:pt x="1705254" y="3259188"/>
                </a:lnTo>
                <a:lnTo>
                  <a:pt x="1696910" y="3271888"/>
                </a:lnTo>
                <a:lnTo>
                  <a:pt x="1710055" y="3271888"/>
                </a:lnTo>
                <a:close/>
              </a:path>
              <a:path w="18288635" h="10287000">
                <a:moveTo>
                  <a:pt x="1712137" y="2446388"/>
                </a:moveTo>
                <a:lnTo>
                  <a:pt x="1703120" y="2433688"/>
                </a:lnTo>
                <a:lnTo>
                  <a:pt x="1687487" y="2446388"/>
                </a:lnTo>
                <a:lnTo>
                  <a:pt x="1696516" y="2459088"/>
                </a:lnTo>
                <a:lnTo>
                  <a:pt x="1712137" y="2446388"/>
                </a:lnTo>
                <a:close/>
              </a:path>
              <a:path w="18288635" h="10287000">
                <a:moveTo>
                  <a:pt x="1715300" y="1619402"/>
                </a:moveTo>
                <a:lnTo>
                  <a:pt x="1701266" y="1595094"/>
                </a:lnTo>
                <a:lnTo>
                  <a:pt x="1676971" y="1609128"/>
                </a:lnTo>
                <a:lnTo>
                  <a:pt x="1691005" y="1633435"/>
                </a:lnTo>
                <a:lnTo>
                  <a:pt x="1715300" y="1619402"/>
                </a:lnTo>
                <a:close/>
              </a:path>
              <a:path w="18288635" h="10287000">
                <a:moveTo>
                  <a:pt x="1717382" y="796734"/>
                </a:moveTo>
                <a:lnTo>
                  <a:pt x="1699145" y="765149"/>
                </a:lnTo>
                <a:lnTo>
                  <a:pt x="1667548" y="783386"/>
                </a:lnTo>
                <a:lnTo>
                  <a:pt x="1685785" y="814984"/>
                </a:lnTo>
                <a:lnTo>
                  <a:pt x="1717382" y="796734"/>
                </a:lnTo>
                <a:close/>
              </a:path>
              <a:path w="18288635" h="10287000">
                <a:moveTo>
                  <a:pt x="1721840" y="3500488"/>
                </a:moveTo>
                <a:lnTo>
                  <a:pt x="1718424" y="3487788"/>
                </a:lnTo>
                <a:lnTo>
                  <a:pt x="1712531" y="3500488"/>
                </a:lnTo>
                <a:lnTo>
                  <a:pt x="1721840" y="3500488"/>
                </a:lnTo>
                <a:close/>
              </a:path>
              <a:path w="18288635" h="10287000">
                <a:moveTo>
                  <a:pt x="1724190" y="2674988"/>
                </a:moveTo>
                <a:lnTo>
                  <a:pt x="1716366" y="2662288"/>
                </a:lnTo>
                <a:lnTo>
                  <a:pt x="1702828" y="2674988"/>
                </a:lnTo>
                <a:lnTo>
                  <a:pt x="1710651" y="2687688"/>
                </a:lnTo>
                <a:lnTo>
                  <a:pt x="1724190" y="2674988"/>
                </a:lnTo>
                <a:close/>
              </a:path>
              <a:path w="18288635" h="10287000">
                <a:moveTo>
                  <a:pt x="1727085" y="1847075"/>
                </a:moveTo>
                <a:lnTo>
                  <a:pt x="1714449" y="1825193"/>
                </a:lnTo>
                <a:lnTo>
                  <a:pt x="1692579" y="1837829"/>
                </a:lnTo>
                <a:lnTo>
                  <a:pt x="1705216" y="1859699"/>
                </a:lnTo>
                <a:lnTo>
                  <a:pt x="1727085" y="1847075"/>
                </a:lnTo>
                <a:close/>
              </a:path>
              <a:path w="18288635" h="10287000">
                <a:moveTo>
                  <a:pt x="1729155" y="1024407"/>
                </a:moveTo>
                <a:lnTo>
                  <a:pt x="1712328" y="995248"/>
                </a:lnTo>
                <a:lnTo>
                  <a:pt x="1683156" y="1012088"/>
                </a:lnTo>
                <a:lnTo>
                  <a:pt x="1699996" y="1041247"/>
                </a:lnTo>
                <a:lnTo>
                  <a:pt x="1729155" y="1024407"/>
                </a:lnTo>
                <a:close/>
              </a:path>
              <a:path w="18288635" h="10287000">
                <a:moveTo>
                  <a:pt x="1730146" y="201460"/>
                </a:moveTo>
                <a:lnTo>
                  <a:pt x="1709902" y="166382"/>
                </a:lnTo>
                <a:lnTo>
                  <a:pt x="1674837" y="186626"/>
                </a:lnTo>
                <a:lnTo>
                  <a:pt x="1695081" y="221703"/>
                </a:lnTo>
                <a:lnTo>
                  <a:pt x="1730146" y="201460"/>
                </a:lnTo>
                <a:close/>
              </a:path>
              <a:path w="18288635" h="10287000">
                <a:moveTo>
                  <a:pt x="1734439" y="3729088"/>
                </a:moveTo>
                <a:lnTo>
                  <a:pt x="1731835" y="3716388"/>
                </a:lnTo>
                <a:lnTo>
                  <a:pt x="1727314" y="3729088"/>
                </a:lnTo>
                <a:lnTo>
                  <a:pt x="1734439" y="3729088"/>
                </a:lnTo>
                <a:close/>
              </a:path>
              <a:path w="18288635" h="10287000">
                <a:moveTo>
                  <a:pt x="1736242" y="2903588"/>
                </a:moveTo>
                <a:lnTo>
                  <a:pt x="1729625" y="2890888"/>
                </a:lnTo>
                <a:lnTo>
                  <a:pt x="1718170" y="2903588"/>
                </a:lnTo>
                <a:lnTo>
                  <a:pt x="1724787" y="2916288"/>
                </a:lnTo>
                <a:lnTo>
                  <a:pt x="1736242" y="2903588"/>
                </a:lnTo>
                <a:close/>
              </a:path>
              <a:path w="18288635" h="10287000">
                <a:moveTo>
                  <a:pt x="1738871" y="2078088"/>
                </a:moveTo>
                <a:lnTo>
                  <a:pt x="1727644" y="2065388"/>
                </a:lnTo>
                <a:lnTo>
                  <a:pt x="1708200" y="2078088"/>
                </a:lnTo>
                <a:lnTo>
                  <a:pt x="1719427" y="2090788"/>
                </a:lnTo>
                <a:lnTo>
                  <a:pt x="1738871" y="2078088"/>
                </a:lnTo>
                <a:close/>
              </a:path>
              <a:path w="18288635" h="10287000">
                <a:moveTo>
                  <a:pt x="1741208" y="1252156"/>
                </a:moveTo>
                <a:lnTo>
                  <a:pt x="1725574" y="1225067"/>
                </a:lnTo>
                <a:lnTo>
                  <a:pt x="1698498" y="1240713"/>
                </a:lnTo>
                <a:lnTo>
                  <a:pt x="1714131" y="1267790"/>
                </a:lnTo>
                <a:lnTo>
                  <a:pt x="1741208" y="1252156"/>
                </a:lnTo>
                <a:close/>
              </a:path>
              <a:path w="18288635" h="10287000">
                <a:moveTo>
                  <a:pt x="1742744" y="429348"/>
                </a:moveTo>
                <a:lnTo>
                  <a:pt x="1723301" y="395668"/>
                </a:lnTo>
                <a:lnTo>
                  <a:pt x="1689620" y="415112"/>
                </a:lnTo>
                <a:lnTo>
                  <a:pt x="1709064" y="448792"/>
                </a:lnTo>
                <a:lnTo>
                  <a:pt x="1742744" y="429348"/>
                </a:lnTo>
                <a:close/>
              </a:path>
              <a:path w="18288635" h="10287000">
                <a:moveTo>
                  <a:pt x="1746770" y="3947807"/>
                </a:moveTo>
                <a:lnTo>
                  <a:pt x="1745157" y="3945026"/>
                </a:lnTo>
                <a:lnTo>
                  <a:pt x="1742389" y="3946626"/>
                </a:lnTo>
                <a:lnTo>
                  <a:pt x="1743989" y="3949408"/>
                </a:lnTo>
                <a:lnTo>
                  <a:pt x="1746770" y="3947807"/>
                </a:lnTo>
                <a:close/>
              </a:path>
              <a:path w="18288635" h="10287000">
                <a:moveTo>
                  <a:pt x="1748294" y="3132188"/>
                </a:moveTo>
                <a:lnTo>
                  <a:pt x="1742884" y="3119488"/>
                </a:lnTo>
                <a:lnTo>
                  <a:pt x="1733511" y="3132188"/>
                </a:lnTo>
                <a:lnTo>
                  <a:pt x="1748294" y="3132188"/>
                </a:lnTo>
                <a:close/>
              </a:path>
              <a:path w="18288635" h="10287000">
                <a:moveTo>
                  <a:pt x="1750923" y="2306688"/>
                </a:moveTo>
                <a:lnTo>
                  <a:pt x="1740903" y="2293988"/>
                </a:lnTo>
                <a:lnTo>
                  <a:pt x="1723542" y="2306688"/>
                </a:lnTo>
                <a:lnTo>
                  <a:pt x="1733562" y="2319388"/>
                </a:lnTo>
                <a:lnTo>
                  <a:pt x="1750923" y="2306688"/>
                </a:lnTo>
                <a:close/>
              </a:path>
              <a:path w="18288635" h="10287000">
                <a:moveTo>
                  <a:pt x="1753539" y="1479969"/>
                </a:moveTo>
                <a:lnTo>
                  <a:pt x="1738909" y="1454632"/>
                </a:lnTo>
                <a:lnTo>
                  <a:pt x="1713572" y="1469263"/>
                </a:lnTo>
                <a:lnTo>
                  <a:pt x="1728190" y="1494599"/>
                </a:lnTo>
                <a:lnTo>
                  <a:pt x="1753539" y="1479969"/>
                </a:lnTo>
                <a:close/>
              </a:path>
              <a:path w="18288635" h="10287000">
                <a:moveTo>
                  <a:pt x="1755076" y="657161"/>
                </a:moveTo>
                <a:lnTo>
                  <a:pt x="1736636" y="625221"/>
                </a:lnTo>
                <a:lnTo>
                  <a:pt x="1704695" y="643661"/>
                </a:lnTo>
                <a:lnTo>
                  <a:pt x="1723136" y="675601"/>
                </a:lnTo>
                <a:lnTo>
                  <a:pt x="1755076" y="657161"/>
                </a:lnTo>
                <a:close/>
              </a:path>
              <a:path w="18288635" h="10287000">
                <a:moveTo>
                  <a:pt x="1759369" y="4175696"/>
                </a:moveTo>
                <a:lnTo>
                  <a:pt x="1758569" y="4174312"/>
                </a:lnTo>
                <a:lnTo>
                  <a:pt x="1757184" y="4175112"/>
                </a:lnTo>
                <a:lnTo>
                  <a:pt x="1757984" y="4176496"/>
                </a:lnTo>
                <a:lnTo>
                  <a:pt x="1759369" y="4175696"/>
                </a:lnTo>
                <a:close/>
              </a:path>
              <a:path w="18288635" h="10287000">
                <a:moveTo>
                  <a:pt x="1760080" y="3360788"/>
                </a:moveTo>
                <a:lnTo>
                  <a:pt x="1756067" y="3348088"/>
                </a:lnTo>
                <a:lnTo>
                  <a:pt x="1749120" y="3360788"/>
                </a:lnTo>
                <a:lnTo>
                  <a:pt x="1760080" y="3360788"/>
                </a:lnTo>
                <a:close/>
              </a:path>
              <a:path w="18288635" h="10287000">
                <a:moveTo>
                  <a:pt x="1762429" y="2535288"/>
                </a:moveTo>
                <a:lnTo>
                  <a:pt x="1754009" y="2522588"/>
                </a:lnTo>
                <a:lnTo>
                  <a:pt x="1739430" y="2535288"/>
                </a:lnTo>
                <a:lnTo>
                  <a:pt x="1747850" y="2547988"/>
                </a:lnTo>
                <a:lnTo>
                  <a:pt x="1762429" y="2535288"/>
                </a:lnTo>
                <a:close/>
              </a:path>
              <a:path w="18288635" h="10287000">
                <a:moveTo>
                  <a:pt x="1765325" y="1707642"/>
                </a:moveTo>
                <a:lnTo>
                  <a:pt x="1752092" y="1684731"/>
                </a:lnTo>
                <a:lnTo>
                  <a:pt x="1729181" y="1697951"/>
                </a:lnTo>
                <a:lnTo>
                  <a:pt x="1742414" y="1720875"/>
                </a:lnTo>
                <a:lnTo>
                  <a:pt x="1765325" y="1707642"/>
                </a:lnTo>
                <a:close/>
              </a:path>
              <a:path w="18288635" h="10287000">
                <a:moveTo>
                  <a:pt x="1767128" y="884910"/>
                </a:moveTo>
                <a:lnTo>
                  <a:pt x="1749882" y="855052"/>
                </a:lnTo>
                <a:lnTo>
                  <a:pt x="1720037" y="872286"/>
                </a:lnTo>
                <a:lnTo>
                  <a:pt x="1737271" y="902144"/>
                </a:lnTo>
                <a:lnTo>
                  <a:pt x="1767128" y="884910"/>
                </a:lnTo>
                <a:close/>
              </a:path>
              <a:path w="18288635" h="10287000">
                <a:moveTo>
                  <a:pt x="1767560" y="61798"/>
                </a:moveTo>
                <a:lnTo>
                  <a:pt x="1747316" y="26733"/>
                </a:lnTo>
                <a:lnTo>
                  <a:pt x="1712252" y="46977"/>
                </a:lnTo>
                <a:lnTo>
                  <a:pt x="1732495" y="82054"/>
                </a:lnTo>
                <a:lnTo>
                  <a:pt x="1767560" y="61798"/>
                </a:lnTo>
                <a:close/>
              </a:path>
              <a:path w="18288635" h="10287000">
                <a:moveTo>
                  <a:pt x="1772399" y="3589388"/>
                </a:moveTo>
                <a:lnTo>
                  <a:pt x="1769402" y="3576688"/>
                </a:lnTo>
                <a:lnTo>
                  <a:pt x="1764195" y="3589388"/>
                </a:lnTo>
                <a:lnTo>
                  <a:pt x="1772399" y="3589388"/>
                </a:lnTo>
                <a:close/>
              </a:path>
              <a:path w="18288635" h="10287000">
                <a:moveTo>
                  <a:pt x="1774482" y="2763888"/>
                </a:moveTo>
                <a:lnTo>
                  <a:pt x="1767268" y="2751188"/>
                </a:lnTo>
                <a:lnTo>
                  <a:pt x="1754759" y="2763888"/>
                </a:lnTo>
                <a:lnTo>
                  <a:pt x="1761985" y="2776588"/>
                </a:lnTo>
                <a:lnTo>
                  <a:pt x="1774482" y="2763888"/>
                </a:lnTo>
                <a:close/>
              </a:path>
              <a:path w="18288635" h="10287000">
                <a:moveTo>
                  <a:pt x="1776831" y="1935238"/>
                </a:moveTo>
                <a:lnTo>
                  <a:pt x="1765198" y="1915109"/>
                </a:lnTo>
                <a:lnTo>
                  <a:pt x="1745068" y="1926729"/>
                </a:lnTo>
                <a:lnTo>
                  <a:pt x="1756689" y="1946859"/>
                </a:lnTo>
                <a:lnTo>
                  <a:pt x="1776831" y="1935238"/>
                </a:lnTo>
                <a:close/>
              </a:path>
              <a:path w="18288635" h="10287000">
                <a:moveTo>
                  <a:pt x="1779181" y="1112647"/>
                </a:moveTo>
                <a:lnTo>
                  <a:pt x="1763141" y="1084872"/>
                </a:lnTo>
                <a:lnTo>
                  <a:pt x="1735366" y="1100912"/>
                </a:lnTo>
                <a:lnTo>
                  <a:pt x="1751406" y="1128687"/>
                </a:lnTo>
                <a:lnTo>
                  <a:pt x="1779181" y="1112647"/>
                </a:lnTo>
                <a:close/>
              </a:path>
              <a:path w="18288635" h="10287000">
                <a:moveTo>
                  <a:pt x="1780438" y="289775"/>
                </a:moveTo>
                <a:lnTo>
                  <a:pt x="1760791" y="255739"/>
                </a:lnTo>
                <a:lnTo>
                  <a:pt x="1726768" y="275386"/>
                </a:lnTo>
                <a:lnTo>
                  <a:pt x="1746415" y="309410"/>
                </a:lnTo>
                <a:lnTo>
                  <a:pt x="1780438" y="289775"/>
                </a:lnTo>
                <a:close/>
              </a:path>
              <a:path w="18288635" h="10287000">
                <a:moveTo>
                  <a:pt x="1784731" y="3817988"/>
                </a:moveTo>
                <a:lnTo>
                  <a:pt x="1782724" y="3805288"/>
                </a:lnTo>
                <a:lnTo>
                  <a:pt x="1779257" y="3817988"/>
                </a:lnTo>
                <a:lnTo>
                  <a:pt x="1784731" y="3817988"/>
                </a:lnTo>
                <a:close/>
              </a:path>
              <a:path w="18288635" h="10287000">
                <a:moveTo>
                  <a:pt x="1786267" y="2992488"/>
                </a:moveTo>
                <a:lnTo>
                  <a:pt x="1780451" y="2979788"/>
                </a:lnTo>
                <a:lnTo>
                  <a:pt x="1770380" y="2992488"/>
                </a:lnTo>
                <a:lnTo>
                  <a:pt x="1786267" y="2992488"/>
                </a:lnTo>
                <a:close/>
              </a:path>
              <a:path w="18288635" h="10287000">
                <a:moveTo>
                  <a:pt x="1789163" y="2166988"/>
                </a:moveTo>
                <a:lnTo>
                  <a:pt x="1778533" y="2154288"/>
                </a:lnTo>
                <a:lnTo>
                  <a:pt x="1760131" y="2166988"/>
                </a:lnTo>
                <a:lnTo>
                  <a:pt x="1770761" y="2179688"/>
                </a:lnTo>
                <a:lnTo>
                  <a:pt x="1789163" y="2166988"/>
                </a:lnTo>
                <a:close/>
              </a:path>
              <a:path w="18288635" h="10287000">
                <a:moveTo>
                  <a:pt x="1791512" y="1340472"/>
                </a:moveTo>
                <a:lnTo>
                  <a:pt x="1776476" y="1314424"/>
                </a:lnTo>
                <a:lnTo>
                  <a:pt x="1750441" y="1329461"/>
                </a:lnTo>
                <a:lnTo>
                  <a:pt x="1765465" y="1355509"/>
                </a:lnTo>
                <a:lnTo>
                  <a:pt x="1791512" y="1340472"/>
                </a:lnTo>
                <a:close/>
              </a:path>
              <a:path w="18288635" h="10287000">
                <a:moveTo>
                  <a:pt x="1792770" y="517588"/>
                </a:moveTo>
                <a:lnTo>
                  <a:pt x="1774126" y="485292"/>
                </a:lnTo>
                <a:lnTo>
                  <a:pt x="1741843" y="503936"/>
                </a:lnTo>
                <a:lnTo>
                  <a:pt x="1760474" y="536232"/>
                </a:lnTo>
                <a:lnTo>
                  <a:pt x="1792770" y="517588"/>
                </a:lnTo>
                <a:close/>
              </a:path>
              <a:path w="18288635" h="10287000">
                <a:moveTo>
                  <a:pt x="1797342" y="4036199"/>
                </a:moveTo>
                <a:lnTo>
                  <a:pt x="1796135" y="4034104"/>
                </a:lnTo>
                <a:lnTo>
                  <a:pt x="1794052" y="4035310"/>
                </a:lnTo>
                <a:lnTo>
                  <a:pt x="1795259" y="4037393"/>
                </a:lnTo>
                <a:lnTo>
                  <a:pt x="1797342" y="4036199"/>
                </a:lnTo>
                <a:close/>
              </a:path>
              <a:path w="18288635" h="10287000">
                <a:moveTo>
                  <a:pt x="1798320" y="3221088"/>
                </a:moveTo>
                <a:lnTo>
                  <a:pt x="1793709" y="3208388"/>
                </a:lnTo>
                <a:lnTo>
                  <a:pt x="1785721" y="3221088"/>
                </a:lnTo>
                <a:lnTo>
                  <a:pt x="1798320" y="3221088"/>
                </a:lnTo>
                <a:close/>
              </a:path>
              <a:path w="18288635" h="10287000">
                <a:moveTo>
                  <a:pt x="1800669" y="2395588"/>
                </a:moveTo>
                <a:lnTo>
                  <a:pt x="1791652" y="2382888"/>
                </a:lnTo>
                <a:lnTo>
                  <a:pt x="1776031" y="2395588"/>
                </a:lnTo>
                <a:lnTo>
                  <a:pt x="1785048" y="2408288"/>
                </a:lnTo>
                <a:lnTo>
                  <a:pt x="1800669" y="2395588"/>
                </a:lnTo>
                <a:close/>
              </a:path>
              <a:path w="18288635" h="10287000">
                <a:moveTo>
                  <a:pt x="1803285" y="1568132"/>
                </a:moveTo>
                <a:lnTo>
                  <a:pt x="1789658" y="1544535"/>
                </a:lnTo>
                <a:lnTo>
                  <a:pt x="1766049" y="1558163"/>
                </a:lnTo>
                <a:lnTo>
                  <a:pt x="1779676" y="1581772"/>
                </a:lnTo>
                <a:lnTo>
                  <a:pt x="1803285" y="1568132"/>
                </a:lnTo>
                <a:close/>
              </a:path>
              <a:path w="18288635" h="10287000">
                <a:moveTo>
                  <a:pt x="1805089" y="745401"/>
                </a:moveTo>
                <a:lnTo>
                  <a:pt x="1787461" y="714844"/>
                </a:lnTo>
                <a:lnTo>
                  <a:pt x="1756905" y="732485"/>
                </a:lnTo>
                <a:lnTo>
                  <a:pt x="1774545" y="763041"/>
                </a:lnTo>
                <a:lnTo>
                  <a:pt x="1805089" y="745401"/>
                </a:lnTo>
                <a:close/>
              </a:path>
              <a:path w="18288635" h="10287000">
                <a:moveTo>
                  <a:pt x="1810372" y="3449688"/>
                </a:moveTo>
                <a:lnTo>
                  <a:pt x="1806968" y="3436988"/>
                </a:lnTo>
                <a:lnTo>
                  <a:pt x="1801063" y="3449688"/>
                </a:lnTo>
                <a:lnTo>
                  <a:pt x="1810372" y="3449688"/>
                </a:lnTo>
                <a:close/>
              </a:path>
              <a:path w="18288635" h="10287000">
                <a:moveTo>
                  <a:pt x="1812721" y="2624188"/>
                </a:moveTo>
                <a:lnTo>
                  <a:pt x="1804898" y="2611488"/>
                </a:lnTo>
                <a:lnTo>
                  <a:pt x="1791360" y="2624188"/>
                </a:lnTo>
                <a:lnTo>
                  <a:pt x="1799183" y="2636888"/>
                </a:lnTo>
                <a:lnTo>
                  <a:pt x="1812721" y="2624188"/>
                </a:lnTo>
                <a:close/>
              </a:path>
              <a:path w="18288635" h="10287000">
                <a:moveTo>
                  <a:pt x="1815338" y="1795881"/>
                </a:moveTo>
                <a:lnTo>
                  <a:pt x="1802917" y="1774355"/>
                </a:lnTo>
                <a:lnTo>
                  <a:pt x="1781390" y="1786788"/>
                </a:lnTo>
                <a:lnTo>
                  <a:pt x="1793824" y="1808314"/>
                </a:lnTo>
                <a:lnTo>
                  <a:pt x="1815338" y="1795881"/>
                </a:lnTo>
                <a:close/>
              </a:path>
              <a:path w="18288635" h="10287000">
                <a:moveTo>
                  <a:pt x="1817141" y="973150"/>
                </a:moveTo>
                <a:lnTo>
                  <a:pt x="1800707" y="944676"/>
                </a:lnTo>
                <a:lnTo>
                  <a:pt x="1772234" y="961110"/>
                </a:lnTo>
                <a:lnTo>
                  <a:pt x="1788680" y="989584"/>
                </a:lnTo>
                <a:lnTo>
                  <a:pt x="1817141" y="973150"/>
                </a:lnTo>
                <a:close/>
              </a:path>
              <a:path w="18288635" h="10287000">
                <a:moveTo>
                  <a:pt x="1817852" y="150114"/>
                </a:moveTo>
                <a:lnTo>
                  <a:pt x="1798218" y="116090"/>
                </a:lnTo>
                <a:lnTo>
                  <a:pt x="1764195" y="135737"/>
                </a:lnTo>
                <a:lnTo>
                  <a:pt x="1783829" y="169760"/>
                </a:lnTo>
                <a:lnTo>
                  <a:pt x="1817852" y="150114"/>
                </a:lnTo>
                <a:close/>
              </a:path>
              <a:path w="18288635" h="10287000">
                <a:moveTo>
                  <a:pt x="1822970" y="3678288"/>
                </a:moveTo>
                <a:lnTo>
                  <a:pt x="1820367" y="3665588"/>
                </a:lnTo>
                <a:lnTo>
                  <a:pt x="1815858" y="3678288"/>
                </a:lnTo>
                <a:lnTo>
                  <a:pt x="1822970" y="3678288"/>
                </a:lnTo>
                <a:close/>
              </a:path>
              <a:path w="18288635" h="10287000">
                <a:moveTo>
                  <a:pt x="1824507" y="2852788"/>
                </a:moveTo>
                <a:lnTo>
                  <a:pt x="1818081" y="2840088"/>
                </a:lnTo>
                <a:lnTo>
                  <a:pt x="1806981" y="2852788"/>
                </a:lnTo>
                <a:lnTo>
                  <a:pt x="1824507" y="2852788"/>
                </a:lnTo>
                <a:close/>
              </a:path>
              <a:path w="18288635" h="10287000">
                <a:moveTo>
                  <a:pt x="1827123" y="2023554"/>
                </a:moveTo>
                <a:lnTo>
                  <a:pt x="1816100" y="2004453"/>
                </a:lnTo>
                <a:lnTo>
                  <a:pt x="1796999" y="2015477"/>
                </a:lnTo>
                <a:lnTo>
                  <a:pt x="1808035" y="2034578"/>
                </a:lnTo>
                <a:lnTo>
                  <a:pt x="1827123" y="2023554"/>
                </a:lnTo>
                <a:close/>
              </a:path>
              <a:path w="18288635" h="10287000">
                <a:moveTo>
                  <a:pt x="1829206" y="1200899"/>
                </a:moveTo>
                <a:lnTo>
                  <a:pt x="1813966" y="1174508"/>
                </a:lnTo>
                <a:lnTo>
                  <a:pt x="1787575" y="1189736"/>
                </a:lnTo>
                <a:lnTo>
                  <a:pt x="1802815" y="1216126"/>
                </a:lnTo>
                <a:lnTo>
                  <a:pt x="1829206" y="1200899"/>
                </a:lnTo>
                <a:close/>
              </a:path>
              <a:path w="18288635" h="10287000">
                <a:moveTo>
                  <a:pt x="1830463" y="378002"/>
                </a:moveTo>
                <a:lnTo>
                  <a:pt x="1811616" y="345376"/>
                </a:lnTo>
                <a:lnTo>
                  <a:pt x="1778977" y="364210"/>
                </a:lnTo>
                <a:lnTo>
                  <a:pt x="1797824" y="396849"/>
                </a:lnTo>
                <a:lnTo>
                  <a:pt x="1830463" y="378002"/>
                </a:lnTo>
                <a:close/>
              </a:path>
              <a:path w="18288635" h="10287000">
                <a:moveTo>
                  <a:pt x="1835302" y="3896690"/>
                </a:moveTo>
                <a:lnTo>
                  <a:pt x="1833702" y="3893909"/>
                </a:lnTo>
                <a:lnTo>
                  <a:pt x="1830920" y="3895521"/>
                </a:lnTo>
                <a:lnTo>
                  <a:pt x="1832521" y="3898290"/>
                </a:lnTo>
                <a:lnTo>
                  <a:pt x="1835302" y="3896690"/>
                </a:lnTo>
                <a:close/>
              </a:path>
              <a:path w="18288635" h="10287000">
                <a:moveTo>
                  <a:pt x="1836559" y="3081388"/>
                </a:moveTo>
                <a:lnTo>
                  <a:pt x="1831340" y="3068688"/>
                </a:lnTo>
                <a:lnTo>
                  <a:pt x="1822323" y="3081388"/>
                </a:lnTo>
                <a:lnTo>
                  <a:pt x="1836559" y="3081388"/>
                </a:lnTo>
                <a:close/>
              </a:path>
              <a:path w="18288635" h="10287000">
                <a:moveTo>
                  <a:pt x="1838909" y="2255888"/>
                </a:moveTo>
                <a:lnTo>
                  <a:pt x="1829282" y="2243188"/>
                </a:lnTo>
                <a:lnTo>
                  <a:pt x="1812620" y="2255888"/>
                </a:lnTo>
                <a:lnTo>
                  <a:pt x="1822246" y="2268588"/>
                </a:lnTo>
                <a:lnTo>
                  <a:pt x="1838909" y="2255888"/>
                </a:lnTo>
                <a:close/>
              </a:path>
              <a:path w="18288635" h="10287000">
                <a:moveTo>
                  <a:pt x="1841525" y="1428711"/>
                </a:moveTo>
                <a:lnTo>
                  <a:pt x="1827301" y="1404061"/>
                </a:lnTo>
                <a:lnTo>
                  <a:pt x="1802650" y="1418297"/>
                </a:lnTo>
                <a:lnTo>
                  <a:pt x="1816887" y="1442935"/>
                </a:lnTo>
                <a:lnTo>
                  <a:pt x="1841525" y="1428711"/>
                </a:lnTo>
                <a:close/>
              </a:path>
              <a:path w="18288635" h="10287000">
                <a:moveTo>
                  <a:pt x="1842782" y="605828"/>
                </a:moveTo>
                <a:lnTo>
                  <a:pt x="1824951" y="574929"/>
                </a:lnTo>
                <a:lnTo>
                  <a:pt x="1794040" y="592772"/>
                </a:lnTo>
                <a:lnTo>
                  <a:pt x="1811883" y="623671"/>
                </a:lnTo>
                <a:lnTo>
                  <a:pt x="1842782" y="605828"/>
                </a:lnTo>
                <a:close/>
              </a:path>
              <a:path w="18288635" h="10287000">
                <a:moveTo>
                  <a:pt x="1847900" y="4124579"/>
                </a:moveTo>
                <a:lnTo>
                  <a:pt x="1847100" y="4123194"/>
                </a:lnTo>
                <a:lnTo>
                  <a:pt x="1845716" y="4123994"/>
                </a:lnTo>
                <a:lnTo>
                  <a:pt x="1846516" y="4125379"/>
                </a:lnTo>
                <a:lnTo>
                  <a:pt x="1847900" y="4124579"/>
                </a:lnTo>
                <a:close/>
              </a:path>
              <a:path w="18288635" h="10287000">
                <a:moveTo>
                  <a:pt x="1848612" y="3309988"/>
                </a:moveTo>
                <a:lnTo>
                  <a:pt x="1844598" y="3297288"/>
                </a:lnTo>
                <a:lnTo>
                  <a:pt x="1837664" y="3309988"/>
                </a:lnTo>
                <a:lnTo>
                  <a:pt x="1848612" y="3309988"/>
                </a:lnTo>
                <a:close/>
              </a:path>
              <a:path w="18288635" h="10287000">
                <a:moveTo>
                  <a:pt x="1850618" y="9220"/>
                </a:moveTo>
                <a:lnTo>
                  <a:pt x="1845297" y="0"/>
                </a:lnTo>
                <a:lnTo>
                  <a:pt x="1807794" y="0"/>
                </a:lnTo>
                <a:lnTo>
                  <a:pt x="1822500" y="25463"/>
                </a:lnTo>
                <a:lnTo>
                  <a:pt x="1850618" y="9220"/>
                </a:lnTo>
                <a:close/>
              </a:path>
              <a:path w="18288635" h="10287000">
                <a:moveTo>
                  <a:pt x="1850961" y="2484488"/>
                </a:moveTo>
                <a:lnTo>
                  <a:pt x="1842541" y="2471788"/>
                </a:lnTo>
                <a:lnTo>
                  <a:pt x="1827961" y="2484488"/>
                </a:lnTo>
                <a:lnTo>
                  <a:pt x="1836381" y="2497188"/>
                </a:lnTo>
                <a:lnTo>
                  <a:pt x="1850961" y="2484488"/>
                </a:lnTo>
                <a:close/>
              </a:path>
              <a:path w="18288635" h="10287000">
                <a:moveTo>
                  <a:pt x="1853311" y="1656384"/>
                </a:moveTo>
                <a:lnTo>
                  <a:pt x="1840484" y="1634159"/>
                </a:lnTo>
                <a:lnTo>
                  <a:pt x="1818259" y="1646986"/>
                </a:lnTo>
                <a:lnTo>
                  <a:pt x="1831086" y="1669211"/>
                </a:lnTo>
                <a:lnTo>
                  <a:pt x="1853311" y="1656384"/>
                </a:lnTo>
                <a:close/>
              </a:path>
              <a:path w="18288635" h="10287000">
                <a:moveTo>
                  <a:pt x="1855114" y="833640"/>
                </a:moveTo>
                <a:lnTo>
                  <a:pt x="1838274" y="804481"/>
                </a:lnTo>
                <a:lnTo>
                  <a:pt x="1809115" y="821321"/>
                </a:lnTo>
                <a:lnTo>
                  <a:pt x="1825942" y="850480"/>
                </a:lnTo>
                <a:lnTo>
                  <a:pt x="1855114" y="833640"/>
                </a:lnTo>
                <a:close/>
              </a:path>
              <a:path w="18288635" h="10287000">
                <a:moveTo>
                  <a:pt x="1860943" y="3538588"/>
                </a:moveTo>
                <a:lnTo>
                  <a:pt x="1857933" y="3525888"/>
                </a:lnTo>
                <a:lnTo>
                  <a:pt x="1852726" y="3538588"/>
                </a:lnTo>
                <a:lnTo>
                  <a:pt x="1860943" y="3538588"/>
                </a:lnTo>
                <a:close/>
              </a:path>
              <a:path w="18288635" h="10287000">
                <a:moveTo>
                  <a:pt x="1862747" y="2713088"/>
                </a:moveTo>
                <a:lnTo>
                  <a:pt x="1855724" y="2700388"/>
                </a:lnTo>
                <a:lnTo>
                  <a:pt x="1843582" y="2713088"/>
                </a:lnTo>
                <a:lnTo>
                  <a:pt x="1850593" y="2725788"/>
                </a:lnTo>
                <a:lnTo>
                  <a:pt x="1862747" y="2713088"/>
                </a:lnTo>
                <a:close/>
              </a:path>
              <a:path w="18288635" h="10287000">
                <a:moveTo>
                  <a:pt x="1865096" y="1884057"/>
                </a:moveTo>
                <a:lnTo>
                  <a:pt x="1853666" y="1864258"/>
                </a:lnTo>
                <a:lnTo>
                  <a:pt x="1833880" y="1875688"/>
                </a:lnTo>
                <a:lnTo>
                  <a:pt x="1845297" y="1895475"/>
                </a:lnTo>
                <a:lnTo>
                  <a:pt x="1865096" y="1884057"/>
                </a:lnTo>
                <a:close/>
              </a:path>
              <a:path w="18288635" h="10287000">
                <a:moveTo>
                  <a:pt x="1867166" y="1061389"/>
                </a:moveTo>
                <a:lnTo>
                  <a:pt x="1851533" y="1034313"/>
                </a:lnTo>
                <a:lnTo>
                  <a:pt x="1824443" y="1049947"/>
                </a:lnTo>
                <a:lnTo>
                  <a:pt x="1840090" y="1077023"/>
                </a:lnTo>
                <a:lnTo>
                  <a:pt x="1867166" y="1061389"/>
                </a:lnTo>
                <a:close/>
              </a:path>
              <a:path w="18288635" h="10287000">
                <a:moveTo>
                  <a:pt x="1867877" y="238353"/>
                </a:moveTo>
                <a:lnTo>
                  <a:pt x="1849031" y="205714"/>
                </a:lnTo>
                <a:lnTo>
                  <a:pt x="1816404" y="224561"/>
                </a:lnTo>
                <a:lnTo>
                  <a:pt x="1835238" y="257200"/>
                </a:lnTo>
                <a:lnTo>
                  <a:pt x="1867877" y="238353"/>
                </a:lnTo>
                <a:close/>
              </a:path>
              <a:path w="18288635" h="10287000">
                <a:moveTo>
                  <a:pt x="1873275" y="3767188"/>
                </a:moveTo>
                <a:lnTo>
                  <a:pt x="1871268" y="3754488"/>
                </a:lnTo>
                <a:lnTo>
                  <a:pt x="1867789" y="3767188"/>
                </a:lnTo>
                <a:lnTo>
                  <a:pt x="1873275" y="3767188"/>
                </a:lnTo>
                <a:close/>
              </a:path>
              <a:path w="18288635" h="10287000">
                <a:moveTo>
                  <a:pt x="1874799" y="2941688"/>
                </a:moveTo>
                <a:lnTo>
                  <a:pt x="1868982" y="2928988"/>
                </a:lnTo>
                <a:lnTo>
                  <a:pt x="1858911" y="2941688"/>
                </a:lnTo>
                <a:lnTo>
                  <a:pt x="1874799" y="2941688"/>
                </a:lnTo>
                <a:close/>
              </a:path>
              <a:path w="18288635" h="10287000">
                <a:moveTo>
                  <a:pt x="1877148" y="2111794"/>
                </a:moveTo>
                <a:lnTo>
                  <a:pt x="1866925" y="2094090"/>
                </a:lnTo>
                <a:lnTo>
                  <a:pt x="1849208" y="2104313"/>
                </a:lnTo>
                <a:lnTo>
                  <a:pt x="1859432" y="2122017"/>
                </a:lnTo>
                <a:lnTo>
                  <a:pt x="1877148" y="2111794"/>
                </a:lnTo>
                <a:close/>
              </a:path>
              <a:path w="18288635" h="10287000">
                <a:moveTo>
                  <a:pt x="1879498" y="1289202"/>
                </a:moveTo>
                <a:lnTo>
                  <a:pt x="1864868" y="1263865"/>
                </a:lnTo>
                <a:lnTo>
                  <a:pt x="1839518" y="1278496"/>
                </a:lnTo>
                <a:lnTo>
                  <a:pt x="1854149" y="1303845"/>
                </a:lnTo>
                <a:lnTo>
                  <a:pt x="1879498" y="1289202"/>
                </a:lnTo>
                <a:close/>
              </a:path>
              <a:path w="18288635" h="10287000">
                <a:moveTo>
                  <a:pt x="1880476" y="466255"/>
                </a:moveTo>
                <a:lnTo>
                  <a:pt x="1862442" y="435000"/>
                </a:lnTo>
                <a:lnTo>
                  <a:pt x="1831187" y="453047"/>
                </a:lnTo>
                <a:lnTo>
                  <a:pt x="1849234" y="484289"/>
                </a:lnTo>
                <a:lnTo>
                  <a:pt x="1880476" y="466255"/>
                </a:lnTo>
                <a:close/>
              </a:path>
              <a:path w="18288635" h="10287000">
                <a:moveTo>
                  <a:pt x="1885873" y="3985082"/>
                </a:moveTo>
                <a:lnTo>
                  <a:pt x="1884667" y="3982999"/>
                </a:lnTo>
                <a:lnTo>
                  <a:pt x="1882584" y="3984193"/>
                </a:lnTo>
                <a:lnTo>
                  <a:pt x="1883791" y="3986276"/>
                </a:lnTo>
                <a:lnTo>
                  <a:pt x="1885873" y="3985082"/>
                </a:lnTo>
                <a:close/>
              </a:path>
              <a:path w="18288635" h="10287000">
                <a:moveTo>
                  <a:pt x="1886851" y="3170288"/>
                </a:moveTo>
                <a:lnTo>
                  <a:pt x="1882241" y="3157588"/>
                </a:lnTo>
                <a:lnTo>
                  <a:pt x="1874253" y="3170288"/>
                </a:lnTo>
                <a:lnTo>
                  <a:pt x="1886851" y="3170288"/>
                </a:lnTo>
                <a:close/>
              </a:path>
              <a:path w="18288635" h="10287000">
                <a:moveTo>
                  <a:pt x="1888921" y="2344788"/>
                </a:moveTo>
                <a:lnTo>
                  <a:pt x="1880108" y="2332088"/>
                </a:lnTo>
                <a:lnTo>
                  <a:pt x="1864829" y="2344788"/>
                </a:lnTo>
                <a:lnTo>
                  <a:pt x="1873643" y="2357488"/>
                </a:lnTo>
                <a:lnTo>
                  <a:pt x="1888921" y="2344788"/>
                </a:lnTo>
                <a:close/>
              </a:path>
              <a:path w="18288635" h="10287000">
                <a:moveTo>
                  <a:pt x="1891271" y="1516875"/>
                </a:moveTo>
                <a:lnTo>
                  <a:pt x="1878050" y="1493964"/>
                </a:lnTo>
                <a:lnTo>
                  <a:pt x="1855127" y="1507197"/>
                </a:lnTo>
                <a:lnTo>
                  <a:pt x="1868360" y="1530108"/>
                </a:lnTo>
                <a:lnTo>
                  <a:pt x="1891271" y="1516875"/>
                </a:lnTo>
                <a:close/>
              </a:path>
              <a:path w="18288635" h="10287000">
                <a:moveTo>
                  <a:pt x="1892808" y="694067"/>
                </a:moveTo>
                <a:lnTo>
                  <a:pt x="1875764" y="664552"/>
                </a:lnTo>
                <a:lnTo>
                  <a:pt x="1846249" y="681596"/>
                </a:lnTo>
                <a:lnTo>
                  <a:pt x="1863293" y="711111"/>
                </a:lnTo>
                <a:lnTo>
                  <a:pt x="1892808" y="694067"/>
                </a:lnTo>
                <a:close/>
              </a:path>
              <a:path w="18288635" h="10287000">
                <a:moveTo>
                  <a:pt x="1898904" y="3398888"/>
                </a:moveTo>
                <a:lnTo>
                  <a:pt x="1895500" y="3386188"/>
                </a:lnTo>
                <a:lnTo>
                  <a:pt x="1889594" y="3398888"/>
                </a:lnTo>
                <a:lnTo>
                  <a:pt x="1898904" y="3398888"/>
                </a:lnTo>
                <a:close/>
              </a:path>
              <a:path w="18288635" h="10287000">
                <a:moveTo>
                  <a:pt x="1900974" y="2573388"/>
                </a:moveTo>
                <a:lnTo>
                  <a:pt x="1893354" y="2560688"/>
                </a:lnTo>
                <a:lnTo>
                  <a:pt x="1880171" y="2573388"/>
                </a:lnTo>
                <a:lnTo>
                  <a:pt x="1887791" y="2586088"/>
                </a:lnTo>
                <a:lnTo>
                  <a:pt x="1900974" y="2573388"/>
                </a:lnTo>
                <a:close/>
              </a:path>
              <a:path w="18288635" h="10287000">
                <a:moveTo>
                  <a:pt x="1903336" y="1744624"/>
                </a:moveTo>
                <a:lnTo>
                  <a:pt x="1891309" y="1723796"/>
                </a:lnTo>
                <a:lnTo>
                  <a:pt x="1870468" y="1735823"/>
                </a:lnTo>
                <a:lnTo>
                  <a:pt x="1882495" y="1756651"/>
                </a:lnTo>
                <a:lnTo>
                  <a:pt x="1903336" y="1744624"/>
                </a:lnTo>
                <a:close/>
              </a:path>
              <a:path w="18288635" h="10287000">
                <a:moveTo>
                  <a:pt x="1904860" y="921816"/>
                </a:moveTo>
                <a:lnTo>
                  <a:pt x="1889023" y="894384"/>
                </a:lnTo>
                <a:lnTo>
                  <a:pt x="1861591" y="910221"/>
                </a:lnTo>
                <a:lnTo>
                  <a:pt x="1877428" y="937653"/>
                </a:lnTo>
                <a:lnTo>
                  <a:pt x="1904860" y="921816"/>
                </a:lnTo>
                <a:close/>
              </a:path>
              <a:path w="18288635" h="10287000">
                <a:moveTo>
                  <a:pt x="1905292" y="98717"/>
                </a:moveTo>
                <a:lnTo>
                  <a:pt x="1886458" y="66065"/>
                </a:lnTo>
                <a:lnTo>
                  <a:pt x="1853819" y="84912"/>
                </a:lnTo>
                <a:lnTo>
                  <a:pt x="1872665" y="117551"/>
                </a:lnTo>
                <a:lnTo>
                  <a:pt x="1905292" y="98717"/>
                </a:lnTo>
                <a:close/>
              </a:path>
              <a:path w="18288635" h="10287000">
                <a:moveTo>
                  <a:pt x="1911515" y="3627488"/>
                </a:moveTo>
                <a:lnTo>
                  <a:pt x="1908898" y="3614788"/>
                </a:lnTo>
                <a:lnTo>
                  <a:pt x="1904390" y="3627488"/>
                </a:lnTo>
                <a:lnTo>
                  <a:pt x="1911515" y="3627488"/>
                </a:lnTo>
                <a:close/>
              </a:path>
              <a:path w="18288635" h="10287000">
                <a:moveTo>
                  <a:pt x="1913039" y="2801988"/>
                </a:moveTo>
                <a:lnTo>
                  <a:pt x="1906625" y="2789288"/>
                </a:lnTo>
                <a:lnTo>
                  <a:pt x="1895513" y="2801988"/>
                </a:lnTo>
                <a:lnTo>
                  <a:pt x="1913039" y="2801988"/>
                </a:lnTo>
                <a:close/>
              </a:path>
              <a:path w="18288635" h="10287000">
                <a:moveTo>
                  <a:pt x="1915388" y="1972360"/>
                </a:moveTo>
                <a:lnTo>
                  <a:pt x="1904555" y="1953615"/>
                </a:lnTo>
                <a:lnTo>
                  <a:pt x="1885810" y="1964448"/>
                </a:lnTo>
                <a:lnTo>
                  <a:pt x="1896630" y="1983193"/>
                </a:lnTo>
                <a:lnTo>
                  <a:pt x="1915388" y="1972360"/>
                </a:lnTo>
                <a:close/>
              </a:path>
              <a:path w="18288635" h="10287000">
                <a:moveTo>
                  <a:pt x="1917192" y="1149629"/>
                </a:moveTo>
                <a:lnTo>
                  <a:pt x="1902358" y="1123937"/>
                </a:lnTo>
                <a:lnTo>
                  <a:pt x="1876653" y="1138770"/>
                </a:lnTo>
                <a:lnTo>
                  <a:pt x="1891487" y="1164463"/>
                </a:lnTo>
                <a:lnTo>
                  <a:pt x="1917192" y="1149629"/>
                </a:lnTo>
                <a:close/>
              </a:path>
              <a:path w="18288635" h="10287000">
                <a:moveTo>
                  <a:pt x="1917903" y="326605"/>
                </a:moveTo>
                <a:lnTo>
                  <a:pt x="1899856" y="295351"/>
                </a:lnTo>
                <a:lnTo>
                  <a:pt x="1868614" y="313385"/>
                </a:lnTo>
                <a:lnTo>
                  <a:pt x="1886648" y="344639"/>
                </a:lnTo>
                <a:lnTo>
                  <a:pt x="1917903" y="326605"/>
                </a:lnTo>
                <a:close/>
              </a:path>
              <a:path w="18288635" h="10287000">
                <a:moveTo>
                  <a:pt x="1923834" y="3845572"/>
                </a:moveTo>
                <a:lnTo>
                  <a:pt x="1922233" y="3842791"/>
                </a:lnTo>
                <a:lnTo>
                  <a:pt x="1919452" y="3844404"/>
                </a:lnTo>
                <a:lnTo>
                  <a:pt x="1921052" y="3847173"/>
                </a:lnTo>
                <a:lnTo>
                  <a:pt x="1923834" y="3845572"/>
                </a:lnTo>
                <a:close/>
              </a:path>
              <a:path w="18288635" h="10287000">
                <a:moveTo>
                  <a:pt x="1925091" y="3030588"/>
                </a:moveTo>
                <a:lnTo>
                  <a:pt x="1919884" y="3017888"/>
                </a:lnTo>
                <a:lnTo>
                  <a:pt x="1910854" y="3030588"/>
                </a:lnTo>
                <a:lnTo>
                  <a:pt x="1925091" y="3030588"/>
                </a:lnTo>
                <a:close/>
              </a:path>
              <a:path w="18288635" h="10287000">
                <a:moveTo>
                  <a:pt x="1927161" y="2200033"/>
                </a:moveTo>
                <a:lnTo>
                  <a:pt x="1917738" y="2183714"/>
                </a:lnTo>
                <a:lnTo>
                  <a:pt x="1901431" y="2193137"/>
                </a:lnTo>
                <a:lnTo>
                  <a:pt x="1910842" y="2209457"/>
                </a:lnTo>
                <a:lnTo>
                  <a:pt x="1927161" y="2200033"/>
                </a:lnTo>
                <a:close/>
              </a:path>
              <a:path w="18288635" h="10287000">
                <a:moveTo>
                  <a:pt x="1929523" y="1377454"/>
                </a:moveTo>
                <a:lnTo>
                  <a:pt x="1915680" y="1353489"/>
                </a:lnTo>
                <a:lnTo>
                  <a:pt x="1891728" y="1367320"/>
                </a:lnTo>
                <a:lnTo>
                  <a:pt x="1905558" y="1391272"/>
                </a:lnTo>
                <a:lnTo>
                  <a:pt x="1929523" y="1377454"/>
                </a:lnTo>
                <a:close/>
              </a:path>
              <a:path w="18288635" h="10287000">
                <a:moveTo>
                  <a:pt x="1930222" y="554418"/>
                </a:moveTo>
                <a:lnTo>
                  <a:pt x="1913191" y="524903"/>
                </a:lnTo>
                <a:lnTo>
                  <a:pt x="1883676" y="541947"/>
                </a:lnTo>
                <a:lnTo>
                  <a:pt x="1900720" y="571449"/>
                </a:lnTo>
                <a:lnTo>
                  <a:pt x="1930222" y="554418"/>
                </a:lnTo>
                <a:close/>
              </a:path>
              <a:path w="18288635" h="10287000">
                <a:moveTo>
                  <a:pt x="1936445" y="4073461"/>
                </a:moveTo>
                <a:lnTo>
                  <a:pt x="1935645" y="4072077"/>
                </a:lnTo>
                <a:lnTo>
                  <a:pt x="1934248" y="4072877"/>
                </a:lnTo>
                <a:lnTo>
                  <a:pt x="1935048" y="4074261"/>
                </a:lnTo>
                <a:lnTo>
                  <a:pt x="1936445" y="4073461"/>
                </a:lnTo>
                <a:close/>
              </a:path>
              <a:path w="18288635" h="10287000">
                <a:moveTo>
                  <a:pt x="1936877" y="3259188"/>
                </a:moveTo>
                <a:lnTo>
                  <a:pt x="1933054" y="3246488"/>
                </a:lnTo>
                <a:lnTo>
                  <a:pt x="1926463" y="3259188"/>
                </a:lnTo>
                <a:lnTo>
                  <a:pt x="1936877" y="3259188"/>
                </a:lnTo>
                <a:close/>
              </a:path>
              <a:path w="18288635" h="10287000">
                <a:moveTo>
                  <a:pt x="1939213" y="2433688"/>
                </a:moveTo>
                <a:lnTo>
                  <a:pt x="1930996" y="2420988"/>
                </a:lnTo>
                <a:lnTo>
                  <a:pt x="1916772" y="2433688"/>
                </a:lnTo>
                <a:lnTo>
                  <a:pt x="1924989" y="2446388"/>
                </a:lnTo>
                <a:lnTo>
                  <a:pt x="1939213" y="2433688"/>
                </a:lnTo>
                <a:close/>
              </a:path>
              <a:path w="18288635" h="10287000">
                <a:moveTo>
                  <a:pt x="1941576" y="1605191"/>
                </a:moveTo>
                <a:lnTo>
                  <a:pt x="1928939" y="1583321"/>
                </a:lnTo>
                <a:lnTo>
                  <a:pt x="1907070" y="1595945"/>
                </a:lnTo>
                <a:lnTo>
                  <a:pt x="1919693" y="1617814"/>
                </a:lnTo>
                <a:lnTo>
                  <a:pt x="1941576" y="1605191"/>
                </a:lnTo>
                <a:close/>
              </a:path>
              <a:path w="18288635" h="10287000">
                <a:moveTo>
                  <a:pt x="1942820" y="782307"/>
                </a:moveTo>
                <a:lnTo>
                  <a:pt x="1926590" y="754189"/>
                </a:lnTo>
                <a:lnTo>
                  <a:pt x="1898472" y="770420"/>
                </a:lnTo>
                <a:lnTo>
                  <a:pt x="1914702" y="798550"/>
                </a:lnTo>
                <a:lnTo>
                  <a:pt x="1942820" y="782307"/>
                </a:lnTo>
                <a:close/>
              </a:path>
              <a:path w="18288635" h="10287000">
                <a:moveTo>
                  <a:pt x="1949475" y="3487788"/>
                </a:moveTo>
                <a:lnTo>
                  <a:pt x="1946465" y="3475088"/>
                </a:lnTo>
                <a:lnTo>
                  <a:pt x="1941258" y="3487788"/>
                </a:lnTo>
                <a:lnTo>
                  <a:pt x="1949475" y="3487788"/>
                </a:lnTo>
                <a:close/>
              </a:path>
              <a:path w="18288635" h="10287000">
                <a:moveTo>
                  <a:pt x="1951278" y="2662288"/>
                </a:moveTo>
                <a:lnTo>
                  <a:pt x="1944255" y="2649588"/>
                </a:lnTo>
                <a:lnTo>
                  <a:pt x="1932101" y="2662288"/>
                </a:lnTo>
                <a:lnTo>
                  <a:pt x="1939124" y="2674988"/>
                </a:lnTo>
                <a:lnTo>
                  <a:pt x="1951278" y="2662288"/>
                </a:lnTo>
                <a:close/>
              </a:path>
              <a:path w="18288635" h="10287000">
                <a:moveTo>
                  <a:pt x="1953348" y="1832864"/>
                </a:moveTo>
                <a:lnTo>
                  <a:pt x="1942122" y="1813420"/>
                </a:lnTo>
                <a:lnTo>
                  <a:pt x="1922678" y="1824647"/>
                </a:lnTo>
                <a:lnTo>
                  <a:pt x="1933905" y="1844090"/>
                </a:lnTo>
                <a:lnTo>
                  <a:pt x="1953348" y="1832864"/>
                </a:lnTo>
                <a:close/>
              </a:path>
              <a:path w="18288635" h="10287000">
                <a:moveTo>
                  <a:pt x="1955152" y="1010132"/>
                </a:moveTo>
                <a:lnTo>
                  <a:pt x="1939912" y="983742"/>
                </a:lnTo>
                <a:lnTo>
                  <a:pt x="1913534" y="998969"/>
                </a:lnTo>
                <a:lnTo>
                  <a:pt x="1928761" y="1025359"/>
                </a:lnTo>
                <a:lnTo>
                  <a:pt x="1955152" y="1010132"/>
                </a:lnTo>
                <a:close/>
              </a:path>
              <a:path w="18288635" h="10287000">
                <a:moveTo>
                  <a:pt x="1955317" y="186956"/>
                </a:moveTo>
                <a:lnTo>
                  <a:pt x="1937270" y="155702"/>
                </a:lnTo>
                <a:lnTo>
                  <a:pt x="1906028" y="173748"/>
                </a:lnTo>
                <a:lnTo>
                  <a:pt x="1924062" y="204990"/>
                </a:lnTo>
                <a:lnTo>
                  <a:pt x="1955317" y="186956"/>
                </a:lnTo>
                <a:close/>
              </a:path>
              <a:path w="18288635" h="10287000">
                <a:moveTo>
                  <a:pt x="1961807" y="3716388"/>
                </a:moveTo>
                <a:lnTo>
                  <a:pt x="1959800" y="3703688"/>
                </a:lnTo>
                <a:lnTo>
                  <a:pt x="1956320" y="3716388"/>
                </a:lnTo>
                <a:lnTo>
                  <a:pt x="1961807" y="3716388"/>
                </a:lnTo>
                <a:close/>
              </a:path>
              <a:path w="18288635" h="10287000">
                <a:moveTo>
                  <a:pt x="1963051" y="2890888"/>
                </a:moveTo>
                <a:lnTo>
                  <a:pt x="1957438" y="2878188"/>
                </a:lnTo>
                <a:lnTo>
                  <a:pt x="1947722" y="2890888"/>
                </a:lnTo>
                <a:lnTo>
                  <a:pt x="1963051" y="2890888"/>
                </a:lnTo>
                <a:close/>
              </a:path>
              <a:path w="18288635" h="10287000">
                <a:moveTo>
                  <a:pt x="1965401" y="2060600"/>
                </a:moveTo>
                <a:lnTo>
                  <a:pt x="1955380" y="2043239"/>
                </a:lnTo>
                <a:lnTo>
                  <a:pt x="1938020" y="2053272"/>
                </a:lnTo>
                <a:lnTo>
                  <a:pt x="1948040" y="2070633"/>
                </a:lnTo>
                <a:lnTo>
                  <a:pt x="1965401" y="2060600"/>
                </a:lnTo>
                <a:close/>
              </a:path>
              <a:path w="18288635" h="10287000">
                <a:moveTo>
                  <a:pt x="1967484" y="1237945"/>
                </a:moveTo>
                <a:lnTo>
                  <a:pt x="1953247" y="1213294"/>
                </a:lnTo>
                <a:lnTo>
                  <a:pt x="1928596" y="1227531"/>
                </a:lnTo>
                <a:lnTo>
                  <a:pt x="1942833" y="1252181"/>
                </a:lnTo>
                <a:lnTo>
                  <a:pt x="1967484" y="1237945"/>
                </a:lnTo>
                <a:close/>
              </a:path>
              <a:path w="18288635" h="10287000">
                <a:moveTo>
                  <a:pt x="1967915" y="414832"/>
                </a:moveTo>
                <a:lnTo>
                  <a:pt x="1950681" y="384987"/>
                </a:lnTo>
                <a:lnTo>
                  <a:pt x="1920824" y="402221"/>
                </a:lnTo>
                <a:lnTo>
                  <a:pt x="1938058" y="432079"/>
                </a:lnTo>
                <a:lnTo>
                  <a:pt x="1967915" y="414832"/>
                </a:lnTo>
                <a:close/>
              </a:path>
              <a:path w="18288635" h="10287000">
                <a:moveTo>
                  <a:pt x="1974405" y="3933964"/>
                </a:moveTo>
                <a:lnTo>
                  <a:pt x="1973199" y="3931882"/>
                </a:lnTo>
                <a:lnTo>
                  <a:pt x="1971116" y="3933075"/>
                </a:lnTo>
                <a:lnTo>
                  <a:pt x="1972322" y="3935171"/>
                </a:lnTo>
                <a:lnTo>
                  <a:pt x="1974405" y="3933964"/>
                </a:lnTo>
                <a:close/>
              </a:path>
              <a:path w="18288635" h="10287000">
                <a:moveTo>
                  <a:pt x="1975104" y="3110941"/>
                </a:moveTo>
                <a:lnTo>
                  <a:pt x="1970697" y="3103295"/>
                </a:lnTo>
                <a:lnTo>
                  <a:pt x="1963064" y="3107715"/>
                </a:lnTo>
                <a:lnTo>
                  <a:pt x="1967471" y="3115348"/>
                </a:lnTo>
                <a:lnTo>
                  <a:pt x="1975104" y="3110941"/>
                </a:lnTo>
                <a:close/>
              </a:path>
              <a:path w="18288635" h="10287000">
                <a:moveTo>
                  <a:pt x="1977186" y="2288273"/>
                </a:moveTo>
                <a:lnTo>
                  <a:pt x="1968563" y="2273350"/>
                </a:lnTo>
                <a:lnTo>
                  <a:pt x="1953641" y="2281974"/>
                </a:lnTo>
                <a:lnTo>
                  <a:pt x="1962251" y="2296896"/>
                </a:lnTo>
                <a:lnTo>
                  <a:pt x="1977186" y="2288273"/>
                </a:lnTo>
                <a:close/>
              </a:path>
              <a:path w="18288635" h="10287000">
                <a:moveTo>
                  <a:pt x="1979536" y="1465694"/>
                </a:moveTo>
                <a:lnTo>
                  <a:pt x="1966506" y="1443126"/>
                </a:lnTo>
                <a:lnTo>
                  <a:pt x="1943938" y="1456156"/>
                </a:lnTo>
                <a:lnTo>
                  <a:pt x="1956968" y="1478724"/>
                </a:lnTo>
                <a:lnTo>
                  <a:pt x="1979536" y="1465694"/>
                </a:lnTo>
                <a:close/>
              </a:path>
              <a:path w="18288635" h="10287000">
                <a:moveTo>
                  <a:pt x="1980526" y="642734"/>
                </a:moveTo>
                <a:lnTo>
                  <a:pt x="1964080" y="614260"/>
                </a:lnTo>
                <a:lnTo>
                  <a:pt x="1935619" y="630694"/>
                </a:lnTo>
                <a:lnTo>
                  <a:pt x="1952053" y="659168"/>
                </a:lnTo>
                <a:lnTo>
                  <a:pt x="1980526" y="642734"/>
                </a:lnTo>
                <a:close/>
              </a:path>
              <a:path w="18288635" h="10287000">
                <a:moveTo>
                  <a:pt x="1987435" y="3338753"/>
                </a:moveTo>
                <a:lnTo>
                  <a:pt x="1984032" y="3332848"/>
                </a:lnTo>
                <a:lnTo>
                  <a:pt x="1978126" y="3336264"/>
                </a:lnTo>
                <a:lnTo>
                  <a:pt x="1981530" y="3342157"/>
                </a:lnTo>
                <a:lnTo>
                  <a:pt x="1987435" y="3338753"/>
                </a:lnTo>
                <a:close/>
              </a:path>
              <a:path w="18288635" h="10287000">
                <a:moveTo>
                  <a:pt x="1989239" y="2516022"/>
                </a:moveTo>
                <a:lnTo>
                  <a:pt x="1981822" y="2503170"/>
                </a:lnTo>
                <a:lnTo>
                  <a:pt x="1968982" y="2510586"/>
                </a:lnTo>
                <a:lnTo>
                  <a:pt x="1976399" y="2523439"/>
                </a:lnTo>
                <a:lnTo>
                  <a:pt x="1989239" y="2516022"/>
                </a:lnTo>
                <a:close/>
              </a:path>
              <a:path w="18288635" h="10287000">
                <a:moveTo>
                  <a:pt x="1991309" y="1693354"/>
                </a:moveTo>
                <a:lnTo>
                  <a:pt x="1979688" y="1673225"/>
                </a:lnTo>
                <a:lnTo>
                  <a:pt x="1959559" y="1684845"/>
                </a:lnTo>
                <a:lnTo>
                  <a:pt x="1971179" y="1704987"/>
                </a:lnTo>
                <a:lnTo>
                  <a:pt x="1991309" y="1693354"/>
                </a:lnTo>
                <a:close/>
              </a:path>
              <a:path w="18288635" h="10287000">
                <a:moveTo>
                  <a:pt x="1992464" y="47231"/>
                </a:moveTo>
                <a:lnTo>
                  <a:pt x="1974621" y="16332"/>
                </a:lnTo>
                <a:lnTo>
                  <a:pt x="1943722" y="34175"/>
                </a:lnTo>
                <a:lnTo>
                  <a:pt x="1961565" y="65074"/>
                </a:lnTo>
                <a:lnTo>
                  <a:pt x="1992464" y="47231"/>
                </a:lnTo>
                <a:close/>
              </a:path>
              <a:path w="18288635" h="10287000">
                <a:moveTo>
                  <a:pt x="1992845" y="870546"/>
                </a:moveTo>
                <a:lnTo>
                  <a:pt x="1977415" y="843813"/>
                </a:lnTo>
                <a:lnTo>
                  <a:pt x="1950681" y="859256"/>
                </a:lnTo>
                <a:lnTo>
                  <a:pt x="1966112" y="885990"/>
                </a:lnTo>
                <a:lnTo>
                  <a:pt x="1992845" y="870546"/>
                </a:lnTo>
                <a:close/>
              </a:path>
              <a:path w="18288635" h="10287000">
                <a:moveTo>
                  <a:pt x="2000046" y="3566642"/>
                </a:moveTo>
                <a:lnTo>
                  <a:pt x="1997430" y="3562134"/>
                </a:lnTo>
                <a:lnTo>
                  <a:pt x="1992922" y="3564737"/>
                </a:lnTo>
                <a:lnTo>
                  <a:pt x="1995525" y="3569246"/>
                </a:lnTo>
                <a:lnTo>
                  <a:pt x="2000046" y="3566642"/>
                </a:lnTo>
                <a:close/>
              </a:path>
              <a:path w="18288635" h="10287000">
                <a:moveTo>
                  <a:pt x="2001291" y="2743758"/>
                </a:moveTo>
                <a:lnTo>
                  <a:pt x="1995081" y="2733002"/>
                </a:lnTo>
                <a:lnTo>
                  <a:pt x="1984311" y="2739212"/>
                </a:lnTo>
                <a:lnTo>
                  <a:pt x="1990534" y="2749981"/>
                </a:lnTo>
                <a:lnTo>
                  <a:pt x="2001291" y="2743758"/>
                </a:lnTo>
                <a:close/>
              </a:path>
              <a:path w="18288635" h="10287000">
                <a:moveTo>
                  <a:pt x="2003640" y="1921179"/>
                </a:moveTo>
                <a:lnTo>
                  <a:pt x="1993023" y="1902764"/>
                </a:lnTo>
                <a:lnTo>
                  <a:pt x="1974621" y="1913394"/>
                </a:lnTo>
                <a:lnTo>
                  <a:pt x="1985238" y="1931797"/>
                </a:lnTo>
                <a:lnTo>
                  <a:pt x="2003640" y="1921179"/>
                </a:lnTo>
                <a:close/>
              </a:path>
              <a:path w="18288635" h="10287000">
                <a:moveTo>
                  <a:pt x="2005177" y="1098372"/>
                </a:moveTo>
                <a:lnTo>
                  <a:pt x="1990737" y="1073365"/>
                </a:lnTo>
                <a:lnTo>
                  <a:pt x="1965744" y="1087805"/>
                </a:lnTo>
                <a:lnTo>
                  <a:pt x="1980171" y="1112799"/>
                </a:lnTo>
                <a:lnTo>
                  <a:pt x="2005177" y="1098372"/>
                </a:lnTo>
                <a:close/>
              </a:path>
              <a:path w="18288635" h="10287000">
                <a:moveTo>
                  <a:pt x="2005342" y="275196"/>
                </a:moveTo>
                <a:lnTo>
                  <a:pt x="1988096" y="245338"/>
                </a:lnTo>
                <a:lnTo>
                  <a:pt x="1958238" y="262572"/>
                </a:lnTo>
                <a:lnTo>
                  <a:pt x="1975472" y="292430"/>
                </a:lnTo>
                <a:lnTo>
                  <a:pt x="2005342" y="275196"/>
                </a:lnTo>
                <a:close/>
              </a:path>
              <a:path w="18288635" h="10287000">
                <a:moveTo>
                  <a:pt x="2012365" y="3794455"/>
                </a:moveTo>
                <a:lnTo>
                  <a:pt x="2010765" y="3791686"/>
                </a:lnTo>
                <a:lnTo>
                  <a:pt x="2007984" y="3793286"/>
                </a:lnTo>
                <a:lnTo>
                  <a:pt x="2009597" y="3796068"/>
                </a:lnTo>
                <a:lnTo>
                  <a:pt x="2012365" y="3794455"/>
                </a:lnTo>
                <a:close/>
              </a:path>
              <a:path w="18288635" h="10287000">
                <a:moveTo>
                  <a:pt x="2013356" y="2971508"/>
                </a:moveTo>
                <a:lnTo>
                  <a:pt x="2008339" y="2962833"/>
                </a:lnTo>
                <a:lnTo>
                  <a:pt x="1999653" y="2967837"/>
                </a:lnTo>
                <a:lnTo>
                  <a:pt x="2004669" y="2976524"/>
                </a:lnTo>
                <a:lnTo>
                  <a:pt x="2013356" y="2971508"/>
                </a:lnTo>
                <a:close/>
              </a:path>
              <a:path w="18288635" h="10287000">
                <a:moveTo>
                  <a:pt x="2015426" y="2148840"/>
                </a:moveTo>
                <a:lnTo>
                  <a:pt x="2006206" y="2132876"/>
                </a:lnTo>
                <a:lnTo>
                  <a:pt x="1990229" y="2142096"/>
                </a:lnTo>
                <a:lnTo>
                  <a:pt x="1999449" y="2158060"/>
                </a:lnTo>
                <a:lnTo>
                  <a:pt x="2015426" y="2148840"/>
                </a:lnTo>
                <a:close/>
              </a:path>
              <a:path w="18288635" h="10287000">
                <a:moveTo>
                  <a:pt x="2017229" y="1326108"/>
                </a:moveTo>
                <a:lnTo>
                  <a:pt x="2003996" y="1303197"/>
                </a:lnTo>
                <a:lnTo>
                  <a:pt x="1981085" y="1316431"/>
                </a:lnTo>
                <a:lnTo>
                  <a:pt x="1994306" y="1339342"/>
                </a:lnTo>
                <a:lnTo>
                  <a:pt x="2017229" y="1326108"/>
                </a:lnTo>
                <a:close/>
              </a:path>
              <a:path w="18288635" h="10287000">
                <a:moveTo>
                  <a:pt x="2017941" y="503085"/>
                </a:moveTo>
                <a:lnTo>
                  <a:pt x="2001494" y="474611"/>
                </a:lnTo>
                <a:lnTo>
                  <a:pt x="1973033" y="491045"/>
                </a:lnTo>
                <a:lnTo>
                  <a:pt x="1989467" y="519518"/>
                </a:lnTo>
                <a:lnTo>
                  <a:pt x="2017941" y="503085"/>
                </a:lnTo>
                <a:close/>
              </a:path>
              <a:path w="18288635" h="10287000">
                <a:moveTo>
                  <a:pt x="2024964" y="4022344"/>
                </a:moveTo>
                <a:lnTo>
                  <a:pt x="2024164" y="4020959"/>
                </a:lnTo>
                <a:lnTo>
                  <a:pt x="2022779" y="4021759"/>
                </a:lnTo>
                <a:lnTo>
                  <a:pt x="2023579" y="4023144"/>
                </a:lnTo>
                <a:lnTo>
                  <a:pt x="2024964" y="4022344"/>
                </a:lnTo>
                <a:close/>
              </a:path>
              <a:path w="18288635" h="10287000">
                <a:moveTo>
                  <a:pt x="2025408" y="3199244"/>
                </a:moveTo>
                <a:lnTo>
                  <a:pt x="2021598" y="3192653"/>
                </a:lnTo>
                <a:lnTo>
                  <a:pt x="2014994" y="3196463"/>
                </a:lnTo>
                <a:lnTo>
                  <a:pt x="2018804" y="3203054"/>
                </a:lnTo>
                <a:lnTo>
                  <a:pt x="2025408" y="3199244"/>
                </a:lnTo>
                <a:close/>
              </a:path>
              <a:path w="18288635" h="10287000">
                <a:moveTo>
                  <a:pt x="2027478" y="2376589"/>
                </a:moveTo>
                <a:lnTo>
                  <a:pt x="2019465" y="2362695"/>
                </a:lnTo>
                <a:lnTo>
                  <a:pt x="2005571" y="2370721"/>
                </a:lnTo>
                <a:lnTo>
                  <a:pt x="2013585" y="2384602"/>
                </a:lnTo>
                <a:lnTo>
                  <a:pt x="2027478" y="2376589"/>
                </a:lnTo>
                <a:close/>
              </a:path>
              <a:path w="18288635" h="10287000">
                <a:moveTo>
                  <a:pt x="2029548" y="1553933"/>
                </a:moveTo>
                <a:lnTo>
                  <a:pt x="2017331" y="1532750"/>
                </a:lnTo>
                <a:lnTo>
                  <a:pt x="1996147" y="1544980"/>
                </a:lnTo>
                <a:lnTo>
                  <a:pt x="2008378" y="1566164"/>
                </a:lnTo>
                <a:lnTo>
                  <a:pt x="2029548" y="1553933"/>
                </a:lnTo>
                <a:close/>
              </a:path>
              <a:path w="18288635" h="10287000">
                <a:moveTo>
                  <a:pt x="2030539" y="730973"/>
                </a:moveTo>
                <a:lnTo>
                  <a:pt x="2014905" y="703897"/>
                </a:lnTo>
                <a:lnTo>
                  <a:pt x="1987829" y="719531"/>
                </a:lnTo>
                <a:lnTo>
                  <a:pt x="2003463" y="746607"/>
                </a:lnTo>
                <a:lnTo>
                  <a:pt x="2030539" y="730973"/>
                </a:lnTo>
                <a:close/>
              </a:path>
              <a:path w="18288635" h="10287000">
                <a:moveTo>
                  <a:pt x="2038007" y="3427133"/>
                </a:moveTo>
                <a:lnTo>
                  <a:pt x="2034997" y="3421938"/>
                </a:lnTo>
                <a:lnTo>
                  <a:pt x="2029790" y="3424936"/>
                </a:lnTo>
                <a:lnTo>
                  <a:pt x="2032800" y="3430143"/>
                </a:lnTo>
                <a:lnTo>
                  <a:pt x="2038007" y="3427133"/>
                </a:lnTo>
                <a:close/>
              </a:path>
              <a:path w="18288635" h="10287000">
                <a:moveTo>
                  <a:pt x="2039531" y="2604338"/>
                </a:moveTo>
                <a:lnTo>
                  <a:pt x="2032711" y="2592527"/>
                </a:lnTo>
                <a:lnTo>
                  <a:pt x="2020912" y="2599347"/>
                </a:lnTo>
                <a:lnTo>
                  <a:pt x="2027732" y="2611145"/>
                </a:lnTo>
                <a:lnTo>
                  <a:pt x="2039531" y="2604338"/>
                </a:lnTo>
                <a:close/>
              </a:path>
              <a:path w="18288635" h="10287000">
                <a:moveTo>
                  <a:pt x="2041613" y="1781670"/>
                </a:moveTo>
                <a:lnTo>
                  <a:pt x="2030590" y="1762569"/>
                </a:lnTo>
                <a:lnTo>
                  <a:pt x="2011489" y="1773605"/>
                </a:lnTo>
                <a:lnTo>
                  <a:pt x="2022513" y="1792693"/>
                </a:lnTo>
                <a:lnTo>
                  <a:pt x="2041613" y="1781670"/>
                </a:lnTo>
                <a:close/>
              </a:path>
              <a:path w="18288635" h="10287000">
                <a:moveTo>
                  <a:pt x="2042756" y="135547"/>
                </a:moveTo>
                <a:lnTo>
                  <a:pt x="2025510" y="105689"/>
                </a:lnTo>
                <a:lnTo>
                  <a:pt x="1995665" y="122923"/>
                </a:lnTo>
                <a:lnTo>
                  <a:pt x="2012899" y="152781"/>
                </a:lnTo>
                <a:lnTo>
                  <a:pt x="2042756" y="135547"/>
                </a:lnTo>
                <a:close/>
              </a:path>
              <a:path w="18288635" h="10287000">
                <a:moveTo>
                  <a:pt x="2043137" y="958862"/>
                </a:moveTo>
                <a:lnTo>
                  <a:pt x="2028304" y="933170"/>
                </a:lnTo>
                <a:lnTo>
                  <a:pt x="2002612" y="948004"/>
                </a:lnTo>
                <a:lnTo>
                  <a:pt x="2017445" y="973696"/>
                </a:lnTo>
                <a:lnTo>
                  <a:pt x="2043137" y="958862"/>
                </a:lnTo>
                <a:close/>
              </a:path>
              <a:path w="18288635" h="10287000">
                <a:moveTo>
                  <a:pt x="2050338" y="3654958"/>
                </a:moveTo>
                <a:lnTo>
                  <a:pt x="2048332" y="3651478"/>
                </a:lnTo>
                <a:lnTo>
                  <a:pt x="2044865" y="3653485"/>
                </a:lnTo>
                <a:lnTo>
                  <a:pt x="2046859" y="3656965"/>
                </a:lnTo>
                <a:lnTo>
                  <a:pt x="2050338" y="3654958"/>
                </a:lnTo>
                <a:close/>
              </a:path>
              <a:path w="18288635" h="10287000">
                <a:moveTo>
                  <a:pt x="2051583" y="2832074"/>
                </a:moveTo>
                <a:lnTo>
                  <a:pt x="2045970" y="2822359"/>
                </a:lnTo>
                <a:lnTo>
                  <a:pt x="2036254" y="2827972"/>
                </a:lnTo>
                <a:lnTo>
                  <a:pt x="2041867" y="2837688"/>
                </a:lnTo>
                <a:lnTo>
                  <a:pt x="2051583" y="2832074"/>
                </a:lnTo>
                <a:close/>
              </a:path>
              <a:path w="18288635" h="10287000">
                <a:moveTo>
                  <a:pt x="2053666" y="2009419"/>
                </a:moveTo>
                <a:lnTo>
                  <a:pt x="2043836" y="1992401"/>
                </a:lnTo>
                <a:lnTo>
                  <a:pt x="2026831" y="2002231"/>
                </a:lnTo>
                <a:lnTo>
                  <a:pt x="2036648" y="2019236"/>
                </a:lnTo>
                <a:lnTo>
                  <a:pt x="2053666" y="2009419"/>
                </a:lnTo>
                <a:close/>
              </a:path>
              <a:path w="18288635" h="10287000">
                <a:moveTo>
                  <a:pt x="2055469" y="1186675"/>
                </a:moveTo>
                <a:lnTo>
                  <a:pt x="2041639" y="1162723"/>
                </a:lnTo>
                <a:lnTo>
                  <a:pt x="2017674" y="1176553"/>
                </a:lnTo>
                <a:lnTo>
                  <a:pt x="2031504" y="1200518"/>
                </a:lnTo>
                <a:lnTo>
                  <a:pt x="2055469" y="1186675"/>
                </a:lnTo>
                <a:close/>
              </a:path>
              <a:path w="18288635" h="10287000">
                <a:moveTo>
                  <a:pt x="2055634" y="363499"/>
                </a:moveTo>
                <a:lnTo>
                  <a:pt x="2038997" y="334683"/>
                </a:lnTo>
                <a:lnTo>
                  <a:pt x="2010181" y="351320"/>
                </a:lnTo>
                <a:lnTo>
                  <a:pt x="2026818" y="380136"/>
                </a:lnTo>
                <a:lnTo>
                  <a:pt x="2055634" y="363499"/>
                </a:lnTo>
                <a:close/>
              </a:path>
              <a:path w="18288635" h="10287000">
                <a:moveTo>
                  <a:pt x="2062251" y="0"/>
                </a:moveTo>
                <a:lnTo>
                  <a:pt x="2048979" y="0"/>
                </a:lnTo>
                <a:lnTo>
                  <a:pt x="2052294" y="5740"/>
                </a:lnTo>
                <a:lnTo>
                  <a:pt x="2062251" y="0"/>
                </a:lnTo>
                <a:close/>
              </a:path>
              <a:path w="18288635" h="10287000">
                <a:moveTo>
                  <a:pt x="2062937" y="3882847"/>
                </a:moveTo>
                <a:lnTo>
                  <a:pt x="2061730" y="3880764"/>
                </a:lnTo>
                <a:lnTo>
                  <a:pt x="2059647" y="3881971"/>
                </a:lnTo>
                <a:lnTo>
                  <a:pt x="2060854" y="3884053"/>
                </a:lnTo>
                <a:lnTo>
                  <a:pt x="2062937" y="3882847"/>
                </a:lnTo>
                <a:close/>
              </a:path>
              <a:path w="18288635" h="10287000">
                <a:moveTo>
                  <a:pt x="2063648" y="3059823"/>
                </a:moveTo>
                <a:lnTo>
                  <a:pt x="2059228" y="3052178"/>
                </a:lnTo>
                <a:lnTo>
                  <a:pt x="2051596" y="3056598"/>
                </a:lnTo>
                <a:lnTo>
                  <a:pt x="2056003" y="3064230"/>
                </a:lnTo>
                <a:lnTo>
                  <a:pt x="2063648" y="3059823"/>
                </a:lnTo>
                <a:close/>
              </a:path>
              <a:path w="18288635" h="10287000">
                <a:moveTo>
                  <a:pt x="2065439" y="2237092"/>
                </a:moveTo>
                <a:lnTo>
                  <a:pt x="2057019" y="2222512"/>
                </a:lnTo>
                <a:lnTo>
                  <a:pt x="2042439" y="2230920"/>
                </a:lnTo>
                <a:lnTo>
                  <a:pt x="2050859" y="2245512"/>
                </a:lnTo>
                <a:lnTo>
                  <a:pt x="2065439" y="2237092"/>
                </a:lnTo>
                <a:close/>
              </a:path>
              <a:path w="18288635" h="10287000">
                <a:moveTo>
                  <a:pt x="2067521" y="1414424"/>
                </a:moveTo>
                <a:lnTo>
                  <a:pt x="2054898" y="1392555"/>
                </a:lnTo>
                <a:lnTo>
                  <a:pt x="2033016" y="1405178"/>
                </a:lnTo>
                <a:lnTo>
                  <a:pt x="2045652" y="1427048"/>
                </a:lnTo>
                <a:lnTo>
                  <a:pt x="2067521" y="1414424"/>
                </a:lnTo>
                <a:close/>
              </a:path>
              <a:path w="18288635" h="10287000">
                <a:moveTo>
                  <a:pt x="2068233" y="591388"/>
                </a:moveTo>
                <a:lnTo>
                  <a:pt x="2052396" y="563968"/>
                </a:lnTo>
                <a:lnTo>
                  <a:pt x="2024964" y="579805"/>
                </a:lnTo>
                <a:lnTo>
                  <a:pt x="2040801" y="607225"/>
                </a:lnTo>
                <a:lnTo>
                  <a:pt x="2068233" y="591388"/>
                </a:lnTo>
                <a:close/>
              </a:path>
              <a:path w="18288635" h="10287000">
                <a:moveTo>
                  <a:pt x="2075967" y="3287636"/>
                </a:moveTo>
                <a:lnTo>
                  <a:pt x="2072563" y="3281730"/>
                </a:lnTo>
                <a:lnTo>
                  <a:pt x="2066658" y="3285147"/>
                </a:lnTo>
                <a:lnTo>
                  <a:pt x="2070074" y="3291040"/>
                </a:lnTo>
                <a:lnTo>
                  <a:pt x="2075967" y="3287636"/>
                </a:lnTo>
                <a:close/>
              </a:path>
              <a:path w="18288635" h="10287000">
                <a:moveTo>
                  <a:pt x="2077504" y="2464828"/>
                </a:moveTo>
                <a:lnTo>
                  <a:pt x="2070277" y="2452332"/>
                </a:lnTo>
                <a:lnTo>
                  <a:pt x="2057781" y="2459545"/>
                </a:lnTo>
                <a:lnTo>
                  <a:pt x="2065007" y="2472042"/>
                </a:lnTo>
                <a:lnTo>
                  <a:pt x="2077504" y="2464828"/>
                </a:lnTo>
                <a:close/>
              </a:path>
              <a:path w="18288635" h="10287000">
                <a:moveTo>
                  <a:pt x="2079294" y="1642097"/>
                </a:moveTo>
                <a:lnTo>
                  <a:pt x="2068080" y="1622653"/>
                </a:lnTo>
                <a:lnTo>
                  <a:pt x="2048637" y="1633880"/>
                </a:lnTo>
                <a:lnTo>
                  <a:pt x="2059863" y="1653324"/>
                </a:lnTo>
                <a:lnTo>
                  <a:pt x="2079294" y="1642097"/>
                </a:lnTo>
                <a:close/>
              </a:path>
              <a:path w="18288635" h="10287000">
                <a:moveTo>
                  <a:pt x="2080831" y="819289"/>
                </a:moveTo>
                <a:lnTo>
                  <a:pt x="2065794" y="793242"/>
                </a:lnTo>
                <a:lnTo>
                  <a:pt x="2039759" y="808278"/>
                </a:lnTo>
                <a:lnTo>
                  <a:pt x="2054796" y="834326"/>
                </a:lnTo>
                <a:lnTo>
                  <a:pt x="2080831" y="819289"/>
                </a:lnTo>
                <a:close/>
              </a:path>
              <a:path w="18288635" h="10287000">
                <a:moveTo>
                  <a:pt x="2088299" y="3515449"/>
                </a:moveTo>
                <a:lnTo>
                  <a:pt x="2085898" y="3511296"/>
                </a:lnTo>
                <a:lnTo>
                  <a:pt x="2081733" y="3513696"/>
                </a:lnTo>
                <a:lnTo>
                  <a:pt x="2084133" y="3517862"/>
                </a:lnTo>
                <a:lnTo>
                  <a:pt x="2088299" y="3515449"/>
                </a:lnTo>
                <a:close/>
              </a:path>
              <a:path w="18288635" h="10287000">
                <a:moveTo>
                  <a:pt x="2089556" y="2692577"/>
                </a:moveTo>
                <a:lnTo>
                  <a:pt x="2083536" y="2682163"/>
                </a:lnTo>
                <a:lnTo>
                  <a:pt x="2073122" y="2688171"/>
                </a:lnTo>
                <a:lnTo>
                  <a:pt x="2079142" y="2698585"/>
                </a:lnTo>
                <a:lnTo>
                  <a:pt x="2089556" y="2692577"/>
                </a:lnTo>
                <a:close/>
              </a:path>
              <a:path w="18288635" h="10287000">
                <a:moveTo>
                  <a:pt x="2091626" y="1869909"/>
                </a:moveTo>
                <a:lnTo>
                  <a:pt x="2081403" y="1852206"/>
                </a:lnTo>
                <a:lnTo>
                  <a:pt x="2063699" y="1862429"/>
                </a:lnTo>
                <a:lnTo>
                  <a:pt x="2073922" y="1880133"/>
                </a:lnTo>
                <a:lnTo>
                  <a:pt x="2091626" y="1869909"/>
                </a:lnTo>
                <a:close/>
              </a:path>
              <a:path w="18288635" h="10287000">
                <a:moveTo>
                  <a:pt x="2093048" y="223850"/>
                </a:moveTo>
                <a:lnTo>
                  <a:pt x="2076411" y="195033"/>
                </a:lnTo>
                <a:lnTo>
                  <a:pt x="2047595" y="211683"/>
                </a:lnTo>
                <a:lnTo>
                  <a:pt x="2064232" y="240487"/>
                </a:lnTo>
                <a:lnTo>
                  <a:pt x="2093048" y="223850"/>
                </a:lnTo>
                <a:close/>
              </a:path>
              <a:path w="18288635" h="10287000">
                <a:moveTo>
                  <a:pt x="2093163" y="1047102"/>
                </a:moveTo>
                <a:lnTo>
                  <a:pt x="2079129" y="1022807"/>
                </a:lnTo>
                <a:lnTo>
                  <a:pt x="2054821" y="1036828"/>
                </a:lnTo>
                <a:lnTo>
                  <a:pt x="2068855" y="1061135"/>
                </a:lnTo>
                <a:lnTo>
                  <a:pt x="2093163" y="1047102"/>
                </a:lnTo>
                <a:close/>
              </a:path>
              <a:path w="18288635" h="10287000">
                <a:moveTo>
                  <a:pt x="2100897" y="3743350"/>
                </a:moveTo>
                <a:lnTo>
                  <a:pt x="2099297" y="3740569"/>
                </a:lnTo>
                <a:lnTo>
                  <a:pt x="2096516" y="3742169"/>
                </a:lnTo>
                <a:lnTo>
                  <a:pt x="2098128" y="3744950"/>
                </a:lnTo>
                <a:lnTo>
                  <a:pt x="2100897" y="3743350"/>
                </a:lnTo>
                <a:close/>
              </a:path>
              <a:path w="18288635" h="10287000">
                <a:moveTo>
                  <a:pt x="2101888" y="2920390"/>
                </a:moveTo>
                <a:lnTo>
                  <a:pt x="2096871" y="2911716"/>
                </a:lnTo>
                <a:lnTo>
                  <a:pt x="2088197" y="2916720"/>
                </a:lnTo>
                <a:lnTo>
                  <a:pt x="2093201" y="2925407"/>
                </a:lnTo>
                <a:lnTo>
                  <a:pt x="2101888" y="2920390"/>
                </a:lnTo>
                <a:close/>
              </a:path>
              <a:path w="18288635" h="10287000">
                <a:moveTo>
                  <a:pt x="2103412" y="2097582"/>
                </a:moveTo>
                <a:lnTo>
                  <a:pt x="2094585" y="2082304"/>
                </a:lnTo>
                <a:lnTo>
                  <a:pt x="2079307" y="2091131"/>
                </a:lnTo>
                <a:lnTo>
                  <a:pt x="2088134" y="2106409"/>
                </a:lnTo>
                <a:lnTo>
                  <a:pt x="2103412" y="2097582"/>
                </a:lnTo>
                <a:close/>
              </a:path>
              <a:path w="18288635" h="10287000">
                <a:moveTo>
                  <a:pt x="2105495" y="1274927"/>
                </a:moveTo>
                <a:lnTo>
                  <a:pt x="2092452" y="1252359"/>
                </a:lnTo>
                <a:lnTo>
                  <a:pt x="2069884" y="1265377"/>
                </a:lnTo>
                <a:lnTo>
                  <a:pt x="2082927" y="1287957"/>
                </a:lnTo>
                <a:lnTo>
                  <a:pt x="2105495" y="1274927"/>
                </a:lnTo>
                <a:close/>
              </a:path>
              <a:path w="18288635" h="10287000">
                <a:moveTo>
                  <a:pt x="2105647" y="451751"/>
                </a:moveTo>
                <a:lnTo>
                  <a:pt x="2089810" y="424319"/>
                </a:lnTo>
                <a:lnTo>
                  <a:pt x="2062391" y="440156"/>
                </a:lnTo>
                <a:lnTo>
                  <a:pt x="2078228" y="467588"/>
                </a:lnTo>
                <a:lnTo>
                  <a:pt x="2105647" y="451751"/>
                </a:lnTo>
                <a:close/>
              </a:path>
              <a:path w="18288635" h="10287000">
                <a:moveTo>
                  <a:pt x="2113496" y="3971226"/>
                </a:moveTo>
                <a:lnTo>
                  <a:pt x="2112695" y="3969855"/>
                </a:lnTo>
                <a:lnTo>
                  <a:pt x="2111311" y="3970655"/>
                </a:lnTo>
                <a:lnTo>
                  <a:pt x="2112111" y="3972039"/>
                </a:lnTo>
                <a:lnTo>
                  <a:pt x="2113496" y="3971226"/>
                </a:lnTo>
                <a:close/>
              </a:path>
              <a:path w="18288635" h="10287000">
                <a:moveTo>
                  <a:pt x="2113661" y="3148063"/>
                </a:moveTo>
                <a:lnTo>
                  <a:pt x="2110054" y="3141815"/>
                </a:lnTo>
                <a:lnTo>
                  <a:pt x="2103805" y="3145421"/>
                </a:lnTo>
                <a:lnTo>
                  <a:pt x="2107412" y="3151670"/>
                </a:lnTo>
                <a:lnTo>
                  <a:pt x="2113661" y="3148063"/>
                </a:lnTo>
                <a:close/>
              </a:path>
              <a:path w="18288635" h="10287000">
                <a:moveTo>
                  <a:pt x="2115743" y="2325408"/>
                </a:moveTo>
                <a:lnTo>
                  <a:pt x="2107920" y="2311870"/>
                </a:lnTo>
                <a:lnTo>
                  <a:pt x="2094382" y="2319680"/>
                </a:lnTo>
                <a:lnTo>
                  <a:pt x="2102192" y="2333218"/>
                </a:lnTo>
                <a:lnTo>
                  <a:pt x="2115743" y="2325408"/>
                </a:lnTo>
                <a:close/>
              </a:path>
              <a:path w="18288635" h="10287000">
                <a:moveTo>
                  <a:pt x="2117534" y="1502664"/>
                </a:moveTo>
                <a:lnTo>
                  <a:pt x="2105710" y="1482178"/>
                </a:lnTo>
                <a:lnTo>
                  <a:pt x="2085225" y="1494002"/>
                </a:lnTo>
                <a:lnTo>
                  <a:pt x="2097062" y="1514487"/>
                </a:lnTo>
                <a:lnTo>
                  <a:pt x="2117534" y="1502664"/>
                </a:lnTo>
                <a:close/>
              </a:path>
              <a:path w="18288635" h="10287000">
                <a:moveTo>
                  <a:pt x="2118525" y="679704"/>
                </a:moveTo>
                <a:lnTo>
                  <a:pt x="2103285" y="653326"/>
                </a:lnTo>
                <a:lnTo>
                  <a:pt x="2076907" y="668566"/>
                </a:lnTo>
                <a:lnTo>
                  <a:pt x="2092134" y="694944"/>
                </a:lnTo>
                <a:lnTo>
                  <a:pt x="2118525" y="679704"/>
                </a:lnTo>
                <a:close/>
              </a:path>
              <a:path w="18288635" h="10287000">
                <a:moveTo>
                  <a:pt x="2126538" y="3376028"/>
                </a:moveTo>
                <a:lnTo>
                  <a:pt x="2123529" y="3370821"/>
                </a:lnTo>
                <a:lnTo>
                  <a:pt x="2118322" y="3373818"/>
                </a:lnTo>
                <a:lnTo>
                  <a:pt x="2121331" y="3379038"/>
                </a:lnTo>
                <a:lnTo>
                  <a:pt x="2126538" y="3376028"/>
                </a:lnTo>
                <a:close/>
              </a:path>
              <a:path w="18288635" h="10287000">
                <a:moveTo>
                  <a:pt x="2127796" y="2553144"/>
                </a:moveTo>
                <a:lnTo>
                  <a:pt x="2121179" y="2541689"/>
                </a:lnTo>
                <a:lnTo>
                  <a:pt x="2109711" y="2548305"/>
                </a:lnTo>
                <a:lnTo>
                  <a:pt x="2116328" y="2559761"/>
                </a:lnTo>
                <a:lnTo>
                  <a:pt x="2127796" y="2553144"/>
                </a:lnTo>
                <a:close/>
              </a:path>
              <a:path w="18288635" h="10287000">
                <a:moveTo>
                  <a:pt x="2129866" y="1730489"/>
                </a:moveTo>
                <a:lnTo>
                  <a:pt x="2119045" y="1711731"/>
                </a:lnTo>
                <a:lnTo>
                  <a:pt x="2100300" y="1722564"/>
                </a:lnTo>
                <a:lnTo>
                  <a:pt x="2111121" y="1741309"/>
                </a:lnTo>
                <a:lnTo>
                  <a:pt x="2129866" y="1730489"/>
                </a:lnTo>
                <a:close/>
              </a:path>
              <a:path w="18288635" h="10287000">
                <a:moveTo>
                  <a:pt x="2130196" y="84137"/>
                </a:moveTo>
                <a:lnTo>
                  <a:pt x="2113762" y="55664"/>
                </a:lnTo>
                <a:lnTo>
                  <a:pt x="2085289" y="72097"/>
                </a:lnTo>
                <a:lnTo>
                  <a:pt x="2101723" y="100571"/>
                </a:lnTo>
                <a:lnTo>
                  <a:pt x="2130196" y="84137"/>
                </a:lnTo>
                <a:close/>
              </a:path>
              <a:path w="18288635" h="10287000">
                <a:moveTo>
                  <a:pt x="2130856" y="907529"/>
                </a:moveTo>
                <a:lnTo>
                  <a:pt x="2116620" y="882878"/>
                </a:lnTo>
                <a:lnTo>
                  <a:pt x="2091969" y="897102"/>
                </a:lnTo>
                <a:lnTo>
                  <a:pt x="2106206" y="921753"/>
                </a:lnTo>
                <a:lnTo>
                  <a:pt x="2130856" y="907529"/>
                </a:lnTo>
                <a:close/>
              </a:path>
              <a:path w="18288635" h="10287000">
                <a:moveTo>
                  <a:pt x="2138870" y="3603841"/>
                </a:moveTo>
                <a:lnTo>
                  <a:pt x="2136864" y="3600373"/>
                </a:lnTo>
                <a:lnTo>
                  <a:pt x="2133384" y="3602380"/>
                </a:lnTo>
                <a:lnTo>
                  <a:pt x="2135390" y="3605847"/>
                </a:lnTo>
                <a:lnTo>
                  <a:pt x="2138870" y="3603841"/>
                </a:lnTo>
                <a:close/>
              </a:path>
              <a:path w="18288635" h="10287000">
                <a:moveTo>
                  <a:pt x="2139848" y="2780893"/>
                </a:moveTo>
                <a:lnTo>
                  <a:pt x="2134438" y="2771521"/>
                </a:lnTo>
                <a:lnTo>
                  <a:pt x="2125065" y="2776931"/>
                </a:lnTo>
                <a:lnTo>
                  <a:pt x="2130475" y="2786303"/>
                </a:lnTo>
                <a:lnTo>
                  <a:pt x="2139848" y="2780893"/>
                </a:lnTo>
                <a:close/>
              </a:path>
              <a:path w="18288635" h="10287000">
                <a:moveTo>
                  <a:pt x="2141651" y="1958149"/>
                </a:moveTo>
                <a:lnTo>
                  <a:pt x="2132228" y="1941842"/>
                </a:lnTo>
                <a:lnTo>
                  <a:pt x="2115909" y="1951253"/>
                </a:lnTo>
                <a:lnTo>
                  <a:pt x="2125332" y="1967572"/>
                </a:lnTo>
                <a:lnTo>
                  <a:pt x="2141651" y="1958149"/>
                </a:lnTo>
                <a:close/>
              </a:path>
              <a:path w="18288635" h="10287000">
                <a:moveTo>
                  <a:pt x="2143074" y="312102"/>
                </a:moveTo>
                <a:lnTo>
                  <a:pt x="2127237" y="284670"/>
                </a:lnTo>
                <a:lnTo>
                  <a:pt x="2099805" y="300507"/>
                </a:lnTo>
                <a:lnTo>
                  <a:pt x="2115642" y="327926"/>
                </a:lnTo>
                <a:lnTo>
                  <a:pt x="2143074" y="312102"/>
                </a:lnTo>
                <a:close/>
              </a:path>
              <a:path w="18288635" h="10287000">
                <a:moveTo>
                  <a:pt x="2143175" y="1135341"/>
                </a:moveTo>
                <a:lnTo>
                  <a:pt x="2129955" y="1112431"/>
                </a:lnTo>
                <a:lnTo>
                  <a:pt x="2107031" y="1125664"/>
                </a:lnTo>
                <a:lnTo>
                  <a:pt x="2120265" y="1148575"/>
                </a:lnTo>
                <a:lnTo>
                  <a:pt x="2143175" y="1135341"/>
                </a:lnTo>
                <a:close/>
              </a:path>
              <a:path w="18288635" h="10287000">
                <a:moveTo>
                  <a:pt x="2151469" y="3831729"/>
                </a:moveTo>
                <a:lnTo>
                  <a:pt x="2150262" y="3829647"/>
                </a:lnTo>
                <a:lnTo>
                  <a:pt x="2148192" y="3830853"/>
                </a:lnTo>
                <a:lnTo>
                  <a:pt x="2149386" y="3832936"/>
                </a:lnTo>
                <a:lnTo>
                  <a:pt x="2151469" y="3831729"/>
                </a:lnTo>
                <a:close/>
              </a:path>
              <a:path w="18288635" h="10287000">
                <a:moveTo>
                  <a:pt x="2151900" y="3008630"/>
                </a:moveTo>
                <a:lnTo>
                  <a:pt x="2147697" y="3001340"/>
                </a:lnTo>
                <a:lnTo>
                  <a:pt x="2140407" y="3005556"/>
                </a:lnTo>
                <a:lnTo>
                  <a:pt x="2144611" y="3012846"/>
                </a:lnTo>
                <a:lnTo>
                  <a:pt x="2151900" y="3008630"/>
                </a:lnTo>
                <a:close/>
              </a:path>
              <a:path w="18288635" h="10287000">
                <a:moveTo>
                  <a:pt x="2153704" y="2185898"/>
                </a:moveTo>
                <a:lnTo>
                  <a:pt x="2145487" y="2171662"/>
                </a:lnTo>
                <a:lnTo>
                  <a:pt x="2131250" y="2179878"/>
                </a:lnTo>
                <a:lnTo>
                  <a:pt x="2139467" y="2194115"/>
                </a:lnTo>
                <a:lnTo>
                  <a:pt x="2153704" y="2185898"/>
                </a:lnTo>
                <a:close/>
              </a:path>
              <a:path w="18288635" h="10287000">
                <a:moveTo>
                  <a:pt x="2155507" y="1363167"/>
                </a:moveTo>
                <a:lnTo>
                  <a:pt x="2143277" y="1341983"/>
                </a:lnTo>
                <a:lnTo>
                  <a:pt x="2122106" y="1354213"/>
                </a:lnTo>
                <a:lnTo>
                  <a:pt x="2134324" y="1375384"/>
                </a:lnTo>
                <a:lnTo>
                  <a:pt x="2155507" y="1363167"/>
                </a:lnTo>
                <a:close/>
              </a:path>
              <a:path w="18288635" h="10287000">
                <a:moveTo>
                  <a:pt x="2155952" y="540067"/>
                </a:moveTo>
                <a:lnTo>
                  <a:pt x="2140712" y="513676"/>
                </a:lnTo>
                <a:lnTo>
                  <a:pt x="2114321" y="528904"/>
                </a:lnTo>
                <a:lnTo>
                  <a:pt x="2129561" y="555294"/>
                </a:lnTo>
                <a:lnTo>
                  <a:pt x="2155952" y="540067"/>
                </a:lnTo>
                <a:close/>
              </a:path>
              <a:path w="18288635" h="10287000">
                <a:moveTo>
                  <a:pt x="2164232" y="3236455"/>
                </a:moveTo>
                <a:lnTo>
                  <a:pt x="2161032" y="3230892"/>
                </a:lnTo>
                <a:lnTo>
                  <a:pt x="2155469" y="3234105"/>
                </a:lnTo>
                <a:lnTo>
                  <a:pt x="2158669" y="3239655"/>
                </a:lnTo>
                <a:lnTo>
                  <a:pt x="2164232" y="3236455"/>
                </a:lnTo>
                <a:close/>
              </a:path>
              <a:path w="18288635" h="10287000">
                <a:moveTo>
                  <a:pt x="2166035" y="2413711"/>
                </a:moveTo>
                <a:lnTo>
                  <a:pt x="2158822" y="2401214"/>
                </a:lnTo>
                <a:lnTo>
                  <a:pt x="2146312" y="2408428"/>
                </a:lnTo>
                <a:lnTo>
                  <a:pt x="2153526" y="2420937"/>
                </a:lnTo>
                <a:lnTo>
                  <a:pt x="2166035" y="2413711"/>
                </a:lnTo>
                <a:close/>
              </a:path>
              <a:path w="18288635" h="10287000">
                <a:moveTo>
                  <a:pt x="2167559" y="1590903"/>
                </a:moveTo>
                <a:lnTo>
                  <a:pt x="2156536" y="1571815"/>
                </a:lnTo>
                <a:lnTo>
                  <a:pt x="2137435" y="1582839"/>
                </a:lnTo>
                <a:lnTo>
                  <a:pt x="2148459" y="1601927"/>
                </a:lnTo>
                <a:lnTo>
                  <a:pt x="2167559" y="1590903"/>
                </a:lnTo>
                <a:close/>
              </a:path>
              <a:path w="18288635" h="10287000">
                <a:moveTo>
                  <a:pt x="2168550" y="767956"/>
                </a:moveTo>
                <a:lnTo>
                  <a:pt x="2154110" y="742950"/>
                </a:lnTo>
                <a:lnTo>
                  <a:pt x="2129117" y="757377"/>
                </a:lnTo>
                <a:lnTo>
                  <a:pt x="2143544" y="782383"/>
                </a:lnTo>
                <a:lnTo>
                  <a:pt x="2168550" y="767956"/>
                </a:lnTo>
                <a:close/>
              </a:path>
              <a:path w="18288635" h="10287000">
                <a:moveTo>
                  <a:pt x="2176830" y="3464344"/>
                </a:moveTo>
                <a:lnTo>
                  <a:pt x="2174430" y="3460178"/>
                </a:lnTo>
                <a:lnTo>
                  <a:pt x="2170265" y="3462578"/>
                </a:lnTo>
                <a:lnTo>
                  <a:pt x="2172665" y="3466744"/>
                </a:lnTo>
                <a:lnTo>
                  <a:pt x="2176830" y="3464344"/>
                </a:lnTo>
                <a:close/>
              </a:path>
              <a:path w="18288635" h="10287000">
                <a:moveTo>
                  <a:pt x="2178088" y="2641460"/>
                </a:moveTo>
                <a:lnTo>
                  <a:pt x="2172068" y="2631046"/>
                </a:lnTo>
                <a:lnTo>
                  <a:pt x="2161654" y="2637053"/>
                </a:lnTo>
                <a:lnTo>
                  <a:pt x="2167674" y="2647467"/>
                </a:lnTo>
                <a:lnTo>
                  <a:pt x="2178088" y="2641460"/>
                </a:lnTo>
                <a:close/>
              </a:path>
              <a:path w="18288635" h="10287000">
                <a:moveTo>
                  <a:pt x="2179891" y="1818728"/>
                </a:moveTo>
                <a:lnTo>
                  <a:pt x="2169858" y="1801368"/>
                </a:lnTo>
                <a:lnTo>
                  <a:pt x="2152510" y="1811388"/>
                </a:lnTo>
                <a:lnTo>
                  <a:pt x="2162530" y="1828749"/>
                </a:lnTo>
                <a:lnTo>
                  <a:pt x="2179891" y="1818728"/>
                </a:lnTo>
                <a:close/>
              </a:path>
              <a:path w="18288635" h="10287000">
                <a:moveTo>
                  <a:pt x="2180488" y="172440"/>
                </a:moveTo>
                <a:lnTo>
                  <a:pt x="2164651" y="145021"/>
                </a:lnTo>
                <a:lnTo>
                  <a:pt x="2137219" y="160858"/>
                </a:lnTo>
                <a:lnTo>
                  <a:pt x="2153056" y="188290"/>
                </a:lnTo>
                <a:lnTo>
                  <a:pt x="2180488" y="172440"/>
                </a:lnTo>
                <a:close/>
              </a:path>
              <a:path w="18288635" h="10287000">
                <a:moveTo>
                  <a:pt x="2180869" y="995768"/>
                </a:moveTo>
                <a:lnTo>
                  <a:pt x="2167445" y="972502"/>
                </a:lnTo>
                <a:lnTo>
                  <a:pt x="2144179" y="985939"/>
                </a:lnTo>
                <a:lnTo>
                  <a:pt x="2157615" y="1009192"/>
                </a:lnTo>
                <a:lnTo>
                  <a:pt x="2180869" y="995768"/>
                </a:lnTo>
                <a:close/>
              </a:path>
              <a:path w="18288635" h="10287000">
                <a:moveTo>
                  <a:pt x="2189429" y="3692233"/>
                </a:moveTo>
                <a:lnTo>
                  <a:pt x="2187829" y="3689451"/>
                </a:lnTo>
                <a:lnTo>
                  <a:pt x="2185060" y="3691051"/>
                </a:lnTo>
                <a:lnTo>
                  <a:pt x="2186660" y="3693833"/>
                </a:lnTo>
                <a:lnTo>
                  <a:pt x="2189429" y="3692233"/>
                </a:lnTo>
                <a:close/>
              </a:path>
              <a:path w="18288635" h="10287000">
                <a:moveTo>
                  <a:pt x="2190140" y="2869209"/>
                </a:moveTo>
                <a:lnTo>
                  <a:pt x="2185327" y="2860865"/>
                </a:lnTo>
                <a:lnTo>
                  <a:pt x="2176996" y="2865678"/>
                </a:lnTo>
                <a:lnTo>
                  <a:pt x="2181809" y="2874022"/>
                </a:lnTo>
                <a:lnTo>
                  <a:pt x="2190140" y="2869209"/>
                </a:lnTo>
                <a:close/>
              </a:path>
              <a:path w="18288635" h="10287000">
                <a:moveTo>
                  <a:pt x="2191677" y="2046401"/>
                </a:moveTo>
                <a:lnTo>
                  <a:pt x="2183053" y="2031466"/>
                </a:lnTo>
                <a:lnTo>
                  <a:pt x="2168118" y="2040089"/>
                </a:lnTo>
                <a:lnTo>
                  <a:pt x="2176742" y="2055012"/>
                </a:lnTo>
                <a:lnTo>
                  <a:pt x="2191677" y="2046401"/>
                </a:lnTo>
                <a:close/>
              </a:path>
              <a:path w="18288635" h="10287000">
                <a:moveTo>
                  <a:pt x="2193366" y="400418"/>
                </a:moveTo>
                <a:lnTo>
                  <a:pt x="2178126" y="374027"/>
                </a:lnTo>
                <a:lnTo>
                  <a:pt x="2151735" y="389255"/>
                </a:lnTo>
                <a:lnTo>
                  <a:pt x="2166975" y="415645"/>
                </a:lnTo>
                <a:lnTo>
                  <a:pt x="2193366" y="400418"/>
                </a:lnTo>
                <a:close/>
              </a:path>
              <a:path w="18288635" h="10287000">
                <a:moveTo>
                  <a:pt x="2193467" y="1223657"/>
                </a:moveTo>
                <a:lnTo>
                  <a:pt x="2180844" y="1201788"/>
                </a:lnTo>
                <a:lnTo>
                  <a:pt x="2158974" y="1214412"/>
                </a:lnTo>
                <a:lnTo>
                  <a:pt x="2171598" y="1236281"/>
                </a:lnTo>
                <a:lnTo>
                  <a:pt x="2193467" y="1223657"/>
                </a:lnTo>
                <a:close/>
              </a:path>
              <a:path w="18288635" h="10287000">
                <a:moveTo>
                  <a:pt x="2202040" y="3920121"/>
                </a:moveTo>
                <a:lnTo>
                  <a:pt x="2201240" y="3918737"/>
                </a:lnTo>
                <a:lnTo>
                  <a:pt x="2199843" y="3919537"/>
                </a:lnTo>
                <a:lnTo>
                  <a:pt x="2200643" y="3920921"/>
                </a:lnTo>
                <a:lnTo>
                  <a:pt x="2202040" y="3920121"/>
                </a:lnTo>
                <a:close/>
              </a:path>
              <a:path w="18288635" h="10287000">
                <a:moveTo>
                  <a:pt x="2202192" y="3096945"/>
                </a:moveTo>
                <a:lnTo>
                  <a:pt x="2198586" y="3090697"/>
                </a:lnTo>
                <a:lnTo>
                  <a:pt x="2192337" y="3094304"/>
                </a:lnTo>
                <a:lnTo>
                  <a:pt x="2195944" y="3100552"/>
                </a:lnTo>
                <a:lnTo>
                  <a:pt x="2202192" y="3096945"/>
                </a:lnTo>
                <a:close/>
              </a:path>
              <a:path w="18288635" h="10287000">
                <a:moveTo>
                  <a:pt x="2203996" y="2274214"/>
                </a:moveTo>
                <a:lnTo>
                  <a:pt x="2196376" y="2261019"/>
                </a:lnTo>
                <a:lnTo>
                  <a:pt x="2183180" y="2268639"/>
                </a:lnTo>
                <a:lnTo>
                  <a:pt x="2190800" y="2281821"/>
                </a:lnTo>
                <a:lnTo>
                  <a:pt x="2203996" y="2274214"/>
                </a:lnTo>
                <a:close/>
              </a:path>
              <a:path w="18288635" h="10287000">
                <a:moveTo>
                  <a:pt x="2205520" y="1451406"/>
                </a:moveTo>
                <a:lnTo>
                  <a:pt x="2194102" y="1431620"/>
                </a:lnTo>
                <a:lnTo>
                  <a:pt x="2174316" y="1443037"/>
                </a:lnTo>
                <a:lnTo>
                  <a:pt x="2185733" y="1462836"/>
                </a:lnTo>
                <a:lnTo>
                  <a:pt x="2205520" y="1451406"/>
                </a:lnTo>
                <a:close/>
              </a:path>
              <a:path w="18288635" h="10287000">
                <a:moveTo>
                  <a:pt x="2206244" y="628370"/>
                </a:moveTo>
                <a:lnTo>
                  <a:pt x="2191613" y="603034"/>
                </a:lnTo>
                <a:lnTo>
                  <a:pt x="2166264" y="617664"/>
                </a:lnTo>
                <a:lnTo>
                  <a:pt x="2180894" y="643013"/>
                </a:lnTo>
                <a:lnTo>
                  <a:pt x="2206244" y="628370"/>
                </a:lnTo>
                <a:close/>
              </a:path>
              <a:path w="18288635" h="10287000">
                <a:moveTo>
                  <a:pt x="2214803" y="3324834"/>
                </a:moveTo>
                <a:lnTo>
                  <a:pt x="2211984" y="3319983"/>
                </a:lnTo>
                <a:lnTo>
                  <a:pt x="2207133" y="3322790"/>
                </a:lnTo>
                <a:lnTo>
                  <a:pt x="2209939" y="3327654"/>
                </a:lnTo>
                <a:lnTo>
                  <a:pt x="2214803" y="3324834"/>
                </a:lnTo>
                <a:close/>
              </a:path>
              <a:path w="18288635" h="10287000">
                <a:moveTo>
                  <a:pt x="2216048" y="2501950"/>
                </a:moveTo>
                <a:lnTo>
                  <a:pt x="2209635" y="2490851"/>
                </a:lnTo>
                <a:lnTo>
                  <a:pt x="2198535" y="2497264"/>
                </a:lnTo>
                <a:lnTo>
                  <a:pt x="2204948" y="2508364"/>
                </a:lnTo>
                <a:lnTo>
                  <a:pt x="2216048" y="2501950"/>
                </a:lnTo>
                <a:close/>
              </a:path>
              <a:path w="18288635" h="10287000">
                <a:moveTo>
                  <a:pt x="2217089" y="32575"/>
                </a:moveTo>
                <a:lnTo>
                  <a:pt x="2201849" y="6197"/>
                </a:lnTo>
                <a:lnTo>
                  <a:pt x="2175459" y="21424"/>
                </a:lnTo>
                <a:lnTo>
                  <a:pt x="2190699" y="47815"/>
                </a:lnTo>
                <a:lnTo>
                  <a:pt x="2217089" y="32575"/>
                </a:lnTo>
                <a:close/>
              </a:path>
              <a:path w="18288635" h="10287000">
                <a:moveTo>
                  <a:pt x="2217851" y="1679219"/>
                </a:moveTo>
                <a:lnTo>
                  <a:pt x="2207425" y="1661172"/>
                </a:lnTo>
                <a:lnTo>
                  <a:pt x="2189378" y="1671586"/>
                </a:lnTo>
                <a:lnTo>
                  <a:pt x="2199805" y="1689646"/>
                </a:lnTo>
                <a:lnTo>
                  <a:pt x="2217851" y="1679219"/>
                </a:lnTo>
                <a:close/>
              </a:path>
              <a:path w="18288635" h="10287000">
                <a:moveTo>
                  <a:pt x="2218842" y="856259"/>
                </a:moveTo>
                <a:lnTo>
                  <a:pt x="2205012" y="832307"/>
                </a:lnTo>
                <a:lnTo>
                  <a:pt x="2181047" y="846137"/>
                </a:lnTo>
                <a:lnTo>
                  <a:pt x="2194890" y="870102"/>
                </a:lnTo>
                <a:lnTo>
                  <a:pt x="2218842" y="856259"/>
                </a:lnTo>
                <a:close/>
              </a:path>
              <a:path w="18288635" h="10287000">
                <a:moveTo>
                  <a:pt x="2227402" y="3552723"/>
                </a:moveTo>
                <a:lnTo>
                  <a:pt x="2225395" y="3549256"/>
                </a:lnTo>
                <a:lnTo>
                  <a:pt x="2221928" y="3551263"/>
                </a:lnTo>
                <a:lnTo>
                  <a:pt x="2223935" y="3554730"/>
                </a:lnTo>
                <a:lnTo>
                  <a:pt x="2227402" y="3552723"/>
                </a:lnTo>
                <a:close/>
              </a:path>
              <a:path w="18288635" h="10287000">
                <a:moveTo>
                  <a:pt x="2228380" y="2729776"/>
                </a:moveTo>
                <a:lnTo>
                  <a:pt x="2222970" y="2720403"/>
                </a:lnTo>
                <a:lnTo>
                  <a:pt x="2213597" y="2725813"/>
                </a:lnTo>
                <a:lnTo>
                  <a:pt x="2219007" y="2735186"/>
                </a:lnTo>
                <a:lnTo>
                  <a:pt x="2228380" y="2729776"/>
                </a:lnTo>
                <a:close/>
              </a:path>
              <a:path w="18288635" h="10287000">
                <a:moveTo>
                  <a:pt x="2229637" y="1906892"/>
                </a:moveTo>
                <a:lnTo>
                  <a:pt x="2220607" y="1891271"/>
                </a:lnTo>
                <a:lnTo>
                  <a:pt x="2204986" y="1900288"/>
                </a:lnTo>
                <a:lnTo>
                  <a:pt x="2214003" y="1915909"/>
                </a:lnTo>
                <a:lnTo>
                  <a:pt x="2229637" y="1906892"/>
                </a:lnTo>
                <a:close/>
              </a:path>
              <a:path w="18288635" h="10287000">
                <a:moveTo>
                  <a:pt x="2230780" y="260769"/>
                </a:moveTo>
                <a:lnTo>
                  <a:pt x="2215553" y="234378"/>
                </a:lnTo>
                <a:lnTo>
                  <a:pt x="2189162" y="249605"/>
                </a:lnTo>
                <a:lnTo>
                  <a:pt x="2204402" y="275996"/>
                </a:lnTo>
                <a:lnTo>
                  <a:pt x="2230780" y="260769"/>
                </a:lnTo>
                <a:close/>
              </a:path>
              <a:path w="18288635" h="10287000">
                <a:moveTo>
                  <a:pt x="2231174" y="1084084"/>
                </a:moveTo>
                <a:lnTo>
                  <a:pt x="2218334" y="1061859"/>
                </a:lnTo>
                <a:lnTo>
                  <a:pt x="2196122" y="1074686"/>
                </a:lnTo>
                <a:lnTo>
                  <a:pt x="2208949" y="1096911"/>
                </a:lnTo>
                <a:lnTo>
                  <a:pt x="2231174" y="1084084"/>
                </a:lnTo>
                <a:close/>
              </a:path>
              <a:path w="18288635" h="10287000">
                <a:moveTo>
                  <a:pt x="2240000" y="3780625"/>
                </a:moveTo>
                <a:lnTo>
                  <a:pt x="2238806" y="3778529"/>
                </a:lnTo>
                <a:lnTo>
                  <a:pt x="2236724" y="3779736"/>
                </a:lnTo>
                <a:lnTo>
                  <a:pt x="2237917" y="3781818"/>
                </a:lnTo>
                <a:lnTo>
                  <a:pt x="2240000" y="3780625"/>
                </a:lnTo>
                <a:close/>
              </a:path>
              <a:path w="18288635" h="10287000">
                <a:moveTo>
                  <a:pt x="2240153" y="2957449"/>
                </a:moveTo>
                <a:lnTo>
                  <a:pt x="2236152" y="2950502"/>
                </a:lnTo>
                <a:lnTo>
                  <a:pt x="2229205" y="2954515"/>
                </a:lnTo>
                <a:lnTo>
                  <a:pt x="2233218" y="2961449"/>
                </a:lnTo>
                <a:lnTo>
                  <a:pt x="2240153" y="2957449"/>
                </a:lnTo>
                <a:close/>
              </a:path>
              <a:path w="18288635" h="10287000">
                <a:moveTo>
                  <a:pt x="2241969" y="2134705"/>
                </a:moveTo>
                <a:lnTo>
                  <a:pt x="2233942" y="2120823"/>
                </a:lnTo>
                <a:lnTo>
                  <a:pt x="2220061" y="2128837"/>
                </a:lnTo>
                <a:lnTo>
                  <a:pt x="2228075" y="2142731"/>
                </a:lnTo>
                <a:lnTo>
                  <a:pt x="2241969" y="2134705"/>
                </a:lnTo>
                <a:close/>
              </a:path>
              <a:path w="18288635" h="10287000">
                <a:moveTo>
                  <a:pt x="2243213" y="1311833"/>
                </a:moveTo>
                <a:lnTo>
                  <a:pt x="2231593" y="1291691"/>
                </a:lnTo>
                <a:lnTo>
                  <a:pt x="2211463" y="1303312"/>
                </a:lnTo>
                <a:lnTo>
                  <a:pt x="2223084" y="1323454"/>
                </a:lnTo>
                <a:lnTo>
                  <a:pt x="2243213" y="1311833"/>
                </a:lnTo>
                <a:close/>
              </a:path>
              <a:path w="18288635" h="10287000">
                <a:moveTo>
                  <a:pt x="2243658" y="488721"/>
                </a:moveTo>
                <a:lnTo>
                  <a:pt x="2229027" y="463384"/>
                </a:lnTo>
                <a:lnTo>
                  <a:pt x="2203678" y="478015"/>
                </a:lnTo>
                <a:lnTo>
                  <a:pt x="2218309" y="503364"/>
                </a:lnTo>
                <a:lnTo>
                  <a:pt x="2243658" y="488721"/>
                </a:lnTo>
                <a:close/>
              </a:path>
              <a:path w="18288635" h="10287000">
                <a:moveTo>
                  <a:pt x="2252764" y="3185337"/>
                </a:moveTo>
                <a:lnTo>
                  <a:pt x="2249551" y="3179788"/>
                </a:lnTo>
                <a:lnTo>
                  <a:pt x="2244001" y="3182988"/>
                </a:lnTo>
                <a:lnTo>
                  <a:pt x="2247201" y="3188538"/>
                </a:lnTo>
                <a:lnTo>
                  <a:pt x="2252764" y="3185337"/>
                </a:lnTo>
                <a:close/>
              </a:path>
              <a:path w="18288635" h="10287000">
                <a:moveTo>
                  <a:pt x="2254288" y="2362530"/>
                </a:moveTo>
                <a:lnTo>
                  <a:pt x="2247277" y="2350376"/>
                </a:lnTo>
                <a:lnTo>
                  <a:pt x="2235123" y="2357386"/>
                </a:lnTo>
                <a:lnTo>
                  <a:pt x="2242134" y="2369540"/>
                </a:lnTo>
                <a:lnTo>
                  <a:pt x="2254288" y="2362530"/>
                </a:lnTo>
                <a:close/>
              </a:path>
              <a:path w="18288635" h="10287000">
                <a:moveTo>
                  <a:pt x="2255824" y="1539722"/>
                </a:moveTo>
                <a:lnTo>
                  <a:pt x="2244991" y="1520964"/>
                </a:lnTo>
                <a:lnTo>
                  <a:pt x="2226246" y="1531797"/>
                </a:lnTo>
                <a:lnTo>
                  <a:pt x="2237067" y="1550543"/>
                </a:lnTo>
                <a:lnTo>
                  <a:pt x="2255824" y="1539722"/>
                </a:lnTo>
                <a:close/>
              </a:path>
              <a:path w="18288635" h="10287000">
                <a:moveTo>
                  <a:pt x="2256536" y="716686"/>
                </a:moveTo>
                <a:lnTo>
                  <a:pt x="2242502" y="692378"/>
                </a:lnTo>
                <a:lnTo>
                  <a:pt x="2218194" y="706412"/>
                </a:lnTo>
                <a:lnTo>
                  <a:pt x="2232228" y="730719"/>
                </a:lnTo>
                <a:lnTo>
                  <a:pt x="2256536" y="716686"/>
                </a:lnTo>
                <a:close/>
              </a:path>
              <a:path w="18288635" h="10287000">
                <a:moveTo>
                  <a:pt x="2265362" y="3413226"/>
                </a:moveTo>
                <a:lnTo>
                  <a:pt x="2262962" y="3409061"/>
                </a:lnTo>
                <a:lnTo>
                  <a:pt x="2258796" y="3411461"/>
                </a:lnTo>
                <a:lnTo>
                  <a:pt x="2261197" y="3415627"/>
                </a:lnTo>
                <a:lnTo>
                  <a:pt x="2265362" y="3413226"/>
                </a:lnTo>
                <a:close/>
              </a:path>
              <a:path w="18288635" h="10287000">
                <a:moveTo>
                  <a:pt x="2266340" y="2590279"/>
                </a:moveTo>
                <a:lnTo>
                  <a:pt x="2260536" y="2580208"/>
                </a:lnTo>
                <a:lnTo>
                  <a:pt x="2250465" y="2586012"/>
                </a:lnTo>
                <a:lnTo>
                  <a:pt x="2256282" y="2596083"/>
                </a:lnTo>
                <a:lnTo>
                  <a:pt x="2266340" y="2590279"/>
                </a:lnTo>
                <a:close/>
              </a:path>
              <a:path w="18288635" h="10287000">
                <a:moveTo>
                  <a:pt x="2267877" y="1767459"/>
                </a:moveTo>
                <a:lnTo>
                  <a:pt x="2258250" y="1750796"/>
                </a:lnTo>
                <a:lnTo>
                  <a:pt x="2241588" y="1760423"/>
                </a:lnTo>
                <a:lnTo>
                  <a:pt x="2251214" y="1777085"/>
                </a:lnTo>
                <a:lnTo>
                  <a:pt x="2267877" y="1767459"/>
                </a:lnTo>
                <a:close/>
              </a:path>
              <a:path w="18288635" h="10287000">
                <a:moveTo>
                  <a:pt x="2268194" y="121107"/>
                </a:moveTo>
                <a:lnTo>
                  <a:pt x="2252967" y="94729"/>
                </a:lnTo>
                <a:lnTo>
                  <a:pt x="2226576" y="109956"/>
                </a:lnTo>
                <a:lnTo>
                  <a:pt x="2241816" y="136347"/>
                </a:lnTo>
                <a:lnTo>
                  <a:pt x="2268194" y="121107"/>
                </a:lnTo>
                <a:close/>
              </a:path>
              <a:path w="18288635" h="10287000">
                <a:moveTo>
                  <a:pt x="2268855" y="944511"/>
                </a:moveTo>
                <a:lnTo>
                  <a:pt x="2255837" y="921943"/>
                </a:lnTo>
                <a:lnTo>
                  <a:pt x="2233257" y="934974"/>
                </a:lnTo>
                <a:lnTo>
                  <a:pt x="2246287" y="957529"/>
                </a:lnTo>
                <a:lnTo>
                  <a:pt x="2268855" y="944511"/>
                </a:lnTo>
                <a:close/>
              </a:path>
              <a:path w="18288635" h="10287000">
                <a:moveTo>
                  <a:pt x="2277973" y="3641115"/>
                </a:moveTo>
                <a:lnTo>
                  <a:pt x="2276360" y="3638334"/>
                </a:lnTo>
                <a:lnTo>
                  <a:pt x="2273592" y="3639947"/>
                </a:lnTo>
                <a:lnTo>
                  <a:pt x="2275192" y="3642715"/>
                </a:lnTo>
                <a:lnTo>
                  <a:pt x="2277973" y="3641115"/>
                </a:lnTo>
                <a:close/>
              </a:path>
              <a:path w="18288635" h="10287000">
                <a:moveTo>
                  <a:pt x="2278405" y="2818015"/>
                </a:moveTo>
                <a:lnTo>
                  <a:pt x="2273782" y="2810027"/>
                </a:lnTo>
                <a:lnTo>
                  <a:pt x="2265807" y="2814637"/>
                </a:lnTo>
                <a:lnTo>
                  <a:pt x="2270417" y="2822625"/>
                </a:lnTo>
                <a:lnTo>
                  <a:pt x="2278405" y="2818015"/>
                </a:lnTo>
                <a:close/>
              </a:path>
              <a:path w="18288635" h="10287000">
                <a:moveTo>
                  <a:pt x="2279929" y="1995208"/>
                </a:moveTo>
                <a:lnTo>
                  <a:pt x="2271509" y="1980628"/>
                </a:lnTo>
                <a:lnTo>
                  <a:pt x="2256929" y="1989048"/>
                </a:lnTo>
                <a:lnTo>
                  <a:pt x="2265349" y="2003628"/>
                </a:lnTo>
                <a:lnTo>
                  <a:pt x="2279929" y="1995208"/>
                </a:lnTo>
                <a:close/>
              </a:path>
              <a:path w="18288635" h="10287000">
                <a:moveTo>
                  <a:pt x="2281072" y="349072"/>
                </a:moveTo>
                <a:lnTo>
                  <a:pt x="2266442" y="323735"/>
                </a:lnTo>
                <a:lnTo>
                  <a:pt x="2241092" y="338366"/>
                </a:lnTo>
                <a:lnTo>
                  <a:pt x="2255736" y="363715"/>
                </a:lnTo>
                <a:lnTo>
                  <a:pt x="2281072" y="349072"/>
                </a:lnTo>
                <a:close/>
              </a:path>
              <a:path w="18288635" h="10287000">
                <a:moveTo>
                  <a:pt x="2281186" y="1172324"/>
                </a:moveTo>
                <a:lnTo>
                  <a:pt x="2269159" y="1151496"/>
                </a:lnTo>
                <a:lnTo>
                  <a:pt x="2248331" y="1163523"/>
                </a:lnTo>
                <a:lnTo>
                  <a:pt x="2260358" y="1184351"/>
                </a:lnTo>
                <a:lnTo>
                  <a:pt x="2281186" y="1172324"/>
                </a:lnTo>
                <a:close/>
              </a:path>
              <a:path w="18288635" h="10287000">
                <a:moveTo>
                  <a:pt x="2290572" y="3869004"/>
                </a:moveTo>
                <a:lnTo>
                  <a:pt x="2289772" y="3867620"/>
                </a:lnTo>
                <a:lnTo>
                  <a:pt x="2288375" y="3868420"/>
                </a:lnTo>
                <a:lnTo>
                  <a:pt x="2289175" y="3869804"/>
                </a:lnTo>
                <a:lnTo>
                  <a:pt x="2290572" y="3869004"/>
                </a:lnTo>
                <a:close/>
              </a:path>
              <a:path w="18288635" h="10287000">
                <a:moveTo>
                  <a:pt x="2290724" y="3045841"/>
                </a:moveTo>
                <a:lnTo>
                  <a:pt x="2287117" y="3039580"/>
                </a:lnTo>
                <a:lnTo>
                  <a:pt x="2280869" y="3043186"/>
                </a:lnTo>
                <a:lnTo>
                  <a:pt x="2284488" y="3049435"/>
                </a:lnTo>
                <a:lnTo>
                  <a:pt x="2290724" y="3045841"/>
                </a:lnTo>
                <a:close/>
              </a:path>
              <a:path w="18288635" h="10287000">
                <a:moveTo>
                  <a:pt x="2292261" y="2223020"/>
                </a:moveTo>
                <a:lnTo>
                  <a:pt x="2284844" y="2210181"/>
                </a:lnTo>
                <a:lnTo>
                  <a:pt x="2271992" y="2217597"/>
                </a:lnTo>
                <a:lnTo>
                  <a:pt x="2279408" y="2230437"/>
                </a:lnTo>
                <a:lnTo>
                  <a:pt x="2292261" y="2223020"/>
                </a:lnTo>
                <a:close/>
              </a:path>
              <a:path w="18288635" h="10287000">
                <a:moveTo>
                  <a:pt x="2293518" y="1400136"/>
                </a:moveTo>
                <a:lnTo>
                  <a:pt x="2282494" y="1381048"/>
                </a:lnTo>
                <a:lnTo>
                  <a:pt x="2263394" y="1392072"/>
                </a:lnTo>
                <a:lnTo>
                  <a:pt x="2274417" y="1411173"/>
                </a:lnTo>
                <a:lnTo>
                  <a:pt x="2293518" y="1400136"/>
                </a:lnTo>
                <a:close/>
              </a:path>
              <a:path w="18288635" h="10287000">
                <a:moveTo>
                  <a:pt x="2293950" y="577037"/>
                </a:moveTo>
                <a:lnTo>
                  <a:pt x="2279916" y="552742"/>
                </a:lnTo>
                <a:lnTo>
                  <a:pt x="2255609" y="566775"/>
                </a:lnTo>
                <a:lnTo>
                  <a:pt x="2269642" y="591070"/>
                </a:lnTo>
                <a:lnTo>
                  <a:pt x="2293950" y="577037"/>
                </a:lnTo>
                <a:close/>
              </a:path>
              <a:path w="18288635" h="10287000">
                <a:moveTo>
                  <a:pt x="2303335" y="3273729"/>
                </a:moveTo>
                <a:lnTo>
                  <a:pt x="2300528" y="3268865"/>
                </a:lnTo>
                <a:lnTo>
                  <a:pt x="2295664" y="3271672"/>
                </a:lnTo>
                <a:lnTo>
                  <a:pt x="2298471" y="3276536"/>
                </a:lnTo>
                <a:lnTo>
                  <a:pt x="2303335" y="3273729"/>
                </a:lnTo>
                <a:close/>
              </a:path>
              <a:path w="18288635" h="10287000">
                <a:moveTo>
                  <a:pt x="2304313" y="2450769"/>
                </a:moveTo>
                <a:lnTo>
                  <a:pt x="2298090" y="2440013"/>
                </a:lnTo>
                <a:lnTo>
                  <a:pt x="2287333" y="2446223"/>
                </a:lnTo>
                <a:lnTo>
                  <a:pt x="2293543" y="2456980"/>
                </a:lnTo>
                <a:lnTo>
                  <a:pt x="2304313" y="2450769"/>
                </a:lnTo>
                <a:close/>
              </a:path>
              <a:path w="18288635" h="10287000">
                <a:moveTo>
                  <a:pt x="2305837" y="1627962"/>
                </a:moveTo>
                <a:lnTo>
                  <a:pt x="2295817" y="1610601"/>
                </a:lnTo>
                <a:lnTo>
                  <a:pt x="2278456" y="1620621"/>
                </a:lnTo>
                <a:lnTo>
                  <a:pt x="2288489" y="1637982"/>
                </a:lnTo>
                <a:lnTo>
                  <a:pt x="2305837" y="1627962"/>
                </a:lnTo>
                <a:close/>
              </a:path>
              <a:path w="18288635" h="10287000">
                <a:moveTo>
                  <a:pt x="2306548" y="804926"/>
                </a:moveTo>
                <a:lnTo>
                  <a:pt x="2293328" y="782015"/>
                </a:lnTo>
                <a:lnTo>
                  <a:pt x="2270404" y="795248"/>
                </a:lnTo>
                <a:lnTo>
                  <a:pt x="2283637" y="818159"/>
                </a:lnTo>
                <a:lnTo>
                  <a:pt x="2306548" y="804926"/>
                </a:lnTo>
                <a:close/>
              </a:path>
              <a:path w="18288635" h="10287000">
                <a:moveTo>
                  <a:pt x="2315654" y="3501542"/>
                </a:moveTo>
                <a:lnTo>
                  <a:pt x="2313851" y="3498418"/>
                </a:lnTo>
                <a:lnTo>
                  <a:pt x="2310727" y="3500221"/>
                </a:lnTo>
                <a:lnTo>
                  <a:pt x="2312530" y="3503345"/>
                </a:lnTo>
                <a:lnTo>
                  <a:pt x="2315654" y="3501542"/>
                </a:lnTo>
                <a:close/>
              </a:path>
              <a:path w="18288635" h="10287000">
                <a:moveTo>
                  <a:pt x="2316645" y="2678582"/>
                </a:moveTo>
                <a:lnTo>
                  <a:pt x="2311425" y="2669552"/>
                </a:lnTo>
                <a:lnTo>
                  <a:pt x="2302395" y="2674772"/>
                </a:lnTo>
                <a:lnTo>
                  <a:pt x="2307615" y="2683802"/>
                </a:lnTo>
                <a:lnTo>
                  <a:pt x="2316645" y="2678582"/>
                </a:lnTo>
                <a:close/>
              </a:path>
              <a:path w="18288635" h="10287000">
                <a:moveTo>
                  <a:pt x="2317889" y="1855711"/>
                </a:moveTo>
                <a:lnTo>
                  <a:pt x="2309076" y="1840433"/>
                </a:lnTo>
                <a:lnTo>
                  <a:pt x="2293797" y="1849247"/>
                </a:lnTo>
                <a:lnTo>
                  <a:pt x="2302624" y="1864525"/>
                </a:lnTo>
                <a:lnTo>
                  <a:pt x="2317889" y="1855711"/>
                </a:lnTo>
                <a:close/>
              </a:path>
              <a:path w="18288635" h="10287000">
                <a:moveTo>
                  <a:pt x="2318499" y="209423"/>
                </a:moveTo>
                <a:lnTo>
                  <a:pt x="2303856" y="184086"/>
                </a:lnTo>
                <a:lnTo>
                  <a:pt x="2278519" y="198716"/>
                </a:lnTo>
                <a:lnTo>
                  <a:pt x="2293150" y="224066"/>
                </a:lnTo>
                <a:lnTo>
                  <a:pt x="2318499" y="209423"/>
                </a:lnTo>
                <a:close/>
              </a:path>
              <a:path w="18288635" h="10287000">
                <a:moveTo>
                  <a:pt x="2319159" y="1032814"/>
                </a:moveTo>
                <a:lnTo>
                  <a:pt x="2306726" y="1011301"/>
                </a:lnTo>
                <a:lnTo>
                  <a:pt x="2285200" y="1023721"/>
                </a:lnTo>
                <a:lnTo>
                  <a:pt x="2297620" y="1045248"/>
                </a:lnTo>
                <a:lnTo>
                  <a:pt x="2319159" y="1032814"/>
                </a:lnTo>
                <a:close/>
              </a:path>
              <a:path w="18288635" h="10287000">
                <a:moveTo>
                  <a:pt x="2328532" y="3729507"/>
                </a:moveTo>
                <a:lnTo>
                  <a:pt x="2327338" y="3727424"/>
                </a:lnTo>
                <a:lnTo>
                  <a:pt x="2325255" y="3728618"/>
                </a:lnTo>
                <a:lnTo>
                  <a:pt x="2326449" y="3730701"/>
                </a:lnTo>
                <a:lnTo>
                  <a:pt x="2328532" y="3729507"/>
                </a:lnTo>
                <a:close/>
              </a:path>
              <a:path w="18288635" h="10287000">
                <a:moveTo>
                  <a:pt x="2328697" y="2906331"/>
                </a:moveTo>
                <a:lnTo>
                  <a:pt x="2324684" y="2899384"/>
                </a:lnTo>
                <a:lnTo>
                  <a:pt x="2317737" y="2903397"/>
                </a:lnTo>
                <a:lnTo>
                  <a:pt x="2321750" y="2910344"/>
                </a:lnTo>
                <a:lnTo>
                  <a:pt x="2328697" y="2906331"/>
                </a:lnTo>
                <a:close/>
              </a:path>
              <a:path w="18288635" h="10287000">
                <a:moveTo>
                  <a:pt x="2330221" y="2083523"/>
                </a:moveTo>
                <a:lnTo>
                  <a:pt x="2322411" y="2069985"/>
                </a:lnTo>
                <a:lnTo>
                  <a:pt x="2308872" y="2077796"/>
                </a:lnTo>
                <a:lnTo>
                  <a:pt x="2316683" y="2091334"/>
                </a:lnTo>
                <a:lnTo>
                  <a:pt x="2330221" y="2083523"/>
                </a:lnTo>
                <a:close/>
              </a:path>
              <a:path w="18288635" h="10287000">
                <a:moveTo>
                  <a:pt x="2331199" y="1260563"/>
                </a:moveTo>
                <a:lnTo>
                  <a:pt x="2319985" y="1241120"/>
                </a:lnTo>
                <a:lnTo>
                  <a:pt x="2300541" y="1252347"/>
                </a:lnTo>
                <a:lnTo>
                  <a:pt x="2311768" y="1271790"/>
                </a:lnTo>
                <a:lnTo>
                  <a:pt x="2331199" y="1260563"/>
                </a:lnTo>
                <a:close/>
              </a:path>
              <a:path w="18288635" h="10287000">
                <a:moveTo>
                  <a:pt x="2331643" y="437464"/>
                </a:moveTo>
                <a:lnTo>
                  <a:pt x="2317407" y="412813"/>
                </a:lnTo>
                <a:lnTo>
                  <a:pt x="2292756" y="427050"/>
                </a:lnTo>
                <a:lnTo>
                  <a:pt x="2306993" y="451700"/>
                </a:lnTo>
                <a:lnTo>
                  <a:pt x="2331643" y="437464"/>
                </a:lnTo>
                <a:close/>
              </a:path>
              <a:path w="18288635" h="10287000">
                <a:moveTo>
                  <a:pt x="2341295" y="3134220"/>
                </a:moveTo>
                <a:lnTo>
                  <a:pt x="2338095" y="3128670"/>
                </a:lnTo>
                <a:lnTo>
                  <a:pt x="2332532" y="3131870"/>
                </a:lnTo>
                <a:lnTo>
                  <a:pt x="2335746" y="3137433"/>
                </a:lnTo>
                <a:lnTo>
                  <a:pt x="2341295" y="3134220"/>
                </a:lnTo>
                <a:close/>
              </a:path>
              <a:path w="18288635" h="10287000">
                <a:moveTo>
                  <a:pt x="2342553" y="2311336"/>
                </a:moveTo>
                <a:lnTo>
                  <a:pt x="2335733" y="2299538"/>
                </a:lnTo>
                <a:lnTo>
                  <a:pt x="2323935" y="2306345"/>
                </a:lnTo>
                <a:lnTo>
                  <a:pt x="2330742" y="2318156"/>
                </a:lnTo>
                <a:lnTo>
                  <a:pt x="2342553" y="2311336"/>
                </a:lnTo>
                <a:close/>
              </a:path>
              <a:path w="18288635" h="10287000">
                <a:moveTo>
                  <a:pt x="2343810" y="1488452"/>
                </a:moveTo>
                <a:lnTo>
                  <a:pt x="2333383" y="1470406"/>
                </a:lnTo>
                <a:lnTo>
                  <a:pt x="2315324" y="1480820"/>
                </a:lnTo>
                <a:lnTo>
                  <a:pt x="2325751" y="1498879"/>
                </a:lnTo>
                <a:lnTo>
                  <a:pt x="2343810" y="1488452"/>
                </a:lnTo>
                <a:close/>
              </a:path>
              <a:path w="18288635" h="10287000">
                <a:moveTo>
                  <a:pt x="2343975" y="665276"/>
                </a:moveTo>
                <a:lnTo>
                  <a:pt x="2330742" y="642366"/>
                </a:lnTo>
                <a:lnTo>
                  <a:pt x="2307831" y="655599"/>
                </a:lnTo>
                <a:lnTo>
                  <a:pt x="2321052" y="678510"/>
                </a:lnTo>
                <a:lnTo>
                  <a:pt x="2343975" y="665276"/>
                </a:lnTo>
                <a:close/>
              </a:path>
              <a:path w="18288635" h="10287000">
                <a:moveTo>
                  <a:pt x="2353627" y="3362045"/>
                </a:moveTo>
                <a:lnTo>
                  <a:pt x="2351417" y="3358223"/>
                </a:lnTo>
                <a:lnTo>
                  <a:pt x="2347595" y="3360420"/>
                </a:lnTo>
                <a:lnTo>
                  <a:pt x="2349804" y="3364242"/>
                </a:lnTo>
                <a:lnTo>
                  <a:pt x="2353627" y="3362045"/>
                </a:lnTo>
                <a:close/>
              </a:path>
              <a:path w="18288635" h="10287000">
                <a:moveTo>
                  <a:pt x="2354605" y="2539073"/>
                </a:moveTo>
                <a:lnTo>
                  <a:pt x="2348992" y="2529357"/>
                </a:lnTo>
                <a:lnTo>
                  <a:pt x="2339276" y="2534970"/>
                </a:lnTo>
                <a:lnTo>
                  <a:pt x="2344890" y="2544686"/>
                </a:lnTo>
                <a:lnTo>
                  <a:pt x="2354605" y="2539073"/>
                </a:lnTo>
                <a:close/>
              </a:path>
              <a:path w="18288635" h="10287000">
                <a:moveTo>
                  <a:pt x="2355862" y="1716201"/>
                </a:moveTo>
                <a:lnTo>
                  <a:pt x="2346642" y="1700225"/>
                </a:lnTo>
                <a:lnTo>
                  <a:pt x="2330666" y="1709458"/>
                </a:lnTo>
                <a:lnTo>
                  <a:pt x="2339886" y="1725422"/>
                </a:lnTo>
                <a:lnTo>
                  <a:pt x="2355862" y="1716201"/>
                </a:lnTo>
                <a:close/>
              </a:path>
              <a:path w="18288635" h="10287000">
                <a:moveTo>
                  <a:pt x="2355913" y="69773"/>
                </a:moveTo>
                <a:lnTo>
                  <a:pt x="2341283" y="44437"/>
                </a:lnTo>
                <a:lnTo>
                  <a:pt x="2315934" y="59067"/>
                </a:lnTo>
                <a:lnTo>
                  <a:pt x="2330564" y="84404"/>
                </a:lnTo>
                <a:lnTo>
                  <a:pt x="2355913" y="69773"/>
                </a:lnTo>
                <a:close/>
              </a:path>
              <a:path w="18288635" h="10287000">
                <a:moveTo>
                  <a:pt x="2356853" y="893241"/>
                </a:moveTo>
                <a:lnTo>
                  <a:pt x="2344216" y="871372"/>
                </a:lnTo>
                <a:lnTo>
                  <a:pt x="2322347" y="883996"/>
                </a:lnTo>
                <a:lnTo>
                  <a:pt x="2334971" y="905865"/>
                </a:lnTo>
                <a:lnTo>
                  <a:pt x="2356853" y="893241"/>
                </a:lnTo>
                <a:close/>
              </a:path>
              <a:path w="18288635" h="10287000">
                <a:moveTo>
                  <a:pt x="2366226" y="3589934"/>
                </a:moveTo>
                <a:lnTo>
                  <a:pt x="2364816" y="3587496"/>
                </a:lnTo>
                <a:lnTo>
                  <a:pt x="2362390" y="3588893"/>
                </a:lnTo>
                <a:lnTo>
                  <a:pt x="2363800" y="3591331"/>
                </a:lnTo>
                <a:lnTo>
                  <a:pt x="2366226" y="3589934"/>
                </a:lnTo>
                <a:close/>
              </a:path>
              <a:path w="18288635" h="10287000">
                <a:moveTo>
                  <a:pt x="2366937" y="2766898"/>
                </a:moveTo>
                <a:lnTo>
                  <a:pt x="2362327" y="2758910"/>
                </a:lnTo>
                <a:lnTo>
                  <a:pt x="2354338" y="2763520"/>
                </a:lnTo>
                <a:lnTo>
                  <a:pt x="2358948" y="2771508"/>
                </a:lnTo>
                <a:lnTo>
                  <a:pt x="2366937" y="2766898"/>
                </a:lnTo>
                <a:close/>
              </a:path>
              <a:path w="18288635" h="10287000">
                <a:moveTo>
                  <a:pt x="2368181" y="1944014"/>
                </a:moveTo>
                <a:lnTo>
                  <a:pt x="2359977" y="1929777"/>
                </a:lnTo>
                <a:lnTo>
                  <a:pt x="2345728" y="1938007"/>
                </a:lnTo>
                <a:lnTo>
                  <a:pt x="2353957" y="1952231"/>
                </a:lnTo>
                <a:lnTo>
                  <a:pt x="2368181" y="1944014"/>
                </a:lnTo>
                <a:close/>
              </a:path>
              <a:path w="18288635" h="10287000">
                <a:moveTo>
                  <a:pt x="2368893" y="1120990"/>
                </a:moveTo>
                <a:lnTo>
                  <a:pt x="2357475" y="1101191"/>
                </a:lnTo>
                <a:lnTo>
                  <a:pt x="2337689" y="1112621"/>
                </a:lnTo>
                <a:lnTo>
                  <a:pt x="2349106" y="1132420"/>
                </a:lnTo>
                <a:lnTo>
                  <a:pt x="2368893" y="1120990"/>
                </a:lnTo>
                <a:close/>
              </a:path>
              <a:path w="18288635" h="10287000">
                <a:moveTo>
                  <a:pt x="2369058" y="297815"/>
                </a:moveTo>
                <a:lnTo>
                  <a:pt x="2354834" y="273164"/>
                </a:lnTo>
                <a:lnTo>
                  <a:pt x="2330183" y="287401"/>
                </a:lnTo>
                <a:lnTo>
                  <a:pt x="2344407" y="312051"/>
                </a:lnTo>
                <a:lnTo>
                  <a:pt x="2369058" y="297815"/>
                </a:lnTo>
                <a:close/>
              </a:path>
              <a:path w="18288635" h="10287000">
                <a:moveTo>
                  <a:pt x="2378989" y="2994647"/>
                </a:moveTo>
                <a:lnTo>
                  <a:pt x="2375585" y="2988741"/>
                </a:lnTo>
                <a:lnTo>
                  <a:pt x="2369680" y="2992145"/>
                </a:lnTo>
                <a:lnTo>
                  <a:pt x="2373084" y="2998051"/>
                </a:lnTo>
                <a:lnTo>
                  <a:pt x="2378989" y="2994647"/>
                </a:lnTo>
                <a:close/>
              </a:path>
              <a:path w="18288635" h="10287000">
                <a:moveTo>
                  <a:pt x="2379103" y="3817886"/>
                </a:moveTo>
                <a:lnTo>
                  <a:pt x="2378303" y="3816502"/>
                </a:lnTo>
                <a:lnTo>
                  <a:pt x="2376919" y="3817302"/>
                </a:lnTo>
                <a:lnTo>
                  <a:pt x="2377719" y="3818686"/>
                </a:lnTo>
                <a:lnTo>
                  <a:pt x="2379103" y="3817886"/>
                </a:lnTo>
                <a:close/>
              </a:path>
              <a:path w="18288635" h="10287000">
                <a:moveTo>
                  <a:pt x="2380513" y="2171839"/>
                </a:moveTo>
                <a:lnTo>
                  <a:pt x="2373299" y="2159343"/>
                </a:lnTo>
                <a:lnTo>
                  <a:pt x="2360803" y="2166556"/>
                </a:lnTo>
                <a:lnTo>
                  <a:pt x="2368016" y="2179053"/>
                </a:lnTo>
                <a:lnTo>
                  <a:pt x="2380513" y="2171839"/>
                </a:lnTo>
                <a:close/>
              </a:path>
              <a:path w="18288635" h="10287000">
                <a:moveTo>
                  <a:pt x="2381669" y="525703"/>
                </a:moveTo>
                <a:lnTo>
                  <a:pt x="2368232" y="502437"/>
                </a:lnTo>
                <a:lnTo>
                  <a:pt x="2344966" y="515874"/>
                </a:lnTo>
                <a:lnTo>
                  <a:pt x="2358402" y="539140"/>
                </a:lnTo>
                <a:lnTo>
                  <a:pt x="2381669" y="525703"/>
                </a:lnTo>
                <a:close/>
              </a:path>
              <a:path w="18288635" h="10287000">
                <a:moveTo>
                  <a:pt x="2381770" y="1348955"/>
                </a:moveTo>
                <a:lnTo>
                  <a:pt x="2370950" y="1330198"/>
                </a:lnTo>
                <a:lnTo>
                  <a:pt x="2352205" y="1341031"/>
                </a:lnTo>
                <a:lnTo>
                  <a:pt x="2363025" y="1359776"/>
                </a:lnTo>
                <a:lnTo>
                  <a:pt x="2381770" y="1348955"/>
                </a:lnTo>
                <a:close/>
              </a:path>
              <a:path w="18288635" h="10287000">
                <a:moveTo>
                  <a:pt x="2391867" y="3222612"/>
                </a:moveTo>
                <a:lnTo>
                  <a:pt x="2389060" y="3217748"/>
                </a:lnTo>
                <a:lnTo>
                  <a:pt x="2384196" y="3220555"/>
                </a:lnTo>
                <a:lnTo>
                  <a:pt x="2387003" y="3225419"/>
                </a:lnTo>
                <a:lnTo>
                  <a:pt x="2391867" y="3222612"/>
                </a:lnTo>
                <a:close/>
              </a:path>
              <a:path w="18288635" h="10287000">
                <a:moveTo>
                  <a:pt x="2392578" y="2399576"/>
                </a:moveTo>
                <a:lnTo>
                  <a:pt x="2386558" y="2389162"/>
                </a:lnTo>
                <a:lnTo>
                  <a:pt x="2376144" y="2395182"/>
                </a:lnTo>
                <a:lnTo>
                  <a:pt x="2382151" y="2405596"/>
                </a:lnTo>
                <a:lnTo>
                  <a:pt x="2392578" y="2399576"/>
                </a:lnTo>
                <a:close/>
              </a:path>
              <a:path w="18288635" h="10287000">
                <a:moveTo>
                  <a:pt x="2393823" y="1576692"/>
                </a:moveTo>
                <a:lnTo>
                  <a:pt x="2384209" y="1560029"/>
                </a:lnTo>
                <a:lnTo>
                  <a:pt x="2367546" y="1569656"/>
                </a:lnTo>
                <a:lnTo>
                  <a:pt x="2377160" y="1586318"/>
                </a:lnTo>
                <a:lnTo>
                  <a:pt x="2393823" y="1576692"/>
                </a:lnTo>
                <a:close/>
              </a:path>
              <a:path w="18288635" h="10287000">
                <a:moveTo>
                  <a:pt x="2394267" y="753592"/>
                </a:moveTo>
                <a:lnTo>
                  <a:pt x="2381631" y="731723"/>
                </a:lnTo>
                <a:lnTo>
                  <a:pt x="2359761" y="744347"/>
                </a:lnTo>
                <a:lnTo>
                  <a:pt x="2372398" y="766229"/>
                </a:lnTo>
                <a:lnTo>
                  <a:pt x="2394267" y="753592"/>
                </a:lnTo>
                <a:close/>
              </a:path>
              <a:path w="18288635" h="10287000">
                <a:moveTo>
                  <a:pt x="2404199" y="3450425"/>
                </a:moveTo>
                <a:lnTo>
                  <a:pt x="2402382" y="3447300"/>
                </a:lnTo>
                <a:lnTo>
                  <a:pt x="2399258" y="3449104"/>
                </a:lnTo>
                <a:lnTo>
                  <a:pt x="2401062" y="3452228"/>
                </a:lnTo>
                <a:lnTo>
                  <a:pt x="2404199" y="3450425"/>
                </a:lnTo>
                <a:close/>
              </a:path>
              <a:path w="18288635" h="10287000">
                <a:moveTo>
                  <a:pt x="2404897" y="2627401"/>
                </a:moveTo>
                <a:lnTo>
                  <a:pt x="2399893" y="2618714"/>
                </a:lnTo>
                <a:lnTo>
                  <a:pt x="2391206" y="2623731"/>
                </a:lnTo>
                <a:lnTo>
                  <a:pt x="2396223" y="2632405"/>
                </a:lnTo>
                <a:lnTo>
                  <a:pt x="2404897" y="2627401"/>
                </a:lnTo>
                <a:close/>
              </a:path>
              <a:path w="18288635" h="10287000">
                <a:moveTo>
                  <a:pt x="2406154" y="1804517"/>
                </a:moveTo>
                <a:lnTo>
                  <a:pt x="2397544" y="1789582"/>
                </a:lnTo>
                <a:lnTo>
                  <a:pt x="2382609" y="1798205"/>
                </a:lnTo>
                <a:lnTo>
                  <a:pt x="2391232" y="1813140"/>
                </a:lnTo>
                <a:lnTo>
                  <a:pt x="2406154" y="1804517"/>
                </a:lnTo>
                <a:close/>
              </a:path>
              <a:path w="18288635" h="10287000">
                <a:moveTo>
                  <a:pt x="2406205" y="158089"/>
                </a:moveTo>
                <a:lnTo>
                  <a:pt x="2392172" y="133781"/>
                </a:lnTo>
                <a:lnTo>
                  <a:pt x="2367877" y="147815"/>
                </a:lnTo>
                <a:lnTo>
                  <a:pt x="2381897" y="172123"/>
                </a:lnTo>
                <a:lnTo>
                  <a:pt x="2406205" y="158089"/>
                </a:lnTo>
                <a:close/>
              </a:path>
              <a:path w="18288635" h="10287000">
                <a:moveTo>
                  <a:pt x="2406866" y="981481"/>
                </a:moveTo>
                <a:lnTo>
                  <a:pt x="2395042" y="960996"/>
                </a:lnTo>
                <a:lnTo>
                  <a:pt x="2374557" y="972832"/>
                </a:lnTo>
                <a:lnTo>
                  <a:pt x="2386380" y="993317"/>
                </a:lnTo>
                <a:lnTo>
                  <a:pt x="2406866" y="981481"/>
                </a:lnTo>
                <a:close/>
              </a:path>
              <a:path w="18288635" h="10287000">
                <a:moveTo>
                  <a:pt x="2416797" y="3678313"/>
                </a:moveTo>
                <a:lnTo>
                  <a:pt x="2415794" y="3676573"/>
                </a:lnTo>
                <a:lnTo>
                  <a:pt x="2414054" y="3677577"/>
                </a:lnTo>
                <a:lnTo>
                  <a:pt x="2415057" y="3679317"/>
                </a:lnTo>
                <a:lnTo>
                  <a:pt x="2416797" y="3678313"/>
                </a:lnTo>
                <a:close/>
              </a:path>
              <a:path w="18288635" h="10287000">
                <a:moveTo>
                  <a:pt x="2416949" y="2855137"/>
                </a:moveTo>
                <a:lnTo>
                  <a:pt x="2413139" y="2848546"/>
                </a:lnTo>
                <a:lnTo>
                  <a:pt x="2406548" y="2852356"/>
                </a:lnTo>
                <a:lnTo>
                  <a:pt x="2410358" y="2858947"/>
                </a:lnTo>
                <a:lnTo>
                  <a:pt x="2416949" y="2855137"/>
                </a:lnTo>
                <a:close/>
              </a:path>
              <a:path w="18288635" h="10287000">
                <a:moveTo>
                  <a:pt x="2418207" y="2032254"/>
                </a:moveTo>
                <a:lnTo>
                  <a:pt x="2410790" y="2019414"/>
                </a:lnTo>
                <a:lnTo>
                  <a:pt x="2397950" y="2026831"/>
                </a:lnTo>
                <a:lnTo>
                  <a:pt x="2405367" y="2039670"/>
                </a:lnTo>
                <a:lnTo>
                  <a:pt x="2418207" y="2032254"/>
                </a:lnTo>
                <a:close/>
              </a:path>
              <a:path w="18288635" h="10287000">
                <a:moveTo>
                  <a:pt x="2419083" y="386054"/>
                </a:moveTo>
                <a:lnTo>
                  <a:pt x="2405646" y="362800"/>
                </a:lnTo>
                <a:lnTo>
                  <a:pt x="2382393" y="376224"/>
                </a:lnTo>
                <a:lnTo>
                  <a:pt x="2395817" y="399478"/>
                </a:lnTo>
                <a:lnTo>
                  <a:pt x="2419083" y="386054"/>
                </a:lnTo>
                <a:close/>
              </a:path>
              <a:path w="18288635" h="10287000">
                <a:moveTo>
                  <a:pt x="2419197" y="1209306"/>
                </a:moveTo>
                <a:lnTo>
                  <a:pt x="2408377" y="1190548"/>
                </a:lnTo>
                <a:lnTo>
                  <a:pt x="2389619" y="1201381"/>
                </a:lnTo>
                <a:lnTo>
                  <a:pt x="2400452" y="1220127"/>
                </a:lnTo>
                <a:lnTo>
                  <a:pt x="2419197" y="1209306"/>
                </a:lnTo>
                <a:close/>
              </a:path>
              <a:path w="18288635" h="10287000">
                <a:moveTo>
                  <a:pt x="2429560" y="3083026"/>
                </a:moveTo>
                <a:lnTo>
                  <a:pt x="2426551" y="3077819"/>
                </a:lnTo>
                <a:lnTo>
                  <a:pt x="2421344" y="3080829"/>
                </a:lnTo>
                <a:lnTo>
                  <a:pt x="2424341" y="3086036"/>
                </a:lnTo>
                <a:lnTo>
                  <a:pt x="2429560" y="3083026"/>
                </a:lnTo>
                <a:close/>
              </a:path>
              <a:path w="18288635" h="10287000">
                <a:moveTo>
                  <a:pt x="2430538" y="2260079"/>
                </a:moveTo>
                <a:lnTo>
                  <a:pt x="2424125" y="2248966"/>
                </a:lnTo>
                <a:lnTo>
                  <a:pt x="2413012" y="2255380"/>
                </a:lnTo>
                <a:lnTo>
                  <a:pt x="2419426" y="2266492"/>
                </a:lnTo>
                <a:lnTo>
                  <a:pt x="2430538" y="2260079"/>
                </a:lnTo>
                <a:close/>
              </a:path>
              <a:path w="18288635" h="10287000">
                <a:moveTo>
                  <a:pt x="2431796" y="1437195"/>
                </a:moveTo>
                <a:lnTo>
                  <a:pt x="2421775" y="1419834"/>
                </a:lnTo>
                <a:lnTo>
                  <a:pt x="2404414" y="1429854"/>
                </a:lnTo>
                <a:lnTo>
                  <a:pt x="2414435" y="1447215"/>
                </a:lnTo>
                <a:lnTo>
                  <a:pt x="2431796" y="1437195"/>
                </a:lnTo>
                <a:close/>
              </a:path>
              <a:path w="18288635" h="10287000">
                <a:moveTo>
                  <a:pt x="2431961" y="614019"/>
                </a:moveTo>
                <a:lnTo>
                  <a:pt x="2419134" y="591794"/>
                </a:lnTo>
                <a:lnTo>
                  <a:pt x="2396909" y="604634"/>
                </a:lnTo>
                <a:lnTo>
                  <a:pt x="2409736" y="626846"/>
                </a:lnTo>
                <a:lnTo>
                  <a:pt x="2431961" y="614019"/>
                </a:lnTo>
                <a:close/>
              </a:path>
              <a:path w="18288635" h="10287000">
                <a:moveTo>
                  <a:pt x="2441435" y="17856"/>
                </a:moveTo>
                <a:lnTo>
                  <a:pt x="2431123" y="0"/>
                </a:lnTo>
                <a:lnTo>
                  <a:pt x="2422652" y="0"/>
                </a:lnTo>
                <a:lnTo>
                  <a:pt x="2407475" y="8763"/>
                </a:lnTo>
                <a:lnTo>
                  <a:pt x="2419908" y="30289"/>
                </a:lnTo>
                <a:lnTo>
                  <a:pt x="2441435" y="17856"/>
                </a:lnTo>
                <a:close/>
              </a:path>
              <a:path w="18288635" h="10287000">
                <a:moveTo>
                  <a:pt x="2442159" y="3310928"/>
                </a:moveTo>
                <a:lnTo>
                  <a:pt x="2439949" y="3307105"/>
                </a:lnTo>
                <a:lnTo>
                  <a:pt x="2436139" y="3309302"/>
                </a:lnTo>
                <a:lnTo>
                  <a:pt x="2438336" y="3313125"/>
                </a:lnTo>
                <a:lnTo>
                  <a:pt x="2442159" y="3310928"/>
                </a:lnTo>
                <a:close/>
              </a:path>
              <a:path w="18288635" h="10287000">
                <a:moveTo>
                  <a:pt x="2442870" y="2487892"/>
                </a:moveTo>
                <a:lnTo>
                  <a:pt x="2437447" y="2478519"/>
                </a:lnTo>
                <a:lnTo>
                  <a:pt x="2428075" y="2483929"/>
                </a:lnTo>
                <a:lnTo>
                  <a:pt x="2433497" y="2493302"/>
                </a:lnTo>
                <a:lnTo>
                  <a:pt x="2442870" y="2487892"/>
                </a:lnTo>
                <a:close/>
              </a:path>
              <a:path w="18288635" h="10287000">
                <a:moveTo>
                  <a:pt x="2443848" y="1664931"/>
                </a:moveTo>
                <a:lnTo>
                  <a:pt x="2435034" y="1649666"/>
                </a:lnTo>
                <a:lnTo>
                  <a:pt x="2419756" y="1658480"/>
                </a:lnTo>
                <a:lnTo>
                  <a:pt x="2428570" y="1673758"/>
                </a:lnTo>
                <a:lnTo>
                  <a:pt x="2443848" y="1664931"/>
                </a:lnTo>
                <a:close/>
              </a:path>
              <a:path w="18288635" h="10287000">
                <a:moveTo>
                  <a:pt x="2444559" y="841908"/>
                </a:moveTo>
                <a:lnTo>
                  <a:pt x="2432532" y="821080"/>
                </a:lnTo>
                <a:lnTo>
                  <a:pt x="2411704" y="833107"/>
                </a:lnTo>
                <a:lnTo>
                  <a:pt x="2423731" y="853935"/>
                </a:lnTo>
                <a:lnTo>
                  <a:pt x="2444559" y="841908"/>
                </a:lnTo>
                <a:close/>
              </a:path>
              <a:path w="18288635" h="10287000">
                <a:moveTo>
                  <a:pt x="2454757" y="3538817"/>
                </a:moveTo>
                <a:lnTo>
                  <a:pt x="2453360" y="3536378"/>
                </a:lnTo>
                <a:lnTo>
                  <a:pt x="2450922" y="3537788"/>
                </a:lnTo>
                <a:lnTo>
                  <a:pt x="2452332" y="3540214"/>
                </a:lnTo>
                <a:lnTo>
                  <a:pt x="2454757" y="3538817"/>
                </a:lnTo>
                <a:close/>
              </a:path>
              <a:path w="18288635" h="10287000">
                <a:moveTo>
                  <a:pt x="2455189" y="2715704"/>
                </a:moveTo>
                <a:lnTo>
                  <a:pt x="2450782" y="2708071"/>
                </a:lnTo>
                <a:lnTo>
                  <a:pt x="2443137" y="2712478"/>
                </a:lnTo>
                <a:lnTo>
                  <a:pt x="2447556" y="2720124"/>
                </a:lnTo>
                <a:lnTo>
                  <a:pt x="2455189" y="2715704"/>
                </a:lnTo>
                <a:close/>
              </a:path>
              <a:path w="18288635" h="10287000">
                <a:moveTo>
                  <a:pt x="2456167" y="1892757"/>
                </a:moveTo>
                <a:lnTo>
                  <a:pt x="2448356" y="1879219"/>
                </a:lnTo>
                <a:lnTo>
                  <a:pt x="2434818" y="1887029"/>
                </a:lnTo>
                <a:lnTo>
                  <a:pt x="2442629" y="1900567"/>
                </a:lnTo>
                <a:lnTo>
                  <a:pt x="2456167" y="1892757"/>
                </a:lnTo>
                <a:close/>
              </a:path>
              <a:path w="18288635" h="10287000">
                <a:moveTo>
                  <a:pt x="2456497" y="246405"/>
                </a:moveTo>
                <a:lnTo>
                  <a:pt x="2443073" y="223139"/>
                </a:lnTo>
                <a:lnTo>
                  <a:pt x="2419807" y="236575"/>
                </a:lnTo>
                <a:lnTo>
                  <a:pt x="2433243" y="259829"/>
                </a:lnTo>
                <a:lnTo>
                  <a:pt x="2456497" y="246405"/>
                </a:lnTo>
                <a:close/>
              </a:path>
              <a:path w="18288635" h="10287000">
                <a:moveTo>
                  <a:pt x="2456891" y="1069733"/>
                </a:moveTo>
                <a:lnTo>
                  <a:pt x="2445855" y="1050632"/>
                </a:lnTo>
                <a:lnTo>
                  <a:pt x="2426766" y="1061656"/>
                </a:lnTo>
                <a:lnTo>
                  <a:pt x="2437790" y="1080757"/>
                </a:lnTo>
                <a:lnTo>
                  <a:pt x="2456891" y="1069733"/>
                </a:lnTo>
                <a:close/>
              </a:path>
              <a:path w="18288635" h="10287000">
                <a:moveTo>
                  <a:pt x="2467368" y="3766705"/>
                </a:moveTo>
                <a:lnTo>
                  <a:pt x="2467114" y="3766261"/>
                </a:lnTo>
                <a:lnTo>
                  <a:pt x="2465717" y="3766261"/>
                </a:lnTo>
                <a:lnTo>
                  <a:pt x="2465971" y="3766705"/>
                </a:lnTo>
                <a:lnTo>
                  <a:pt x="2467368" y="3766705"/>
                </a:lnTo>
                <a:close/>
              </a:path>
              <a:path w="18288635" h="10287000">
                <a:moveTo>
                  <a:pt x="2467521" y="2943529"/>
                </a:moveTo>
                <a:lnTo>
                  <a:pt x="2464117" y="2937624"/>
                </a:lnTo>
                <a:lnTo>
                  <a:pt x="2458212" y="2941028"/>
                </a:lnTo>
                <a:lnTo>
                  <a:pt x="2461615" y="2946933"/>
                </a:lnTo>
                <a:lnTo>
                  <a:pt x="2467521" y="2943529"/>
                </a:lnTo>
                <a:close/>
              </a:path>
              <a:path w="18288635" h="10287000">
                <a:moveTo>
                  <a:pt x="2468778" y="2120646"/>
                </a:moveTo>
                <a:lnTo>
                  <a:pt x="2461755" y="2108492"/>
                </a:lnTo>
                <a:lnTo>
                  <a:pt x="2449614" y="2115515"/>
                </a:lnTo>
                <a:lnTo>
                  <a:pt x="2456624" y="2127656"/>
                </a:lnTo>
                <a:lnTo>
                  <a:pt x="2468778" y="2120646"/>
                </a:lnTo>
                <a:close/>
              </a:path>
              <a:path w="18288635" h="10287000">
                <a:moveTo>
                  <a:pt x="2469375" y="474370"/>
                </a:moveTo>
                <a:lnTo>
                  <a:pt x="2456548" y="452145"/>
                </a:lnTo>
                <a:lnTo>
                  <a:pt x="2434323" y="464972"/>
                </a:lnTo>
                <a:lnTo>
                  <a:pt x="2447150" y="487197"/>
                </a:lnTo>
                <a:lnTo>
                  <a:pt x="2469375" y="474370"/>
                </a:lnTo>
                <a:close/>
              </a:path>
              <a:path w="18288635" h="10287000">
                <a:moveTo>
                  <a:pt x="2469756" y="1297686"/>
                </a:moveTo>
                <a:lnTo>
                  <a:pt x="2459342" y="1279639"/>
                </a:lnTo>
                <a:lnTo>
                  <a:pt x="2441283" y="1290066"/>
                </a:lnTo>
                <a:lnTo>
                  <a:pt x="2451709" y="1308112"/>
                </a:lnTo>
                <a:lnTo>
                  <a:pt x="2469756" y="1297686"/>
                </a:lnTo>
                <a:close/>
              </a:path>
              <a:path w="18288635" h="10287000">
                <a:moveTo>
                  <a:pt x="2480119" y="3171418"/>
                </a:moveTo>
                <a:lnTo>
                  <a:pt x="2477516" y="3166897"/>
                </a:lnTo>
                <a:lnTo>
                  <a:pt x="2473007" y="3169513"/>
                </a:lnTo>
                <a:lnTo>
                  <a:pt x="2475611" y="3174022"/>
                </a:lnTo>
                <a:lnTo>
                  <a:pt x="2480119" y="3171418"/>
                </a:lnTo>
                <a:close/>
              </a:path>
              <a:path w="18288635" h="10287000">
                <a:moveTo>
                  <a:pt x="2480830" y="2348382"/>
                </a:moveTo>
                <a:lnTo>
                  <a:pt x="2475014" y="2338324"/>
                </a:lnTo>
                <a:lnTo>
                  <a:pt x="2464943" y="2344128"/>
                </a:lnTo>
                <a:lnTo>
                  <a:pt x="2470759" y="2354199"/>
                </a:lnTo>
                <a:lnTo>
                  <a:pt x="2480830" y="2348382"/>
                </a:lnTo>
                <a:close/>
              </a:path>
              <a:path w="18288635" h="10287000">
                <a:moveTo>
                  <a:pt x="2481808" y="1525435"/>
                </a:moveTo>
                <a:lnTo>
                  <a:pt x="2472588" y="1509471"/>
                </a:lnTo>
                <a:lnTo>
                  <a:pt x="2456624" y="1518678"/>
                </a:lnTo>
                <a:lnTo>
                  <a:pt x="2465844" y="1534655"/>
                </a:lnTo>
                <a:lnTo>
                  <a:pt x="2481808" y="1525435"/>
                </a:lnTo>
                <a:close/>
              </a:path>
              <a:path w="18288635" h="10287000">
                <a:moveTo>
                  <a:pt x="2481973" y="702259"/>
                </a:moveTo>
                <a:lnTo>
                  <a:pt x="2469946" y="681431"/>
                </a:lnTo>
                <a:lnTo>
                  <a:pt x="2449118" y="693458"/>
                </a:lnTo>
                <a:lnTo>
                  <a:pt x="2461145" y="714286"/>
                </a:lnTo>
                <a:lnTo>
                  <a:pt x="2481973" y="702259"/>
                </a:lnTo>
                <a:close/>
              </a:path>
              <a:path w="18288635" h="10287000">
                <a:moveTo>
                  <a:pt x="2492730" y="3399307"/>
                </a:moveTo>
                <a:lnTo>
                  <a:pt x="2490927" y="3396183"/>
                </a:lnTo>
                <a:lnTo>
                  <a:pt x="2487803" y="3397986"/>
                </a:lnTo>
                <a:lnTo>
                  <a:pt x="2489606" y="3401110"/>
                </a:lnTo>
                <a:lnTo>
                  <a:pt x="2492730" y="3399307"/>
                </a:lnTo>
                <a:close/>
              </a:path>
              <a:path w="18288635" h="10287000">
                <a:moveTo>
                  <a:pt x="2493162" y="2576207"/>
                </a:moveTo>
                <a:lnTo>
                  <a:pt x="2488349" y="2567876"/>
                </a:lnTo>
                <a:lnTo>
                  <a:pt x="2480018" y="2572689"/>
                </a:lnTo>
                <a:lnTo>
                  <a:pt x="2484831" y="2581021"/>
                </a:lnTo>
                <a:lnTo>
                  <a:pt x="2493162" y="2576207"/>
                </a:lnTo>
                <a:close/>
              </a:path>
              <a:path w="18288635" h="10287000">
                <a:moveTo>
                  <a:pt x="2493645" y="106680"/>
                </a:moveTo>
                <a:lnTo>
                  <a:pt x="2480411" y="83769"/>
                </a:lnTo>
                <a:lnTo>
                  <a:pt x="2457500" y="97002"/>
                </a:lnTo>
                <a:lnTo>
                  <a:pt x="2470734" y="119913"/>
                </a:lnTo>
                <a:lnTo>
                  <a:pt x="2493645" y="106680"/>
                </a:lnTo>
                <a:close/>
              </a:path>
              <a:path w="18288635" h="10287000">
                <a:moveTo>
                  <a:pt x="2494140" y="1753260"/>
                </a:moveTo>
                <a:lnTo>
                  <a:pt x="2485923" y="1739023"/>
                </a:lnTo>
                <a:lnTo>
                  <a:pt x="2471686" y="1747227"/>
                </a:lnTo>
                <a:lnTo>
                  <a:pt x="2479903" y="1761477"/>
                </a:lnTo>
                <a:lnTo>
                  <a:pt x="2494140" y="1753260"/>
                </a:lnTo>
                <a:close/>
              </a:path>
              <a:path w="18288635" h="10287000">
                <a:moveTo>
                  <a:pt x="2494572" y="930148"/>
                </a:moveTo>
                <a:lnTo>
                  <a:pt x="2483358" y="910704"/>
                </a:lnTo>
                <a:lnTo>
                  <a:pt x="2463914" y="921931"/>
                </a:lnTo>
                <a:lnTo>
                  <a:pt x="2475128" y="941374"/>
                </a:lnTo>
                <a:lnTo>
                  <a:pt x="2494572" y="930148"/>
                </a:lnTo>
                <a:close/>
              </a:path>
              <a:path w="18288635" h="10287000">
                <a:moveTo>
                  <a:pt x="2505214" y="2803944"/>
                </a:moveTo>
                <a:lnTo>
                  <a:pt x="2501608" y="2797708"/>
                </a:lnTo>
                <a:lnTo>
                  <a:pt x="2495359" y="2801315"/>
                </a:lnTo>
                <a:lnTo>
                  <a:pt x="2498966" y="2807563"/>
                </a:lnTo>
                <a:lnTo>
                  <a:pt x="2505214" y="2803944"/>
                </a:lnTo>
                <a:close/>
              </a:path>
              <a:path w="18288635" h="10287000">
                <a:moveTo>
                  <a:pt x="2505329" y="3627196"/>
                </a:moveTo>
                <a:lnTo>
                  <a:pt x="2504325" y="3625456"/>
                </a:lnTo>
                <a:lnTo>
                  <a:pt x="2502585" y="3626459"/>
                </a:lnTo>
                <a:lnTo>
                  <a:pt x="2503589" y="3628199"/>
                </a:lnTo>
                <a:lnTo>
                  <a:pt x="2505329" y="3627196"/>
                </a:lnTo>
                <a:close/>
              </a:path>
              <a:path w="18288635" h="10287000">
                <a:moveTo>
                  <a:pt x="2506472" y="1981073"/>
                </a:moveTo>
                <a:lnTo>
                  <a:pt x="2499258" y="1968576"/>
                </a:lnTo>
                <a:lnTo>
                  <a:pt x="2486749" y="1975789"/>
                </a:lnTo>
                <a:lnTo>
                  <a:pt x="2493975" y="1988286"/>
                </a:lnTo>
                <a:lnTo>
                  <a:pt x="2506472" y="1981073"/>
                </a:lnTo>
                <a:close/>
              </a:path>
              <a:path w="18288635" h="10287000">
                <a:moveTo>
                  <a:pt x="2506789" y="334721"/>
                </a:moveTo>
                <a:lnTo>
                  <a:pt x="2493962" y="312496"/>
                </a:lnTo>
                <a:lnTo>
                  <a:pt x="2471737" y="325323"/>
                </a:lnTo>
                <a:lnTo>
                  <a:pt x="2484577" y="347548"/>
                </a:lnTo>
                <a:lnTo>
                  <a:pt x="2506789" y="334721"/>
                </a:lnTo>
                <a:close/>
              </a:path>
              <a:path w="18288635" h="10287000">
                <a:moveTo>
                  <a:pt x="2507462" y="1158113"/>
                </a:moveTo>
                <a:lnTo>
                  <a:pt x="2496832" y="1139710"/>
                </a:lnTo>
                <a:lnTo>
                  <a:pt x="2478430" y="1150340"/>
                </a:lnTo>
                <a:lnTo>
                  <a:pt x="2489047" y="1168742"/>
                </a:lnTo>
                <a:lnTo>
                  <a:pt x="2507462" y="1158113"/>
                </a:lnTo>
                <a:close/>
              </a:path>
              <a:path w="18288635" h="10287000">
                <a:moveTo>
                  <a:pt x="2518092" y="3031909"/>
                </a:moveTo>
                <a:lnTo>
                  <a:pt x="2515082" y="3026702"/>
                </a:lnTo>
                <a:lnTo>
                  <a:pt x="2509875" y="3029712"/>
                </a:lnTo>
                <a:lnTo>
                  <a:pt x="2512885" y="3034919"/>
                </a:lnTo>
                <a:lnTo>
                  <a:pt x="2518092" y="3031909"/>
                </a:lnTo>
                <a:close/>
              </a:path>
              <a:path w="18288635" h="10287000">
                <a:moveTo>
                  <a:pt x="2518791" y="2208885"/>
                </a:moveTo>
                <a:lnTo>
                  <a:pt x="2512580" y="2198116"/>
                </a:lnTo>
                <a:lnTo>
                  <a:pt x="2501823" y="2204339"/>
                </a:lnTo>
                <a:lnTo>
                  <a:pt x="2508034" y="2215108"/>
                </a:lnTo>
                <a:lnTo>
                  <a:pt x="2518791" y="2208885"/>
                </a:lnTo>
                <a:close/>
              </a:path>
              <a:path w="18288635" h="10287000">
                <a:moveTo>
                  <a:pt x="2519667" y="562686"/>
                </a:moveTo>
                <a:lnTo>
                  <a:pt x="2507437" y="541502"/>
                </a:lnTo>
                <a:lnTo>
                  <a:pt x="2486266" y="553732"/>
                </a:lnTo>
                <a:lnTo>
                  <a:pt x="2498483" y="574916"/>
                </a:lnTo>
                <a:lnTo>
                  <a:pt x="2519667" y="562686"/>
                </a:lnTo>
                <a:close/>
              </a:path>
              <a:path w="18288635" h="10287000">
                <a:moveTo>
                  <a:pt x="2519781" y="1385938"/>
                </a:moveTo>
                <a:lnTo>
                  <a:pt x="2510155" y="1369263"/>
                </a:lnTo>
                <a:lnTo>
                  <a:pt x="2493492" y="1378889"/>
                </a:lnTo>
                <a:lnTo>
                  <a:pt x="2503119" y="1395552"/>
                </a:lnTo>
                <a:lnTo>
                  <a:pt x="2519781" y="1385938"/>
                </a:lnTo>
                <a:close/>
              </a:path>
              <a:path w="18288635" h="10287000">
                <a:moveTo>
                  <a:pt x="2530411" y="3259734"/>
                </a:moveTo>
                <a:lnTo>
                  <a:pt x="2528417" y="3256254"/>
                </a:lnTo>
                <a:lnTo>
                  <a:pt x="2524937" y="3258261"/>
                </a:lnTo>
                <a:lnTo>
                  <a:pt x="2526944" y="3261741"/>
                </a:lnTo>
                <a:lnTo>
                  <a:pt x="2530411" y="3259734"/>
                </a:lnTo>
                <a:close/>
              </a:path>
              <a:path w="18288635" h="10287000">
                <a:moveTo>
                  <a:pt x="2531122" y="2436711"/>
                </a:moveTo>
                <a:lnTo>
                  <a:pt x="2525915" y="2427681"/>
                </a:lnTo>
                <a:lnTo>
                  <a:pt x="2516886" y="2432888"/>
                </a:lnTo>
                <a:lnTo>
                  <a:pt x="2522105" y="2441918"/>
                </a:lnTo>
                <a:lnTo>
                  <a:pt x="2531122" y="2436711"/>
                </a:lnTo>
                <a:close/>
              </a:path>
              <a:path w="18288635" h="10287000">
                <a:moveTo>
                  <a:pt x="2532113" y="1613750"/>
                </a:moveTo>
                <a:lnTo>
                  <a:pt x="2523490" y="1598815"/>
                </a:lnTo>
                <a:lnTo>
                  <a:pt x="2508554" y="1607439"/>
                </a:lnTo>
                <a:lnTo>
                  <a:pt x="2517178" y="1622374"/>
                </a:lnTo>
                <a:lnTo>
                  <a:pt x="2532113" y="1613750"/>
                </a:lnTo>
                <a:close/>
              </a:path>
              <a:path w="18288635" h="10287000">
                <a:moveTo>
                  <a:pt x="2532278" y="790575"/>
                </a:moveTo>
                <a:lnTo>
                  <a:pt x="2520848" y="770788"/>
                </a:lnTo>
                <a:lnTo>
                  <a:pt x="2501049" y="782205"/>
                </a:lnTo>
                <a:lnTo>
                  <a:pt x="2512479" y="802005"/>
                </a:lnTo>
                <a:lnTo>
                  <a:pt x="2532278" y="790575"/>
                </a:lnTo>
                <a:close/>
              </a:path>
              <a:path w="18288635" h="10287000">
                <a:moveTo>
                  <a:pt x="2543175" y="2664447"/>
                </a:moveTo>
                <a:lnTo>
                  <a:pt x="2539161" y="2657500"/>
                </a:lnTo>
                <a:lnTo>
                  <a:pt x="2532227" y="2661513"/>
                </a:lnTo>
                <a:lnTo>
                  <a:pt x="2536228" y="2668460"/>
                </a:lnTo>
                <a:lnTo>
                  <a:pt x="2543175" y="2664447"/>
                </a:lnTo>
                <a:close/>
              </a:path>
              <a:path w="18288635" h="10287000">
                <a:moveTo>
                  <a:pt x="2543302" y="3487699"/>
                </a:moveTo>
                <a:lnTo>
                  <a:pt x="2541892" y="3485261"/>
                </a:lnTo>
                <a:lnTo>
                  <a:pt x="2539454" y="3486670"/>
                </a:lnTo>
                <a:lnTo>
                  <a:pt x="2540863" y="3489096"/>
                </a:lnTo>
                <a:lnTo>
                  <a:pt x="2543302" y="3487699"/>
                </a:lnTo>
                <a:close/>
              </a:path>
              <a:path w="18288635" h="10287000">
                <a:moveTo>
                  <a:pt x="2544216" y="195072"/>
                </a:moveTo>
                <a:lnTo>
                  <a:pt x="2531376" y="172847"/>
                </a:lnTo>
                <a:lnTo>
                  <a:pt x="2509164" y="185686"/>
                </a:lnTo>
                <a:lnTo>
                  <a:pt x="2521991" y="207899"/>
                </a:lnTo>
                <a:lnTo>
                  <a:pt x="2544216" y="195072"/>
                </a:lnTo>
                <a:close/>
              </a:path>
              <a:path w="18288635" h="10287000">
                <a:moveTo>
                  <a:pt x="2544432" y="1841563"/>
                </a:moveTo>
                <a:lnTo>
                  <a:pt x="2536812" y="1828380"/>
                </a:lnTo>
                <a:lnTo>
                  <a:pt x="2523629" y="1835988"/>
                </a:lnTo>
                <a:lnTo>
                  <a:pt x="2531249" y="1849183"/>
                </a:lnTo>
                <a:lnTo>
                  <a:pt x="2544432" y="1841563"/>
                </a:lnTo>
                <a:close/>
              </a:path>
              <a:path w="18288635" h="10287000">
                <a:moveTo>
                  <a:pt x="2545143" y="1018540"/>
                </a:moveTo>
                <a:lnTo>
                  <a:pt x="2534323" y="999794"/>
                </a:lnTo>
                <a:lnTo>
                  <a:pt x="2515578" y="1010615"/>
                </a:lnTo>
                <a:lnTo>
                  <a:pt x="2526398" y="1029360"/>
                </a:lnTo>
                <a:lnTo>
                  <a:pt x="2545143" y="1018540"/>
                </a:lnTo>
                <a:close/>
              </a:path>
              <a:path w="18288635" h="10287000">
                <a:moveTo>
                  <a:pt x="2555786" y="2892336"/>
                </a:moveTo>
                <a:lnTo>
                  <a:pt x="2552573" y="2886786"/>
                </a:lnTo>
                <a:lnTo>
                  <a:pt x="2547023" y="2889986"/>
                </a:lnTo>
                <a:lnTo>
                  <a:pt x="2550223" y="2895549"/>
                </a:lnTo>
                <a:lnTo>
                  <a:pt x="2555786" y="2892336"/>
                </a:lnTo>
                <a:close/>
              </a:path>
              <a:path w="18288635" h="10287000">
                <a:moveTo>
                  <a:pt x="2555900" y="3715588"/>
                </a:moveTo>
                <a:lnTo>
                  <a:pt x="2555633" y="3715143"/>
                </a:lnTo>
                <a:lnTo>
                  <a:pt x="2554249" y="3715143"/>
                </a:lnTo>
                <a:lnTo>
                  <a:pt x="2554516" y="3715588"/>
                </a:lnTo>
                <a:lnTo>
                  <a:pt x="2555900" y="3715588"/>
                </a:lnTo>
                <a:close/>
              </a:path>
              <a:path w="18288635" h="10287000">
                <a:moveTo>
                  <a:pt x="2556764" y="2069376"/>
                </a:moveTo>
                <a:lnTo>
                  <a:pt x="2550147" y="2057920"/>
                </a:lnTo>
                <a:lnTo>
                  <a:pt x="2538692" y="2064537"/>
                </a:lnTo>
                <a:lnTo>
                  <a:pt x="2545308" y="2075992"/>
                </a:lnTo>
                <a:lnTo>
                  <a:pt x="2556764" y="2069376"/>
                </a:lnTo>
                <a:close/>
              </a:path>
              <a:path w="18288635" h="10287000">
                <a:moveTo>
                  <a:pt x="2557094" y="423037"/>
                </a:moveTo>
                <a:lnTo>
                  <a:pt x="2544864" y="401853"/>
                </a:lnTo>
                <a:lnTo>
                  <a:pt x="2523680" y="414083"/>
                </a:lnTo>
                <a:lnTo>
                  <a:pt x="2535910" y="435267"/>
                </a:lnTo>
                <a:lnTo>
                  <a:pt x="2557094" y="423037"/>
                </a:lnTo>
                <a:close/>
              </a:path>
              <a:path w="18288635" h="10287000">
                <a:moveTo>
                  <a:pt x="2557475" y="1246352"/>
                </a:moveTo>
                <a:lnTo>
                  <a:pt x="2547645" y="1229347"/>
                </a:lnTo>
                <a:lnTo>
                  <a:pt x="2530640" y="1239164"/>
                </a:lnTo>
                <a:lnTo>
                  <a:pt x="2540457" y="1256169"/>
                </a:lnTo>
                <a:lnTo>
                  <a:pt x="2557475" y="1246352"/>
                </a:lnTo>
                <a:close/>
              </a:path>
              <a:path w="18288635" h="10287000">
                <a:moveTo>
                  <a:pt x="2568384" y="3120225"/>
                </a:moveTo>
                <a:lnTo>
                  <a:pt x="2565984" y="3116059"/>
                </a:lnTo>
                <a:lnTo>
                  <a:pt x="2561806" y="3118472"/>
                </a:lnTo>
                <a:lnTo>
                  <a:pt x="2564219" y="3122638"/>
                </a:lnTo>
                <a:lnTo>
                  <a:pt x="2568384" y="3120225"/>
                </a:lnTo>
                <a:close/>
              </a:path>
              <a:path w="18288635" h="10287000">
                <a:moveTo>
                  <a:pt x="2569095" y="2297201"/>
                </a:moveTo>
                <a:lnTo>
                  <a:pt x="2563482" y="2287486"/>
                </a:lnTo>
                <a:lnTo>
                  <a:pt x="2553754" y="2293099"/>
                </a:lnTo>
                <a:lnTo>
                  <a:pt x="2559367" y="2302814"/>
                </a:lnTo>
                <a:lnTo>
                  <a:pt x="2569095" y="2297201"/>
                </a:lnTo>
                <a:close/>
              </a:path>
              <a:path w="18288635" h="10287000">
                <a:moveTo>
                  <a:pt x="2569680" y="650925"/>
                </a:moveTo>
                <a:lnTo>
                  <a:pt x="2558262" y="631139"/>
                </a:lnTo>
                <a:lnTo>
                  <a:pt x="2538476" y="642556"/>
                </a:lnTo>
                <a:lnTo>
                  <a:pt x="2549906" y="662355"/>
                </a:lnTo>
                <a:lnTo>
                  <a:pt x="2569680" y="650925"/>
                </a:lnTo>
                <a:close/>
              </a:path>
              <a:path w="18288635" h="10287000">
                <a:moveTo>
                  <a:pt x="2569807" y="1474165"/>
                </a:moveTo>
                <a:lnTo>
                  <a:pt x="2560980" y="1458887"/>
                </a:lnTo>
                <a:lnTo>
                  <a:pt x="2545702" y="1467713"/>
                </a:lnTo>
                <a:lnTo>
                  <a:pt x="2554528" y="1482991"/>
                </a:lnTo>
                <a:lnTo>
                  <a:pt x="2569807" y="1474165"/>
                </a:lnTo>
                <a:close/>
              </a:path>
              <a:path w="18288635" h="10287000">
                <a:moveTo>
                  <a:pt x="2580983" y="3348126"/>
                </a:moveTo>
                <a:lnTo>
                  <a:pt x="2579382" y="3345345"/>
                </a:lnTo>
                <a:lnTo>
                  <a:pt x="2576601" y="3346945"/>
                </a:lnTo>
                <a:lnTo>
                  <a:pt x="2578214" y="3349726"/>
                </a:lnTo>
                <a:lnTo>
                  <a:pt x="2580983" y="3348126"/>
                </a:lnTo>
                <a:close/>
              </a:path>
              <a:path w="18288635" h="10287000">
                <a:moveTo>
                  <a:pt x="2581351" y="55346"/>
                </a:moveTo>
                <a:lnTo>
                  <a:pt x="2568727" y="33477"/>
                </a:lnTo>
                <a:lnTo>
                  <a:pt x="2546858" y="46101"/>
                </a:lnTo>
                <a:lnTo>
                  <a:pt x="2559481" y="67983"/>
                </a:lnTo>
                <a:lnTo>
                  <a:pt x="2581351" y="55346"/>
                </a:lnTo>
                <a:close/>
              </a:path>
              <a:path w="18288635" h="10287000">
                <a:moveTo>
                  <a:pt x="2581414" y="2525014"/>
                </a:moveTo>
                <a:lnTo>
                  <a:pt x="2576804" y="2517038"/>
                </a:lnTo>
                <a:lnTo>
                  <a:pt x="2568829" y="2521648"/>
                </a:lnTo>
                <a:lnTo>
                  <a:pt x="2573426" y="2529624"/>
                </a:lnTo>
                <a:lnTo>
                  <a:pt x="2581414" y="2525014"/>
                </a:lnTo>
                <a:close/>
              </a:path>
              <a:path w="18288635" h="10287000">
                <a:moveTo>
                  <a:pt x="2582405" y="1702066"/>
                </a:moveTo>
                <a:lnTo>
                  <a:pt x="2574379" y="1688172"/>
                </a:lnTo>
                <a:lnTo>
                  <a:pt x="2560497" y="1696186"/>
                </a:lnTo>
                <a:lnTo>
                  <a:pt x="2568511" y="1710080"/>
                </a:lnTo>
                <a:lnTo>
                  <a:pt x="2582405" y="1702066"/>
                </a:lnTo>
                <a:close/>
              </a:path>
              <a:path w="18288635" h="10287000">
                <a:moveTo>
                  <a:pt x="2582570" y="878890"/>
                </a:moveTo>
                <a:lnTo>
                  <a:pt x="2571737" y="860132"/>
                </a:lnTo>
                <a:lnTo>
                  <a:pt x="2552992" y="870966"/>
                </a:lnTo>
                <a:lnTo>
                  <a:pt x="2563812" y="889711"/>
                </a:lnTo>
                <a:lnTo>
                  <a:pt x="2582570" y="878890"/>
                </a:lnTo>
                <a:close/>
              </a:path>
              <a:path w="18288635" h="10287000">
                <a:moveTo>
                  <a:pt x="2593746" y="2752839"/>
                </a:moveTo>
                <a:lnTo>
                  <a:pt x="2590139" y="2746591"/>
                </a:lnTo>
                <a:lnTo>
                  <a:pt x="2583891" y="2750197"/>
                </a:lnTo>
                <a:lnTo>
                  <a:pt x="2587498" y="2756446"/>
                </a:lnTo>
                <a:lnTo>
                  <a:pt x="2593746" y="2752839"/>
                </a:lnTo>
                <a:close/>
              </a:path>
              <a:path w="18288635" h="10287000">
                <a:moveTo>
                  <a:pt x="2593860" y="3576078"/>
                </a:moveTo>
                <a:lnTo>
                  <a:pt x="2592857" y="3574351"/>
                </a:lnTo>
                <a:lnTo>
                  <a:pt x="2591117" y="3575354"/>
                </a:lnTo>
                <a:lnTo>
                  <a:pt x="2592120" y="3577082"/>
                </a:lnTo>
                <a:lnTo>
                  <a:pt x="2593860" y="3576078"/>
                </a:lnTo>
                <a:close/>
              </a:path>
              <a:path w="18288635" h="10287000">
                <a:moveTo>
                  <a:pt x="2594508" y="283387"/>
                </a:moveTo>
                <a:lnTo>
                  <a:pt x="2582278" y="262204"/>
                </a:lnTo>
                <a:lnTo>
                  <a:pt x="2561094" y="274434"/>
                </a:lnTo>
                <a:lnTo>
                  <a:pt x="2573324" y="295617"/>
                </a:lnTo>
                <a:lnTo>
                  <a:pt x="2594508" y="283387"/>
                </a:lnTo>
                <a:close/>
              </a:path>
              <a:path w="18288635" h="10287000">
                <a:moveTo>
                  <a:pt x="2594737" y="1929879"/>
                </a:moveTo>
                <a:lnTo>
                  <a:pt x="2587714" y="1917725"/>
                </a:lnTo>
                <a:lnTo>
                  <a:pt x="2575560" y="1924748"/>
                </a:lnTo>
                <a:lnTo>
                  <a:pt x="2582570" y="1936902"/>
                </a:lnTo>
                <a:lnTo>
                  <a:pt x="2594737" y="1929879"/>
                </a:lnTo>
                <a:close/>
              </a:path>
              <a:path w="18288635" h="10287000">
                <a:moveTo>
                  <a:pt x="2595168" y="1106779"/>
                </a:moveTo>
                <a:lnTo>
                  <a:pt x="2585148" y="1089418"/>
                </a:lnTo>
                <a:lnTo>
                  <a:pt x="2567787" y="1099439"/>
                </a:lnTo>
                <a:lnTo>
                  <a:pt x="2577808" y="1116799"/>
                </a:lnTo>
                <a:lnTo>
                  <a:pt x="2595168" y="1106779"/>
                </a:lnTo>
                <a:close/>
              </a:path>
              <a:path w="18288635" h="10287000">
                <a:moveTo>
                  <a:pt x="2606344" y="2980728"/>
                </a:moveTo>
                <a:lnTo>
                  <a:pt x="2603538" y="2975864"/>
                </a:lnTo>
                <a:lnTo>
                  <a:pt x="2598674" y="2978670"/>
                </a:lnTo>
                <a:lnTo>
                  <a:pt x="2601493" y="2983534"/>
                </a:lnTo>
                <a:lnTo>
                  <a:pt x="2606344" y="2980728"/>
                </a:lnTo>
                <a:close/>
              </a:path>
              <a:path w="18288635" h="10287000">
                <a:moveTo>
                  <a:pt x="2607056" y="2157692"/>
                </a:moveTo>
                <a:lnTo>
                  <a:pt x="2601049" y="2147278"/>
                </a:lnTo>
                <a:lnTo>
                  <a:pt x="2590635" y="2153297"/>
                </a:lnTo>
                <a:lnTo>
                  <a:pt x="2596642" y="2163711"/>
                </a:lnTo>
                <a:lnTo>
                  <a:pt x="2607056" y="2157692"/>
                </a:lnTo>
                <a:close/>
              </a:path>
              <a:path w="18288635" h="10287000">
                <a:moveTo>
                  <a:pt x="2607106" y="511276"/>
                </a:moveTo>
                <a:lnTo>
                  <a:pt x="2595676" y="491490"/>
                </a:lnTo>
                <a:lnTo>
                  <a:pt x="2575890" y="502907"/>
                </a:lnTo>
                <a:lnTo>
                  <a:pt x="2587320" y="522706"/>
                </a:lnTo>
                <a:lnTo>
                  <a:pt x="2607106" y="511276"/>
                </a:lnTo>
                <a:close/>
              </a:path>
              <a:path w="18288635" h="10287000">
                <a:moveTo>
                  <a:pt x="2607487" y="1334592"/>
                </a:moveTo>
                <a:lnTo>
                  <a:pt x="2598470" y="1318971"/>
                </a:lnTo>
                <a:lnTo>
                  <a:pt x="2582849" y="1327988"/>
                </a:lnTo>
                <a:lnTo>
                  <a:pt x="2591866" y="1343621"/>
                </a:lnTo>
                <a:lnTo>
                  <a:pt x="2607487" y="1334592"/>
                </a:lnTo>
                <a:close/>
              </a:path>
              <a:path w="18288635" h="10287000">
                <a:moveTo>
                  <a:pt x="2618956" y="3208617"/>
                </a:moveTo>
                <a:lnTo>
                  <a:pt x="2616949" y="3205149"/>
                </a:lnTo>
                <a:lnTo>
                  <a:pt x="2613469" y="3207156"/>
                </a:lnTo>
                <a:lnTo>
                  <a:pt x="2615476" y="3210623"/>
                </a:lnTo>
                <a:lnTo>
                  <a:pt x="2618956" y="3208617"/>
                </a:lnTo>
                <a:close/>
              </a:path>
              <a:path w="18288635" h="10287000">
                <a:moveTo>
                  <a:pt x="2619387" y="2385517"/>
                </a:moveTo>
                <a:lnTo>
                  <a:pt x="2614371" y="2376843"/>
                </a:lnTo>
                <a:lnTo>
                  <a:pt x="2605697" y="2381847"/>
                </a:lnTo>
                <a:lnTo>
                  <a:pt x="2610713" y="2390533"/>
                </a:lnTo>
                <a:lnTo>
                  <a:pt x="2619387" y="2385517"/>
                </a:lnTo>
                <a:close/>
              </a:path>
              <a:path w="18288635" h="10287000">
                <a:moveTo>
                  <a:pt x="2620099" y="1562481"/>
                </a:moveTo>
                <a:lnTo>
                  <a:pt x="2611882" y="1548257"/>
                </a:lnTo>
                <a:lnTo>
                  <a:pt x="2597645" y="1556473"/>
                </a:lnTo>
                <a:lnTo>
                  <a:pt x="2605862" y="1570710"/>
                </a:lnTo>
                <a:lnTo>
                  <a:pt x="2620099" y="1562481"/>
                </a:lnTo>
                <a:close/>
              </a:path>
              <a:path w="18288635" h="10287000">
                <a:moveTo>
                  <a:pt x="2620264" y="739317"/>
                </a:moveTo>
                <a:lnTo>
                  <a:pt x="2609227" y="720217"/>
                </a:lnTo>
                <a:lnTo>
                  <a:pt x="2590139" y="731240"/>
                </a:lnTo>
                <a:lnTo>
                  <a:pt x="2601163" y="750341"/>
                </a:lnTo>
                <a:lnTo>
                  <a:pt x="2620264" y="739317"/>
                </a:lnTo>
                <a:close/>
              </a:path>
              <a:path w="18288635" h="10287000">
                <a:moveTo>
                  <a:pt x="2631440" y="2613253"/>
                </a:moveTo>
                <a:lnTo>
                  <a:pt x="2627630" y="2606662"/>
                </a:lnTo>
                <a:lnTo>
                  <a:pt x="2621038" y="2610472"/>
                </a:lnTo>
                <a:lnTo>
                  <a:pt x="2624848" y="2617076"/>
                </a:lnTo>
                <a:lnTo>
                  <a:pt x="2631440" y="2613253"/>
                </a:lnTo>
                <a:close/>
              </a:path>
              <a:path w="18288635" h="10287000">
                <a:moveTo>
                  <a:pt x="2631554" y="3436505"/>
                </a:moveTo>
                <a:lnTo>
                  <a:pt x="2630347" y="3434423"/>
                </a:lnTo>
                <a:lnTo>
                  <a:pt x="2628265" y="3435629"/>
                </a:lnTo>
                <a:lnTo>
                  <a:pt x="2629471" y="3437712"/>
                </a:lnTo>
                <a:lnTo>
                  <a:pt x="2631554" y="3436505"/>
                </a:lnTo>
                <a:close/>
              </a:path>
              <a:path w="18288635" h="10287000">
                <a:moveTo>
                  <a:pt x="2631656" y="143662"/>
                </a:moveTo>
                <a:lnTo>
                  <a:pt x="2619629" y="122834"/>
                </a:lnTo>
                <a:lnTo>
                  <a:pt x="2598788" y="134861"/>
                </a:lnTo>
                <a:lnTo>
                  <a:pt x="2610815" y="155689"/>
                </a:lnTo>
                <a:lnTo>
                  <a:pt x="2631656" y="143662"/>
                </a:lnTo>
                <a:close/>
              </a:path>
              <a:path w="18288635" h="10287000">
                <a:moveTo>
                  <a:pt x="2632418" y="1790306"/>
                </a:moveTo>
                <a:lnTo>
                  <a:pt x="2625204" y="1777809"/>
                </a:lnTo>
                <a:lnTo>
                  <a:pt x="2612707" y="1785023"/>
                </a:lnTo>
                <a:lnTo>
                  <a:pt x="2619921" y="1797519"/>
                </a:lnTo>
                <a:lnTo>
                  <a:pt x="2632418" y="1790306"/>
                </a:lnTo>
                <a:close/>
              </a:path>
              <a:path w="18288635" h="10287000">
                <a:moveTo>
                  <a:pt x="2632862" y="967206"/>
                </a:moveTo>
                <a:lnTo>
                  <a:pt x="2622639" y="949502"/>
                </a:lnTo>
                <a:lnTo>
                  <a:pt x="2604935" y="959713"/>
                </a:lnTo>
                <a:lnTo>
                  <a:pt x="2615158" y="977417"/>
                </a:lnTo>
                <a:lnTo>
                  <a:pt x="2632862" y="967206"/>
                </a:lnTo>
                <a:close/>
              </a:path>
              <a:path w="18288635" h="10287000">
                <a:moveTo>
                  <a:pt x="2644317" y="2841218"/>
                </a:moveTo>
                <a:lnTo>
                  <a:pt x="2641104" y="2835668"/>
                </a:lnTo>
                <a:lnTo>
                  <a:pt x="2635554" y="2838869"/>
                </a:lnTo>
                <a:lnTo>
                  <a:pt x="2638755" y="2844431"/>
                </a:lnTo>
                <a:lnTo>
                  <a:pt x="2644317" y="2841218"/>
                </a:lnTo>
                <a:close/>
              </a:path>
              <a:path w="18288635" h="10287000">
                <a:moveTo>
                  <a:pt x="2644432" y="3664470"/>
                </a:moveTo>
                <a:lnTo>
                  <a:pt x="2644178" y="3664026"/>
                </a:lnTo>
                <a:lnTo>
                  <a:pt x="2642793" y="3664026"/>
                </a:lnTo>
                <a:lnTo>
                  <a:pt x="2643047" y="3664470"/>
                </a:lnTo>
                <a:lnTo>
                  <a:pt x="2644432" y="3664470"/>
                </a:lnTo>
                <a:close/>
              </a:path>
              <a:path w="18288635" h="10287000">
                <a:moveTo>
                  <a:pt x="2644521" y="371627"/>
                </a:moveTo>
                <a:lnTo>
                  <a:pt x="2633103" y="351828"/>
                </a:lnTo>
                <a:lnTo>
                  <a:pt x="2613304" y="363258"/>
                </a:lnTo>
                <a:lnTo>
                  <a:pt x="2624734" y="383057"/>
                </a:lnTo>
                <a:lnTo>
                  <a:pt x="2644521" y="371627"/>
                </a:lnTo>
                <a:close/>
              </a:path>
              <a:path w="18288635" h="10287000">
                <a:moveTo>
                  <a:pt x="2645029" y="2018195"/>
                </a:moveTo>
                <a:lnTo>
                  <a:pt x="2638615" y="2007082"/>
                </a:lnTo>
                <a:lnTo>
                  <a:pt x="2627503" y="2013496"/>
                </a:lnTo>
                <a:lnTo>
                  <a:pt x="2633916" y="2024608"/>
                </a:lnTo>
                <a:lnTo>
                  <a:pt x="2645029" y="2018195"/>
                </a:lnTo>
                <a:close/>
              </a:path>
              <a:path w="18288635" h="10287000">
                <a:moveTo>
                  <a:pt x="2645181" y="1195019"/>
                </a:moveTo>
                <a:lnTo>
                  <a:pt x="2635961" y="1179055"/>
                </a:lnTo>
                <a:lnTo>
                  <a:pt x="2619997" y="1188262"/>
                </a:lnTo>
                <a:lnTo>
                  <a:pt x="2629217" y="1204239"/>
                </a:lnTo>
                <a:lnTo>
                  <a:pt x="2645181" y="1195019"/>
                </a:lnTo>
                <a:close/>
              </a:path>
              <a:path w="18288635" h="10287000">
                <a:moveTo>
                  <a:pt x="2656916" y="3069107"/>
                </a:moveTo>
                <a:lnTo>
                  <a:pt x="2654516" y="3064941"/>
                </a:lnTo>
                <a:lnTo>
                  <a:pt x="2650337" y="3067354"/>
                </a:lnTo>
                <a:lnTo>
                  <a:pt x="2652750" y="3071520"/>
                </a:lnTo>
                <a:lnTo>
                  <a:pt x="2656916" y="3069107"/>
                </a:lnTo>
                <a:close/>
              </a:path>
              <a:path w="18288635" h="10287000">
                <a:moveTo>
                  <a:pt x="2657348" y="2246007"/>
                </a:moveTo>
                <a:lnTo>
                  <a:pt x="2651937" y="2236635"/>
                </a:lnTo>
                <a:lnTo>
                  <a:pt x="2642565" y="2242045"/>
                </a:lnTo>
                <a:lnTo>
                  <a:pt x="2647975" y="2251430"/>
                </a:lnTo>
                <a:lnTo>
                  <a:pt x="2657348" y="2246007"/>
                </a:lnTo>
                <a:close/>
              </a:path>
              <a:path w="18288635" h="10287000">
                <a:moveTo>
                  <a:pt x="2657678" y="599668"/>
                </a:moveTo>
                <a:lnTo>
                  <a:pt x="2646654" y="580567"/>
                </a:lnTo>
                <a:lnTo>
                  <a:pt x="2627553" y="591591"/>
                </a:lnTo>
                <a:lnTo>
                  <a:pt x="2638577" y="610692"/>
                </a:lnTo>
                <a:lnTo>
                  <a:pt x="2657678" y="599668"/>
                </a:lnTo>
                <a:close/>
              </a:path>
              <a:path w="18288635" h="10287000">
                <a:moveTo>
                  <a:pt x="2657792" y="1422908"/>
                </a:moveTo>
                <a:lnTo>
                  <a:pt x="2649372" y="1408328"/>
                </a:lnTo>
                <a:lnTo>
                  <a:pt x="2634792" y="1416748"/>
                </a:lnTo>
                <a:lnTo>
                  <a:pt x="2643200" y="1431328"/>
                </a:lnTo>
                <a:lnTo>
                  <a:pt x="2657792" y="1422908"/>
                </a:lnTo>
                <a:close/>
              </a:path>
              <a:path w="18288635" h="10287000">
                <a:moveTo>
                  <a:pt x="2665514" y="3060"/>
                </a:moveTo>
                <a:lnTo>
                  <a:pt x="2663736" y="0"/>
                </a:lnTo>
                <a:lnTo>
                  <a:pt x="2641981" y="0"/>
                </a:lnTo>
                <a:lnTo>
                  <a:pt x="2649194" y="12484"/>
                </a:lnTo>
                <a:lnTo>
                  <a:pt x="2665514" y="3060"/>
                </a:lnTo>
                <a:close/>
              </a:path>
              <a:path w="18288635" h="10287000">
                <a:moveTo>
                  <a:pt x="2669514" y="3297009"/>
                </a:moveTo>
                <a:lnTo>
                  <a:pt x="2667914" y="3294227"/>
                </a:lnTo>
                <a:lnTo>
                  <a:pt x="2665133" y="3295827"/>
                </a:lnTo>
                <a:lnTo>
                  <a:pt x="2666746" y="3298609"/>
                </a:lnTo>
                <a:lnTo>
                  <a:pt x="2669514" y="3297009"/>
                </a:lnTo>
                <a:close/>
              </a:path>
              <a:path w="18288635" h="10287000">
                <a:moveTo>
                  <a:pt x="2669679" y="2473833"/>
                </a:moveTo>
                <a:lnTo>
                  <a:pt x="2665272" y="2466187"/>
                </a:lnTo>
                <a:lnTo>
                  <a:pt x="2657627" y="2470594"/>
                </a:lnTo>
                <a:lnTo>
                  <a:pt x="2662047" y="2478240"/>
                </a:lnTo>
                <a:lnTo>
                  <a:pt x="2669679" y="2473833"/>
                </a:lnTo>
                <a:close/>
              </a:path>
              <a:path w="18288635" h="10287000">
                <a:moveTo>
                  <a:pt x="2670391" y="1650796"/>
                </a:moveTo>
                <a:lnTo>
                  <a:pt x="2662771" y="1637601"/>
                </a:lnTo>
                <a:lnTo>
                  <a:pt x="2649575" y="1645221"/>
                </a:lnTo>
                <a:lnTo>
                  <a:pt x="2657195" y="1658416"/>
                </a:lnTo>
                <a:lnTo>
                  <a:pt x="2670391" y="1650796"/>
                </a:lnTo>
                <a:close/>
              </a:path>
              <a:path w="18288635" h="10287000">
                <a:moveTo>
                  <a:pt x="2670556" y="827620"/>
                </a:moveTo>
                <a:lnTo>
                  <a:pt x="2660129" y="809574"/>
                </a:lnTo>
                <a:lnTo>
                  <a:pt x="2642070" y="820000"/>
                </a:lnTo>
                <a:lnTo>
                  <a:pt x="2652496" y="838047"/>
                </a:lnTo>
                <a:lnTo>
                  <a:pt x="2670556" y="827620"/>
                </a:lnTo>
                <a:close/>
              </a:path>
              <a:path w="18288635" h="10287000">
                <a:moveTo>
                  <a:pt x="2681948" y="231978"/>
                </a:moveTo>
                <a:lnTo>
                  <a:pt x="2670518" y="212191"/>
                </a:lnTo>
                <a:lnTo>
                  <a:pt x="2650731" y="223608"/>
                </a:lnTo>
                <a:lnTo>
                  <a:pt x="2662148" y="243408"/>
                </a:lnTo>
                <a:lnTo>
                  <a:pt x="2681948" y="231978"/>
                </a:lnTo>
                <a:close/>
              </a:path>
              <a:path w="18288635" h="10287000">
                <a:moveTo>
                  <a:pt x="2681998" y="2701645"/>
                </a:moveTo>
                <a:lnTo>
                  <a:pt x="2678595" y="2695740"/>
                </a:lnTo>
                <a:lnTo>
                  <a:pt x="2672702" y="2699156"/>
                </a:lnTo>
                <a:lnTo>
                  <a:pt x="2676106" y="2705062"/>
                </a:lnTo>
                <a:lnTo>
                  <a:pt x="2681998" y="2701645"/>
                </a:lnTo>
                <a:close/>
              </a:path>
              <a:path w="18288635" h="10287000">
                <a:moveTo>
                  <a:pt x="2682125" y="3524897"/>
                </a:moveTo>
                <a:lnTo>
                  <a:pt x="2681325" y="3523513"/>
                </a:lnTo>
                <a:lnTo>
                  <a:pt x="2679928" y="3524313"/>
                </a:lnTo>
                <a:lnTo>
                  <a:pt x="2680741" y="3525697"/>
                </a:lnTo>
                <a:lnTo>
                  <a:pt x="2682125" y="3524897"/>
                </a:lnTo>
                <a:close/>
              </a:path>
              <a:path w="18288635" h="10287000">
                <a:moveTo>
                  <a:pt x="2682710" y="1878622"/>
                </a:moveTo>
                <a:lnTo>
                  <a:pt x="2676106" y="1867166"/>
                </a:lnTo>
                <a:lnTo>
                  <a:pt x="2664637" y="1873770"/>
                </a:lnTo>
                <a:lnTo>
                  <a:pt x="2671254" y="1885238"/>
                </a:lnTo>
                <a:lnTo>
                  <a:pt x="2682710" y="1878622"/>
                </a:lnTo>
                <a:close/>
              </a:path>
              <a:path w="18288635" h="10287000">
                <a:moveTo>
                  <a:pt x="2683154" y="1055522"/>
                </a:moveTo>
                <a:lnTo>
                  <a:pt x="2673527" y="1038847"/>
                </a:lnTo>
                <a:lnTo>
                  <a:pt x="2656865" y="1048473"/>
                </a:lnTo>
                <a:lnTo>
                  <a:pt x="2666492" y="1065136"/>
                </a:lnTo>
                <a:lnTo>
                  <a:pt x="2683154" y="1055522"/>
                </a:lnTo>
                <a:close/>
              </a:path>
              <a:path w="18288635" h="10287000">
                <a:moveTo>
                  <a:pt x="2694889" y="2929610"/>
                </a:moveTo>
                <a:lnTo>
                  <a:pt x="2692069" y="2924746"/>
                </a:lnTo>
                <a:lnTo>
                  <a:pt x="2687218" y="2927553"/>
                </a:lnTo>
                <a:lnTo>
                  <a:pt x="2690025" y="2932417"/>
                </a:lnTo>
                <a:lnTo>
                  <a:pt x="2694889" y="2929610"/>
                </a:lnTo>
                <a:close/>
              </a:path>
              <a:path w="18288635" h="10287000">
                <a:moveTo>
                  <a:pt x="2695041" y="2106434"/>
                </a:moveTo>
                <a:lnTo>
                  <a:pt x="2689428" y="2096719"/>
                </a:lnTo>
                <a:lnTo>
                  <a:pt x="2679712" y="2102332"/>
                </a:lnTo>
                <a:lnTo>
                  <a:pt x="2685326" y="2112048"/>
                </a:lnTo>
                <a:lnTo>
                  <a:pt x="2695041" y="2106434"/>
                </a:lnTo>
                <a:close/>
              </a:path>
              <a:path w="18288635" h="10287000">
                <a:moveTo>
                  <a:pt x="2695092" y="460006"/>
                </a:moveTo>
                <a:lnTo>
                  <a:pt x="2684068" y="440918"/>
                </a:lnTo>
                <a:lnTo>
                  <a:pt x="2664968" y="451942"/>
                </a:lnTo>
                <a:lnTo>
                  <a:pt x="2676004" y="471030"/>
                </a:lnTo>
                <a:lnTo>
                  <a:pt x="2695092" y="460006"/>
                </a:lnTo>
                <a:close/>
              </a:path>
              <a:path w="18288635" h="10287000">
                <a:moveTo>
                  <a:pt x="2695486" y="1283335"/>
                </a:moveTo>
                <a:lnTo>
                  <a:pt x="2686862" y="1268399"/>
                </a:lnTo>
                <a:lnTo>
                  <a:pt x="2671927" y="1277023"/>
                </a:lnTo>
                <a:lnTo>
                  <a:pt x="2680551" y="1291958"/>
                </a:lnTo>
                <a:lnTo>
                  <a:pt x="2695486" y="1283335"/>
                </a:lnTo>
                <a:close/>
              </a:path>
              <a:path w="18288635" h="10287000">
                <a:moveTo>
                  <a:pt x="2707208" y="3157423"/>
                </a:moveTo>
                <a:lnTo>
                  <a:pt x="2705404" y="3154311"/>
                </a:lnTo>
                <a:lnTo>
                  <a:pt x="2702280" y="3156115"/>
                </a:lnTo>
                <a:lnTo>
                  <a:pt x="2704084" y="3159239"/>
                </a:lnTo>
                <a:lnTo>
                  <a:pt x="2707208" y="3157423"/>
                </a:lnTo>
                <a:close/>
              </a:path>
              <a:path w="18288635" h="10287000">
                <a:moveTo>
                  <a:pt x="2707640" y="2334323"/>
                </a:moveTo>
                <a:lnTo>
                  <a:pt x="2702826" y="2325992"/>
                </a:lnTo>
                <a:lnTo>
                  <a:pt x="2694495" y="2330805"/>
                </a:lnTo>
                <a:lnTo>
                  <a:pt x="2699308" y="2339136"/>
                </a:lnTo>
                <a:lnTo>
                  <a:pt x="2707640" y="2334323"/>
                </a:lnTo>
                <a:close/>
              </a:path>
              <a:path w="18288635" h="10287000">
                <a:moveTo>
                  <a:pt x="2707970" y="687971"/>
                </a:moveTo>
                <a:lnTo>
                  <a:pt x="2697543" y="669925"/>
                </a:lnTo>
                <a:lnTo>
                  <a:pt x="2679496" y="680351"/>
                </a:lnTo>
                <a:lnTo>
                  <a:pt x="2689910" y="698398"/>
                </a:lnTo>
                <a:lnTo>
                  <a:pt x="2707970" y="687971"/>
                </a:lnTo>
                <a:close/>
              </a:path>
              <a:path w="18288635" h="10287000">
                <a:moveTo>
                  <a:pt x="2708084" y="1511223"/>
                </a:moveTo>
                <a:lnTo>
                  <a:pt x="2700261" y="1497685"/>
                </a:lnTo>
                <a:lnTo>
                  <a:pt x="2686723" y="1505496"/>
                </a:lnTo>
                <a:lnTo>
                  <a:pt x="2694546" y="1519047"/>
                </a:lnTo>
                <a:lnTo>
                  <a:pt x="2708084" y="1511223"/>
                </a:lnTo>
                <a:close/>
              </a:path>
              <a:path w="18288635" h="10287000">
                <a:moveTo>
                  <a:pt x="2719095" y="92252"/>
                </a:moveTo>
                <a:lnTo>
                  <a:pt x="2707868" y="72809"/>
                </a:lnTo>
                <a:lnTo>
                  <a:pt x="2688425" y="84035"/>
                </a:lnTo>
                <a:lnTo>
                  <a:pt x="2699651" y="103479"/>
                </a:lnTo>
                <a:lnTo>
                  <a:pt x="2719095" y="92252"/>
                </a:lnTo>
                <a:close/>
              </a:path>
              <a:path w="18288635" h="10287000">
                <a:moveTo>
                  <a:pt x="2719705" y="2562072"/>
                </a:moveTo>
                <a:lnTo>
                  <a:pt x="2716085" y="2555824"/>
                </a:lnTo>
                <a:lnTo>
                  <a:pt x="2709837" y="2559431"/>
                </a:lnTo>
                <a:lnTo>
                  <a:pt x="2713444" y="2565679"/>
                </a:lnTo>
                <a:lnTo>
                  <a:pt x="2719705" y="2562072"/>
                </a:lnTo>
                <a:close/>
              </a:path>
              <a:path w="18288635" h="10287000">
                <a:moveTo>
                  <a:pt x="2720086" y="3385388"/>
                </a:moveTo>
                <a:lnTo>
                  <a:pt x="2718892" y="3383305"/>
                </a:lnTo>
                <a:lnTo>
                  <a:pt x="2716796" y="3384512"/>
                </a:lnTo>
                <a:lnTo>
                  <a:pt x="2718003" y="3386594"/>
                </a:lnTo>
                <a:lnTo>
                  <a:pt x="2720086" y="3385388"/>
                </a:lnTo>
                <a:close/>
              </a:path>
              <a:path w="18288635" h="10287000">
                <a:moveTo>
                  <a:pt x="2720683" y="1739112"/>
                </a:moveTo>
                <a:lnTo>
                  <a:pt x="2713659" y="1726971"/>
                </a:lnTo>
                <a:lnTo>
                  <a:pt x="2701518" y="1733981"/>
                </a:lnTo>
                <a:lnTo>
                  <a:pt x="2708529" y="1746123"/>
                </a:lnTo>
                <a:lnTo>
                  <a:pt x="2720683" y="1739112"/>
                </a:lnTo>
                <a:close/>
              </a:path>
              <a:path w="18288635" h="10287000">
                <a:moveTo>
                  <a:pt x="2720848" y="915936"/>
                </a:moveTo>
                <a:lnTo>
                  <a:pt x="2711031" y="898931"/>
                </a:lnTo>
                <a:lnTo>
                  <a:pt x="2694013" y="908748"/>
                </a:lnTo>
                <a:lnTo>
                  <a:pt x="2703830" y="925766"/>
                </a:lnTo>
                <a:lnTo>
                  <a:pt x="2720848" y="915936"/>
                </a:lnTo>
                <a:close/>
              </a:path>
              <a:path w="18288635" h="10287000">
                <a:moveTo>
                  <a:pt x="2732519" y="320370"/>
                </a:moveTo>
                <a:lnTo>
                  <a:pt x="2721495" y="301269"/>
                </a:lnTo>
                <a:lnTo>
                  <a:pt x="2702395" y="312293"/>
                </a:lnTo>
                <a:lnTo>
                  <a:pt x="2713418" y="331393"/>
                </a:lnTo>
                <a:lnTo>
                  <a:pt x="2732519" y="320370"/>
                </a:lnTo>
                <a:close/>
              </a:path>
              <a:path w="18288635" h="10287000">
                <a:moveTo>
                  <a:pt x="2732570" y="2790037"/>
                </a:moveTo>
                <a:lnTo>
                  <a:pt x="2729560" y="2784830"/>
                </a:lnTo>
                <a:lnTo>
                  <a:pt x="2724366" y="2787840"/>
                </a:lnTo>
                <a:lnTo>
                  <a:pt x="2727363" y="2793047"/>
                </a:lnTo>
                <a:lnTo>
                  <a:pt x="2732570" y="2790037"/>
                </a:lnTo>
                <a:close/>
              </a:path>
              <a:path w="18288635" h="10287000">
                <a:moveTo>
                  <a:pt x="2733002" y="1966925"/>
                </a:moveTo>
                <a:lnTo>
                  <a:pt x="2726994" y="1956511"/>
                </a:lnTo>
                <a:lnTo>
                  <a:pt x="2716580" y="1962531"/>
                </a:lnTo>
                <a:lnTo>
                  <a:pt x="2722588" y="1972945"/>
                </a:lnTo>
                <a:lnTo>
                  <a:pt x="2733002" y="1966925"/>
                </a:lnTo>
                <a:close/>
              </a:path>
              <a:path w="18288635" h="10287000">
                <a:moveTo>
                  <a:pt x="2733167" y="1143762"/>
                </a:moveTo>
                <a:lnTo>
                  <a:pt x="2724353" y="1128483"/>
                </a:lnTo>
                <a:lnTo>
                  <a:pt x="2709075" y="1137297"/>
                </a:lnTo>
                <a:lnTo>
                  <a:pt x="2717901" y="1152575"/>
                </a:lnTo>
                <a:lnTo>
                  <a:pt x="2733167" y="1143762"/>
                </a:lnTo>
                <a:close/>
              </a:path>
              <a:path w="18288635" h="10287000">
                <a:moveTo>
                  <a:pt x="2745181" y="3017926"/>
                </a:moveTo>
                <a:lnTo>
                  <a:pt x="2742971" y="3014103"/>
                </a:lnTo>
                <a:lnTo>
                  <a:pt x="2739148" y="3016313"/>
                </a:lnTo>
                <a:lnTo>
                  <a:pt x="2741358" y="3020136"/>
                </a:lnTo>
                <a:lnTo>
                  <a:pt x="2745181" y="3017926"/>
                </a:lnTo>
                <a:close/>
              </a:path>
              <a:path w="18288635" h="10287000">
                <a:moveTo>
                  <a:pt x="2745613" y="2194826"/>
                </a:moveTo>
                <a:lnTo>
                  <a:pt x="2740393" y="2185797"/>
                </a:lnTo>
                <a:lnTo>
                  <a:pt x="2731376" y="2191004"/>
                </a:lnTo>
                <a:lnTo>
                  <a:pt x="2736583" y="2200033"/>
                </a:lnTo>
                <a:lnTo>
                  <a:pt x="2745613" y="2194826"/>
                </a:lnTo>
                <a:close/>
              </a:path>
              <a:path w="18288635" h="10287000">
                <a:moveTo>
                  <a:pt x="2745663" y="548398"/>
                </a:moveTo>
                <a:lnTo>
                  <a:pt x="2735034" y="529996"/>
                </a:lnTo>
                <a:lnTo>
                  <a:pt x="2716631" y="540626"/>
                </a:lnTo>
                <a:lnTo>
                  <a:pt x="2727261" y="559028"/>
                </a:lnTo>
                <a:lnTo>
                  <a:pt x="2745663" y="548398"/>
                </a:lnTo>
                <a:close/>
              </a:path>
              <a:path w="18288635" h="10287000">
                <a:moveTo>
                  <a:pt x="2746044" y="1371714"/>
                </a:moveTo>
                <a:lnTo>
                  <a:pt x="2737828" y="1357490"/>
                </a:lnTo>
                <a:lnTo>
                  <a:pt x="2723591" y="1365707"/>
                </a:lnTo>
                <a:lnTo>
                  <a:pt x="2731820" y="1379943"/>
                </a:lnTo>
                <a:lnTo>
                  <a:pt x="2746044" y="1371714"/>
                </a:lnTo>
                <a:close/>
              </a:path>
              <a:path w="18288635" h="10287000">
                <a:moveTo>
                  <a:pt x="2757665" y="2422563"/>
                </a:moveTo>
                <a:lnTo>
                  <a:pt x="2753652" y="2415616"/>
                </a:lnTo>
                <a:lnTo>
                  <a:pt x="2746705" y="2419629"/>
                </a:lnTo>
                <a:lnTo>
                  <a:pt x="2750718" y="2426576"/>
                </a:lnTo>
                <a:lnTo>
                  <a:pt x="2757665" y="2422563"/>
                </a:lnTo>
                <a:close/>
              </a:path>
              <a:path w="18288635" h="10287000">
                <a:moveTo>
                  <a:pt x="2757779" y="3245815"/>
                </a:moveTo>
                <a:lnTo>
                  <a:pt x="2756382" y="3243389"/>
                </a:lnTo>
                <a:lnTo>
                  <a:pt x="2753944" y="3244786"/>
                </a:lnTo>
                <a:lnTo>
                  <a:pt x="2755341" y="3247225"/>
                </a:lnTo>
                <a:lnTo>
                  <a:pt x="2757779" y="3245815"/>
                </a:lnTo>
                <a:close/>
              </a:path>
              <a:path w="18288635" h="10287000">
                <a:moveTo>
                  <a:pt x="2758262" y="776287"/>
                </a:moveTo>
                <a:lnTo>
                  <a:pt x="2748432" y="759282"/>
                </a:lnTo>
                <a:lnTo>
                  <a:pt x="2731427" y="769099"/>
                </a:lnTo>
                <a:lnTo>
                  <a:pt x="2741244" y="786117"/>
                </a:lnTo>
                <a:lnTo>
                  <a:pt x="2758262" y="776287"/>
                </a:lnTo>
                <a:close/>
              </a:path>
              <a:path w="18288635" h="10287000">
                <a:moveTo>
                  <a:pt x="2758376" y="1599539"/>
                </a:moveTo>
                <a:lnTo>
                  <a:pt x="2751150" y="1587042"/>
                </a:lnTo>
                <a:lnTo>
                  <a:pt x="2738666" y="1594256"/>
                </a:lnTo>
                <a:lnTo>
                  <a:pt x="2745879" y="1606753"/>
                </a:lnTo>
                <a:lnTo>
                  <a:pt x="2758376" y="1599539"/>
                </a:lnTo>
                <a:close/>
              </a:path>
              <a:path w="18288635" h="10287000">
                <a:moveTo>
                  <a:pt x="2769654" y="180644"/>
                </a:moveTo>
                <a:lnTo>
                  <a:pt x="2758833" y="161899"/>
                </a:lnTo>
                <a:lnTo>
                  <a:pt x="2740088" y="172720"/>
                </a:lnTo>
                <a:lnTo>
                  <a:pt x="2750909" y="191465"/>
                </a:lnTo>
                <a:lnTo>
                  <a:pt x="2769654" y="180644"/>
                </a:lnTo>
                <a:close/>
              </a:path>
              <a:path w="18288635" h="10287000">
                <a:moveTo>
                  <a:pt x="2770263" y="2650464"/>
                </a:moveTo>
                <a:lnTo>
                  <a:pt x="2767063" y="2644902"/>
                </a:lnTo>
                <a:lnTo>
                  <a:pt x="2761500" y="2648115"/>
                </a:lnTo>
                <a:lnTo>
                  <a:pt x="2764713" y="2653665"/>
                </a:lnTo>
                <a:lnTo>
                  <a:pt x="2770263" y="2650464"/>
                </a:lnTo>
                <a:close/>
              </a:path>
              <a:path w="18288635" h="10287000">
                <a:moveTo>
                  <a:pt x="2770657" y="3473780"/>
                </a:moveTo>
                <a:lnTo>
                  <a:pt x="2769857" y="3472396"/>
                </a:lnTo>
                <a:lnTo>
                  <a:pt x="2768460" y="3473196"/>
                </a:lnTo>
                <a:lnTo>
                  <a:pt x="2769273" y="3474580"/>
                </a:lnTo>
                <a:lnTo>
                  <a:pt x="2770657" y="3473780"/>
                </a:lnTo>
                <a:close/>
              </a:path>
              <a:path w="18288635" h="10287000">
                <a:moveTo>
                  <a:pt x="2770860" y="1004176"/>
                </a:moveTo>
                <a:lnTo>
                  <a:pt x="2761843" y="988555"/>
                </a:lnTo>
                <a:lnTo>
                  <a:pt x="2746222" y="997572"/>
                </a:lnTo>
                <a:lnTo>
                  <a:pt x="2755239" y="1013206"/>
                </a:lnTo>
                <a:lnTo>
                  <a:pt x="2770860" y="1004176"/>
                </a:lnTo>
                <a:close/>
              </a:path>
              <a:path w="18288635" h="10287000">
                <a:moveTo>
                  <a:pt x="2770975" y="1827428"/>
                </a:moveTo>
                <a:lnTo>
                  <a:pt x="2764561" y="1816315"/>
                </a:lnTo>
                <a:lnTo>
                  <a:pt x="2753449" y="1822729"/>
                </a:lnTo>
                <a:lnTo>
                  <a:pt x="2759875" y="1833841"/>
                </a:lnTo>
                <a:lnTo>
                  <a:pt x="2770975" y="1827428"/>
                </a:lnTo>
                <a:close/>
              </a:path>
              <a:path w="18288635" h="10287000">
                <a:moveTo>
                  <a:pt x="2783078" y="408749"/>
                </a:moveTo>
                <a:lnTo>
                  <a:pt x="2772460" y="390347"/>
                </a:lnTo>
                <a:lnTo>
                  <a:pt x="2754058" y="400977"/>
                </a:lnTo>
                <a:lnTo>
                  <a:pt x="2764675" y="419379"/>
                </a:lnTo>
                <a:lnTo>
                  <a:pt x="2783078" y="408749"/>
                </a:lnTo>
                <a:close/>
              </a:path>
              <a:path w="18288635" h="10287000">
                <a:moveTo>
                  <a:pt x="2783141" y="2878417"/>
                </a:moveTo>
                <a:lnTo>
                  <a:pt x="2780538" y="2873908"/>
                </a:lnTo>
                <a:lnTo>
                  <a:pt x="2776029" y="2876524"/>
                </a:lnTo>
                <a:lnTo>
                  <a:pt x="2778620" y="2881033"/>
                </a:lnTo>
                <a:lnTo>
                  <a:pt x="2783141" y="2878417"/>
                </a:lnTo>
                <a:close/>
              </a:path>
              <a:path w="18288635" h="10287000">
                <a:moveTo>
                  <a:pt x="2783306" y="2055241"/>
                </a:moveTo>
                <a:lnTo>
                  <a:pt x="2777896" y="2045868"/>
                </a:lnTo>
                <a:lnTo>
                  <a:pt x="2768523" y="2051278"/>
                </a:lnTo>
                <a:lnTo>
                  <a:pt x="2773934" y="2060651"/>
                </a:lnTo>
                <a:lnTo>
                  <a:pt x="2783306" y="2055241"/>
                </a:lnTo>
                <a:close/>
              </a:path>
              <a:path w="18288635" h="10287000">
                <a:moveTo>
                  <a:pt x="2783738" y="1232141"/>
                </a:moveTo>
                <a:lnTo>
                  <a:pt x="2775318" y="1217561"/>
                </a:lnTo>
                <a:lnTo>
                  <a:pt x="2760738" y="1225981"/>
                </a:lnTo>
                <a:lnTo>
                  <a:pt x="2769158" y="1240561"/>
                </a:lnTo>
                <a:lnTo>
                  <a:pt x="2783738" y="1232141"/>
                </a:lnTo>
                <a:close/>
              </a:path>
              <a:path w="18288635" h="10287000">
                <a:moveTo>
                  <a:pt x="2795740" y="3106318"/>
                </a:moveTo>
                <a:lnTo>
                  <a:pt x="2793936" y="3103194"/>
                </a:lnTo>
                <a:lnTo>
                  <a:pt x="2790812" y="3104997"/>
                </a:lnTo>
                <a:lnTo>
                  <a:pt x="2792615" y="3108109"/>
                </a:lnTo>
                <a:lnTo>
                  <a:pt x="2795740" y="3106318"/>
                </a:lnTo>
                <a:close/>
              </a:path>
              <a:path w="18288635" h="10287000">
                <a:moveTo>
                  <a:pt x="2795905" y="2283142"/>
                </a:moveTo>
                <a:lnTo>
                  <a:pt x="2791295" y="2275154"/>
                </a:lnTo>
                <a:lnTo>
                  <a:pt x="2783306" y="2279764"/>
                </a:lnTo>
                <a:lnTo>
                  <a:pt x="2787916" y="2287752"/>
                </a:lnTo>
                <a:lnTo>
                  <a:pt x="2795905" y="2283142"/>
                </a:lnTo>
                <a:close/>
              </a:path>
              <a:path w="18288635" h="10287000">
                <a:moveTo>
                  <a:pt x="2795955" y="636714"/>
                </a:moveTo>
                <a:lnTo>
                  <a:pt x="2785935" y="619353"/>
                </a:lnTo>
                <a:lnTo>
                  <a:pt x="2768574" y="629373"/>
                </a:lnTo>
                <a:lnTo>
                  <a:pt x="2778595" y="646734"/>
                </a:lnTo>
                <a:lnTo>
                  <a:pt x="2795955" y="636714"/>
                </a:lnTo>
                <a:close/>
              </a:path>
              <a:path w="18288635" h="10287000">
                <a:moveTo>
                  <a:pt x="2796070" y="1459966"/>
                </a:moveTo>
                <a:lnTo>
                  <a:pt x="2788653" y="1447114"/>
                </a:lnTo>
                <a:lnTo>
                  <a:pt x="2775801" y="1454531"/>
                </a:lnTo>
                <a:lnTo>
                  <a:pt x="2783217" y="1467383"/>
                </a:lnTo>
                <a:lnTo>
                  <a:pt x="2796070" y="1459966"/>
                </a:lnTo>
                <a:close/>
              </a:path>
              <a:path w="18288635" h="10287000">
                <a:moveTo>
                  <a:pt x="2806801" y="40919"/>
                </a:moveTo>
                <a:lnTo>
                  <a:pt x="2796184" y="22517"/>
                </a:lnTo>
                <a:lnTo>
                  <a:pt x="2777782" y="33147"/>
                </a:lnTo>
                <a:lnTo>
                  <a:pt x="2788399" y="51549"/>
                </a:lnTo>
                <a:lnTo>
                  <a:pt x="2806801" y="40919"/>
                </a:lnTo>
                <a:close/>
              </a:path>
              <a:path w="18288635" h="10287000">
                <a:moveTo>
                  <a:pt x="2808236" y="2510955"/>
                </a:moveTo>
                <a:lnTo>
                  <a:pt x="2804630" y="2504706"/>
                </a:lnTo>
                <a:lnTo>
                  <a:pt x="2798368" y="2508313"/>
                </a:lnTo>
                <a:lnTo>
                  <a:pt x="2801988" y="2514562"/>
                </a:lnTo>
                <a:lnTo>
                  <a:pt x="2808236" y="2510955"/>
                </a:lnTo>
                <a:close/>
              </a:path>
              <a:path w="18288635" h="10287000">
                <a:moveTo>
                  <a:pt x="2808287" y="864539"/>
                </a:moveTo>
                <a:lnTo>
                  <a:pt x="2799257" y="848906"/>
                </a:lnTo>
                <a:lnTo>
                  <a:pt x="2783636" y="857923"/>
                </a:lnTo>
                <a:lnTo>
                  <a:pt x="2792666" y="873556"/>
                </a:lnTo>
                <a:lnTo>
                  <a:pt x="2808287" y="864539"/>
                </a:lnTo>
                <a:close/>
              </a:path>
              <a:path w="18288635" h="10287000">
                <a:moveTo>
                  <a:pt x="2808351" y="3334207"/>
                </a:moveTo>
                <a:lnTo>
                  <a:pt x="2807347" y="3332467"/>
                </a:lnTo>
                <a:lnTo>
                  <a:pt x="2805607" y="3333470"/>
                </a:lnTo>
                <a:lnTo>
                  <a:pt x="2806611" y="3335210"/>
                </a:lnTo>
                <a:lnTo>
                  <a:pt x="2808351" y="3334207"/>
                </a:lnTo>
                <a:close/>
              </a:path>
              <a:path w="18288635" h="10287000">
                <a:moveTo>
                  <a:pt x="2808668" y="1687855"/>
                </a:moveTo>
                <a:lnTo>
                  <a:pt x="2802051" y="1676387"/>
                </a:lnTo>
                <a:lnTo>
                  <a:pt x="2790596" y="1683004"/>
                </a:lnTo>
                <a:lnTo>
                  <a:pt x="2797213" y="1694472"/>
                </a:lnTo>
                <a:lnTo>
                  <a:pt x="2808668" y="1687855"/>
                </a:lnTo>
                <a:close/>
              </a:path>
              <a:path w="18288635" h="10287000">
                <a:moveTo>
                  <a:pt x="2820225" y="269036"/>
                </a:moveTo>
                <a:lnTo>
                  <a:pt x="2809798" y="250977"/>
                </a:lnTo>
                <a:lnTo>
                  <a:pt x="2791752" y="261404"/>
                </a:lnTo>
                <a:lnTo>
                  <a:pt x="2802178" y="279450"/>
                </a:lnTo>
                <a:lnTo>
                  <a:pt x="2820225" y="269036"/>
                </a:lnTo>
                <a:close/>
              </a:path>
              <a:path w="18288635" h="10287000">
                <a:moveTo>
                  <a:pt x="2820835" y="2738844"/>
                </a:moveTo>
                <a:lnTo>
                  <a:pt x="2818028" y="2733979"/>
                </a:lnTo>
                <a:lnTo>
                  <a:pt x="2813164" y="2736786"/>
                </a:lnTo>
                <a:lnTo>
                  <a:pt x="2815971" y="2741650"/>
                </a:lnTo>
                <a:lnTo>
                  <a:pt x="2820835" y="2738844"/>
                </a:lnTo>
                <a:close/>
              </a:path>
              <a:path w="18288635" h="10287000">
                <a:moveTo>
                  <a:pt x="2821152" y="1092492"/>
                </a:moveTo>
                <a:lnTo>
                  <a:pt x="2812745" y="1077912"/>
                </a:lnTo>
                <a:lnTo>
                  <a:pt x="2798153" y="1086332"/>
                </a:lnTo>
                <a:lnTo>
                  <a:pt x="2806573" y="1100912"/>
                </a:lnTo>
                <a:lnTo>
                  <a:pt x="2821152" y="1092492"/>
                </a:lnTo>
                <a:close/>
              </a:path>
              <a:path w="18288635" h="10287000">
                <a:moveTo>
                  <a:pt x="2821267" y="1915744"/>
                </a:moveTo>
                <a:lnTo>
                  <a:pt x="2815463" y="1905673"/>
                </a:lnTo>
                <a:lnTo>
                  <a:pt x="2805392" y="1911489"/>
                </a:lnTo>
                <a:lnTo>
                  <a:pt x="2811208" y="1921560"/>
                </a:lnTo>
                <a:lnTo>
                  <a:pt x="2821267" y="1915744"/>
                </a:lnTo>
                <a:close/>
              </a:path>
              <a:path w="18288635" h="10287000">
                <a:moveTo>
                  <a:pt x="2833370" y="497065"/>
                </a:moveTo>
                <a:lnTo>
                  <a:pt x="2823349" y="479704"/>
                </a:lnTo>
                <a:lnTo>
                  <a:pt x="2805988" y="489724"/>
                </a:lnTo>
                <a:lnTo>
                  <a:pt x="2816009" y="507085"/>
                </a:lnTo>
                <a:lnTo>
                  <a:pt x="2833370" y="497065"/>
                </a:lnTo>
                <a:close/>
              </a:path>
              <a:path w="18288635" h="10287000">
                <a:moveTo>
                  <a:pt x="2833433" y="2966732"/>
                </a:moveTo>
                <a:lnTo>
                  <a:pt x="2831427" y="2963265"/>
                </a:lnTo>
                <a:lnTo>
                  <a:pt x="2827959" y="2965272"/>
                </a:lnTo>
                <a:lnTo>
                  <a:pt x="2829966" y="2968739"/>
                </a:lnTo>
                <a:lnTo>
                  <a:pt x="2833433" y="2966732"/>
                </a:lnTo>
                <a:close/>
              </a:path>
              <a:path w="18288635" h="10287000">
                <a:moveTo>
                  <a:pt x="2833763" y="1320380"/>
                </a:moveTo>
                <a:lnTo>
                  <a:pt x="2826143" y="1307198"/>
                </a:lnTo>
                <a:lnTo>
                  <a:pt x="2812948" y="1314805"/>
                </a:lnTo>
                <a:lnTo>
                  <a:pt x="2820568" y="1328000"/>
                </a:lnTo>
                <a:lnTo>
                  <a:pt x="2833763" y="1320380"/>
                </a:lnTo>
                <a:close/>
              </a:path>
              <a:path w="18288635" h="10287000">
                <a:moveTo>
                  <a:pt x="2833878" y="2143633"/>
                </a:moveTo>
                <a:lnTo>
                  <a:pt x="2828861" y="2134959"/>
                </a:lnTo>
                <a:lnTo>
                  <a:pt x="2820187" y="2139962"/>
                </a:lnTo>
                <a:lnTo>
                  <a:pt x="2825191" y="2148649"/>
                </a:lnTo>
                <a:lnTo>
                  <a:pt x="2833878" y="2143633"/>
                </a:lnTo>
                <a:close/>
              </a:path>
              <a:path w="18288635" h="10287000">
                <a:moveTo>
                  <a:pt x="2845917" y="2371382"/>
                </a:moveTo>
                <a:lnTo>
                  <a:pt x="2842120" y="2364778"/>
                </a:lnTo>
                <a:lnTo>
                  <a:pt x="2835516" y="2368588"/>
                </a:lnTo>
                <a:lnTo>
                  <a:pt x="2839326" y="2375192"/>
                </a:lnTo>
                <a:lnTo>
                  <a:pt x="2845917" y="2371382"/>
                </a:lnTo>
                <a:close/>
              </a:path>
              <a:path w="18288635" h="10287000">
                <a:moveTo>
                  <a:pt x="2845968" y="724954"/>
                </a:moveTo>
                <a:lnTo>
                  <a:pt x="2836761" y="708990"/>
                </a:lnTo>
                <a:lnTo>
                  <a:pt x="2820784" y="718210"/>
                </a:lnTo>
                <a:lnTo>
                  <a:pt x="2830004" y="734174"/>
                </a:lnTo>
                <a:lnTo>
                  <a:pt x="2845968" y="724954"/>
                </a:lnTo>
                <a:close/>
              </a:path>
              <a:path w="18288635" h="10287000">
                <a:moveTo>
                  <a:pt x="2846311" y="3194697"/>
                </a:moveTo>
                <a:lnTo>
                  <a:pt x="2844914" y="3192272"/>
                </a:lnTo>
                <a:lnTo>
                  <a:pt x="2842476" y="3193681"/>
                </a:lnTo>
                <a:lnTo>
                  <a:pt x="2843885" y="3196107"/>
                </a:lnTo>
                <a:lnTo>
                  <a:pt x="2846311" y="3194697"/>
                </a:lnTo>
                <a:close/>
              </a:path>
              <a:path w="18288635" h="10287000">
                <a:moveTo>
                  <a:pt x="2846641" y="1548345"/>
                </a:moveTo>
                <a:lnTo>
                  <a:pt x="2839618" y="1536204"/>
                </a:lnTo>
                <a:lnTo>
                  <a:pt x="2827477" y="1543215"/>
                </a:lnTo>
                <a:lnTo>
                  <a:pt x="2834487" y="1555369"/>
                </a:lnTo>
                <a:lnTo>
                  <a:pt x="2846641" y="1548345"/>
                </a:lnTo>
                <a:close/>
              </a:path>
              <a:path w="18288635" h="10287000">
                <a:moveTo>
                  <a:pt x="2857639" y="129387"/>
                </a:moveTo>
                <a:lnTo>
                  <a:pt x="2847225" y="111328"/>
                </a:lnTo>
                <a:lnTo>
                  <a:pt x="2829166" y="121754"/>
                </a:lnTo>
                <a:lnTo>
                  <a:pt x="2839593" y="139801"/>
                </a:lnTo>
                <a:lnTo>
                  <a:pt x="2857639" y="129387"/>
                </a:lnTo>
                <a:close/>
              </a:path>
              <a:path w="18288635" h="10287000">
                <a:moveTo>
                  <a:pt x="2858795" y="2599347"/>
                </a:moveTo>
                <a:lnTo>
                  <a:pt x="2855595" y="2593784"/>
                </a:lnTo>
                <a:lnTo>
                  <a:pt x="2850032" y="2596997"/>
                </a:lnTo>
                <a:lnTo>
                  <a:pt x="2853245" y="2602547"/>
                </a:lnTo>
                <a:lnTo>
                  <a:pt x="2858795" y="2599347"/>
                </a:lnTo>
                <a:close/>
              </a:path>
              <a:path w="18288635" h="10287000">
                <a:moveTo>
                  <a:pt x="2858859" y="952919"/>
                </a:moveTo>
                <a:lnTo>
                  <a:pt x="2850235" y="937983"/>
                </a:lnTo>
                <a:lnTo>
                  <a:pt x="2835300" y="946607"/>
                </a:lnTo>
                <a:lnTo>
                  <a:pt x="2843923" y="961542"/>
                </a:lnTo>
                <a:lnTo>
                  <a:pt x="2858859" y="952919"/>
                </a:lnTo>
                <a:close/>
              </a:path>
              <a:path w="18288635" h="10287000">
                <a:moveTo>
                  <a:pt x="2858909" y="3422586"/>
                </a:moveTo>
                <a:lnTo>
                  <a:pt x="2858655" y="3422154"/>
                </a:lnTo>
                <a:lnTo>
                  <a:pt x="2857271" y="3422154"/>
                </a:lnTo>
                <a:lnTo>
                  <a:pt x="2857525" y="3422586"/>
                </a:lnTo>
                <a:lnTo>
                  <a:pt x="2858909" y="3422586"/>
                </a:lnTo>
                <a:close/>
              </a:path>
              <a:path w="18288635" h="10287000">
                <a:moveTo>
                  <a:pt x="2858960" y="1776171"/>
                </a:moveTo>
                <a:lnTo>
                  <a:pt x="2852953" y="1765757"/>
                </a:lnTo>
                <a:lnTo>
                  <a:pt x="2842539" y="1771764"/>
                </a:lnTo>
                <a:lnTo>
                  <a:pt x="2848546" y="1782178"/>
                </a:lnTo>
                <a:lnTo>
                  <a:pt x="2858960" y="1776171"/>
                </a:lnTo>
                <a:close/>
              </a:path>
              <a:path w="18288635" h="10287000">
                <a:moveTo>
                  <a:pt x="2870784" y="357416"/>
                </a:moveTo>
                <a:lnTo>
                  <a:pt x="2860764" y="340055"/>
                </a:lnTo>
                <a:lnTo>
                  <a:pt x="2843415" y="350088"/>
                </a:lnTo>
                <a:lnTo>
                  <a:pt x="2853436" y="367436"/>
                </a:lnTo>
                <a:lnTo>
                  <a:pt x="2870784" y="357416"/>
                </a:lnTo>
                <a:close/>
              </a:path>
              <a:path w="18288635" h="10287000">
                <a:moveTo>
                  <a:pt x="2871406" y="2827236"/>
                </a:moveTo>
                <a:lnTo>
                  <a:pt x="2868993" y="2823070"/>
                </a:lnTo>
                <a:lnTo>
                  <a:pt x="2864828" y="2825470"/>
                </a:lnTo>
                <a:lnTo>
                  <a:pt x="2867241" y="2829636"/>
                </a:lnTo>
                <a:lnTo>
                  <a:pt x="2871406" y="2827236"/>
                </a:lnTo>
                <a:close/>
              </a:path>
              <a:path w="18288635" h="10287000">
                <a:moveTo>
                  <a:pt x="2871457" y="1180807"/>
                </a:moveTo>
                <a:lnTo>
                  <a:pt x="2863634" y="1167269"/>
                </a:lnTo>
                <a:lnTo>
                  <a:pt x="2850096" y="1175080"/>
                </a:lnTo>
                <a:lnTo>
                  <a:pt x="2857906" y="1188631"/>
                </a:lnTo>
                <a:lnTo>
                  <a:pt x="2871457" y="1180807"/>
                </a:lnTo>
                <a:close/>
              </a:path>
              <a:path w="18288635" h="10287000">
                <a:moveTo>
                  <a:pt x="2871571" y="2004060"/>
                </a:moveTo>
                <a:lnTo>
                  <a:pt x="2866352" y="1995030"/>
                </a:lnTo>
                <a:lnTo>
                  <a:pt x="2857322" y="2000237"/>
                </a:lnTo>
                <a:lnTo>
                  <a:pt x="2862542" y="2009267"/>
                </a:lnTo>
                <a:lnTo>
                  <a:pt x="2871571" y="2004060"/>
                </a:lnTo>
                <a:close/>
              </a:path>
              <a:path w="18288635" h="10287000">
                <a:moveTo>
                  <a:pt x="2883395" y="585304"/>
                </a:moveTo>
                <a:lnTo>
                  <a:pt x="2874175" y="569341"/>
                </a:lnTo>
                <a:lnTo>
                  <a:pt x="2858198" y="578561"/>
                </a:lnTo>
                <a:lnTo>
                  <a:pt x="2867418" y="594525"/>
                </a:lnTo>
                <a:lnTo>
                  <a:pt x="2883395" y="585304"/>
                </a:lnTo>
                <a:close/>
              </a:path>
              <a:path w="18288635" h="10287000">
                <a:moveTo>
                  <a:pt x="2883890" y="2231872"/>
                </a:moveTo>
                <a:lnTo>
                  <a:pt x="2879687" y="2224582"/>
                </a:lnTo>
                <a:lnTo>
                  <a:pt x="2872397" y="2228799"/>
                </a:lnTo>
                <a:lnTo>
                  <a:pt x="2876600" y="2236089"/>
                </a:lnTo>
                <a:lnTo>
                  <a:pt x="2883890" y="2231872"/>
                </a:lnTo>
                <a:close/>
              </a:path>
              <a:path w="18288635" h="10287000">
                <a:moveTo>
                  <a:pt x="2884005" y="3055124"/>
                </a:moveTo>
                <a:lnTo>
                  <a:pt x="2882392" y="3052343"/>
                </a:lnTo>
                <a:lnTo>
                  <a:pt x="2879623" y="3053956"/>
                </a:lnTo>
                <a:lnTo>
                  <a:pt x="2881223" y="3056725"/>
                </a:lnTo>
                <a:lnTo>
                  <a:pt x="2884005" y="3055124"/>
                </a:lnTo>
                <a:close/>
              </a:path>
              <a:path w="18288635" h="10287000">
                <a:moveTo>
                  <a:pt x="2884055" y="1408696"/>
                </a:moveTo>
                <a:lnTo>
                  <a:pt x="2877032" y="1396555"/>
                </a:lnTo>
                <a:lnTo>
                  <a:pt x="2864878" y="1403565"/>
                </a:lnTo>
                <a:lnTo>
                  <a:pt x="2871901" y="1415719"/>
                </a:lnTo>
                <a:lnTo>
                  <a:pt x="2884055" y="1408696"/>
                </a:lnTo>
                <a:close/>
              </a:path>
              <a:path w="18288635" h="10287000">
                <a:moveTo>
                  <a:pt x="2896273" y="813269"/>
                </a:moveTo>
                <a:lnTo>
                  <a:pt x="2887649" y="798347"/>
                </a:lnTo>
                <a:lnTo>
                  <a:pt x="2872727" y="806970"/>
                </a:lnTo>
                <a:lnTo>
                  <a:pt x="2881338" y="821893"/>
                </a:lnTo>
                <a:lnTo>
                  <a:pt x="2896273" y="813269"/>
                </a:lnTo>
                <a:close/>
              </a:path>
              <a:path w="18288635" h="10287000">
                <a:moveTo>
                  <a:pt x="2896489" y="2459761"/>
                </a:moveTo>
                <a:lnTo>
                  <a:pt x="2893085" y="2453868"/>
                </a:lnTo>
                <a:lnTo>
                  <a:pt x="2887180" y="2457272"/>
                </a:lnTo>
                <a:lnTo>
                  <a:pt x="2890583" y="2463177"/>
                </a:lnTo>
                <a:lnTo>
                  <a:pt x="2896489" y="2459761"/>
                </a:lnTo>
                <a:close/>
              </a:path>
              <a:path w="18288635" h="10287000">
                <a:moveTo>
                  <a:pt x="2896654" y="1636598"/>
                </a:moveTo>
                <a:lnTo>
                  <a:pt x="2890443" y="1625828"/>
                </a:lnTo>
                <a:lnTo>
                  <a:pt x="2879674" y="1632038"/>
                </a:lnTo>
                <a:lnTo>
                  <a:pt x="2885897" y="1642808"/>
                </a:lnTo>
                <a:lnTo>
                  <a:pt x="2896654" y="1636598"/>
                </a:lnTo>
                <a:close/>
              </a:path>
              <a:path w="18288635" h="10287000">
                <a:moveTo>
                  <a:pt x="2896882" y="3283089"/>
                </a:moveTo>
                <a:lnTo>
                  <a:pt x="2895879" y="3281349"/>
                </a:lnTo>
                <a:lnTo>
                  <a:pt x="2894139" y="3282353"/>
                </a:lnTo>
                <a:lnTo>
                  <a:pt x="2895142" y="3284093"/>
                </a:lnTo>
                <a:lnTo>
                  <a:pt x="2896882" y="3283089"/>
                </a:lnTo>
                <a:close/>
              </a:path>
              <a:path w="18288635" h="10287000">
                <a:moveTo>
                  <a:pt x="2907931" y="217690"/>
                </a:moveTo>
                <a:lnTo>
                  <a:pt x="2898114" y="200685"/>
                </a:lnTo>
                <a:lnTo>
                  <a:pt x="2881109" y="210502"/>
                </a:lnTo>
                <a:lnTo>
                  <a:pt x="2890926" y="227520"/>
                </a:lnTo>
                <a:lnTo>
                  <a:pt x="2907931" y="217690"/>
                </a:lnTo>
                <a:close/>
              </a:path>
              <a:path w="18288635" h="10287000">
                <a:moveTo>
                  <a:pt x="2909151" y="1041234"/>
                </a:moveTo>
                <a:lnTo>
                  <a:pt x="2901124" y="1027341"/>
                </a:lnTo>
                <a:lnTo>
                  <a:pt x="2887243" y="1035367"/>
                </a:lnTo>
                <a:lnTo>
                  <a:pt x="2895257" y="1049248"/>
                </a:lnTo>
                <a:lnTo>
                  <a:pt x="2909151" y="1041234"/>
                </a:lnTo>
                <a:close/>
              </a:path>
              <a:path w="18288635" h="10287000">
                <a:moveTo>
                  <a:pt x="2909252" y="1864487"/>
                </a:moveTo>
                <a:lnTo>
                  <a:pt x="2903842" y="1855101"/>
                </a:lnTo>
                <a:lnTo>
                  <a:pt x="2894469" y="1860511"/>
                </a:lnTo>
                <a:lnTo>
                  <a:pt x="2899892" y="1869897"/>
                </a:lnTo>
                <a:lnTo>
                  <a:pt x="2909252" y="1864487"/>
                </a:lnTo>
                <a:close/>
              </a:path>
              <a:path w="18288635" h="10287000">
                <a:moveTo>
                  <a:pt x="2909366" y="2687726"/>
                </a:moveTo>
                <a:lnTo>
                  <a:pt x="2906560" y="2682875"/>
                </a:lnTo>
                <a:lnTo>
                  <a:pt x="2901696" y="2685669"/>
                </a:lnTo>
                <a:lnTo>
                  <a:pt x="2904502" y="2690533"/>
                </a:lnTo>
                <a:lnTo>
                  <a:pt x="2909366" y="2687726"/>
                </a:lnTo>
                <a:close/>
              </a:path>
              <a:path w="18288635" h="10287000">
                <a:moveTo>
                  <a:pt x="2920809" y="445668"/>
                </a:moveTo>
                <a:lnTo>
                  <a:pt x="2911589" y="429691"/>
                </a:lnTo>
                <a:lnTo>
                  <a:pt x="2895625" y="438899"/>
                </a:lnTo>
                <a:lnTo>
                  <a:pt x="2904845" y="454875"/>
                </a:lnTo>
                <a:lnTo>
                  <a:pt x="2920809" y="445668"/>
                </a:lnTo>
                <a:close/>
              </a:path>
              <a:path w="18288635" h="10287000">
                <a:moveTo>
                  <a:pt x="2921749" y="1269123"/>
                </a:moveTo>
                <a:lnTo>
                  <a:pt x="2914535" y="1256626"/>
                </a:lnTo>
                <a:lnTo>
                  <a:pt x="2902026" y="1263840"/>
                </a:lnTo>
                <a:lnTo>
                  <a:pt x="2909239" y="1276337"/>
                </a:lnTo>
                <a:lnTo>
                  <a:pt x="2921749" y="1269123"/>
                </a:lnTo>
                <a:close/>
              </a:path>
              <a:path w="18288635" h="10287000">
                <a:moveTo>
                  <a:pt x="2921863" y="2092375"/>
                </a:moveTo>
                <a:lnTo>
                  <a:pt x="2917253" y="2084387"/>
                </a:lnTo>
                <a:lnTo>
                  <a:pt x="2909265" y="2088997"/>
                </a:lnTo>
                <a:lnTo>
                  <a:pt x="2913875" y="2096985"/>
                </a:lnTo>
                <a:lnTo>
                  <a:pt x="2921863" y="2092375"/>
                </a:lnTo>
                <a:close/>
              </a:path>
              <a:path w="18288635" h="10287000">
                <a:moveTo>
                  <a:pt x="2921965" y="2915615"/>
                </a:moveTo>
                <a:lnTo>
                  <a:pt x="2919958" y="2912148"/>
                </a:lnTo>
                <a:lnTo>
                  <a:pt x="2916491" y="2914154"/>
                </a:lnTo>
                <a:lnTo>
                  <a:pt x="2918498" y="2917621"/>
                </a:lnTo>
                <a:lnTo>
                  <a:pt x="2921965" y="2915615"/>
                </a:lnTo>
                <a:close/>
              </a:path>
              <a:path w="18288635" h="10287000">
                <a:moveTo>
                  <a:pt x="2933687" y="673620"/>
                </a:moveTo>
                <a:lnTo>
                  <a:pt x="2925064" y="658698"/>
                </a:lnTo>
                <a:lnTo>
                  <a:pt x="2910141" y="667308"/>
                </a:lnTo>
                <a:lnTo>
                  <a:pt x="2918764" y="682244"/>
                </a:lnTo>
                <a:lnTo>
                  <a:pt x="2933687" y="673620"/>
                </a:lnTo>
                <a:close/>
              </a:path>
              <a:path w="18288635" h="10287000">
                <a:moveTo>
                  <a:pt x="2934182" y="2320188"/>
                </a:moveTo>
                <a:lnTo>
                  <a:pt x="2930575" y="2313940"/>
                </a:lnTo>
                <a:lnTo>
                  <a:pt x="2924327" y="2317546"/>
                </a:lnTo>
                <a:lnTo>
                  <a:pt x="2927934" y="2323795"/>
                </a:lnTo>
                <a:lnTo>
                  <a:pt x="2934182" y="2320188"/>
                </a:lnTo>
                <a:close/>
              </a:path>
              <a:path w="18288635" h="10287000">
                <a:moveTo>
                  <a:pt x="2934576" y="3143516"/>
                </a:moveTo>
                <a:lnTo>
                  <a:pt x="2933369" y="3141421"/>
                </a:lnTo>
                <a:lnTo>
                  <a:pt x="2931287" y="3142627"/>
                </a:lnTo>
                <a:lnTo>
                  <a:pt x="2932493" y="3144710"/>
                </a:lnTo>
                <a:lnTo>
                  <a:pt x="2934576" y="3143516"/>
                </a:lnTo>
                <a:close/>
              </a:path>
              <a:path w="18288635" h="10287000">
                <a:moveTo>
                  <a:pt x="2934614" y="1497088"/>
                </a:moveTo>
                <a:lnTo>
                  <a:pt x="2928010" y="1485633"/>
                </a:lnTo>
                <a:lnTo>
                  <a:pt x="2916555" y="1492237"/>
                </a:lnTo>
                <a:lnTo>
                  <a:pt x="2923171" y="1503705"/>
                </a:lnTo>
                <a:lnTo>
                  <a:pt x="2934614" y="1497088"/>
                </a:lnTo>
                <a:close/>
              </a:path>
              <a:path w="18288635" h="10287000">
                <a:moveTo>
                  <a:pt x="2945079" y="77978"/>
                </a:moveTo>
                <a:lnTo>
                  <a:pt x="2935465" y="61302"/>
                </a:lnTo>
                <a:lnTo>
                  <a:pt x="2918790" y="70929"/>
                </a:lnTo>
                <a:lnTo>
                  <a:pt x="2928416" y="87591"/>
                </a:lnTo>
                <a:lnTo>
                  <a:pt x="2945079" y="77978"/>
                </a:lnTo>
                <a:close/>
              </a:path>
              <a:path w="18288635" h="10287000">
                <a:moveTo>
                  <a:pt x="2946831" y="901661"/>
                </a:moveTo>
                <a:lnTo>
                  <a:pt x="2938615" y="887425"/>
                </a:lnTo>
                <a:lnTo>
                  <a:pt x="2924391" y="895642"/>
                </a:lnTo>
                <a:lnTo>
                  <a:pt x="2932595" y="909878"/>
                </a:lnTo>
                <a:lnTo>
                  <a:pt x="2946831" y="901661"/>
                </a:lnTo>
                <a:close/>
              </a:path>
              <a:path w="18288635" h="10287000">
                <a:moveTo>
                  <a:pt x="2946946" y="1724901"/>
                </a:moveTo>
                <a:lnTo>
                  <a:pt x="2941332" y="1715185"/>
                </a:lnTo>
                <a:lnTo>
                  <a:pt x="2931617" y="1720799"/>
                </a:lnTo>
                <a:lnTo>
                  <a:pt x="2937230" y="1730514"/>
                </a:lnTo>
                <a:lnTo>
                  <a:pt x="2946946" y="1724901"/>
                </a:lnTo>
                <a:close/>
              </a:path>
              <a:path w="18288635" h="10287000">
                <a:moveTo>
                  <a:pt x="2947060" y="2548153"/>
                </a:moveTo>
                <a:lnTo>
                  <a:pt x="2944063" y="2542946"/>
                </a:lnTo>
                <a:lnTo>
                  <a:pt x="2938843" y="2545956"/>
                </a:lnTo>
                <a:lnTo>
                  <a:pt x="2941853" y="2551163"/>
                </a:lnTo>
                <a:lnTo>
                  <a:pt x="2947060" y="2548153"/>
                </a:lnTo>
                <a:close/>
              </a:path>
              <a:path w="18288635" h="10287000">
                <a:moveTo>
                  <a:pt x="2947441" y="3371469"/>
                </a:moveTo>
                <a:lnTo>
                  <a:pt x="2947187" y="3371037"/>
                </a:lnTo>
                <a:lnTo>
                  <a:pt x="2945803" y="3371037"/>
                </a:lnTo>
                <a:lnTo>
                  <a:pt x="2946057" y="3371469"/>
                </a:lnTo>
                <a:lnTo>
                  <a:pt x="2947441" y="3371469"/>
                </a:lnTo>
                <a:close/>
              </a:path>
              <a:path w="18288635" h="10287000">
                <a:moveTo>
                  <a:pt x="2958236" y="306006"/>
                </a:moveTo>
                <a:lnTo>
                  <a:pt x="2949016" y="290042"/>
                </a:lnTo>
                <a:lnTo>
                  <a:pt x="2933039" y="299262"/>
                </a:lnTo>
                <a:lnTo>
                  <a:pt x="2942259" y="315226"/>
                </a:lnTo>
                <a:lnTo>
                  <a:pt x="2958236" y="306006"/>
                </a:lnTo>
                <a:close/>
              </a:path>
              <a:path w="18288635" h="10287000">
                <a:moveTo>
                  <a:pt x="2959443" y="1129550"/>
                </a:moveTo>
                <a:lnTo>
                  <a:pt x="2952026" y="1116698"/>
                </a:lnTo>
                <a:lnTo>
                  <a:pt x="2939173" y="1124115"/>
                </a:lnTo>
                <a:lnTo>
                  <a:pt x="2946590" y="1136967"/>
                </a:lnTo>
                <a:lnTo>
                  <a:pt x="2959443" y="1129550"/>
                </a:lnTo>
                <a:close/>
              </a:path>
              <a:path w="18288635" h="10287000">
                <a:moveTo>
                  <a:pt x="2959658" y="2776042"/>
                </a:moveTo>
                <a:lnTo>
                  <a:pt x="2957449" y="2772219"/>
                </a:lnTo>
                <a:lnTo>
                  <a:pt x="2953639" y="2774429"/>
                </a:lnTo>
                <a:lnTo>
                  <a:pt x="2955836" y="2778252"/>
                </a:lnTo>
                <a:lnTo>
                  <a:pt x="2959658" y="2776042"/>
                </a:lnTo>
                <a:close/>
              </a:path>
              <a:path w="18288635" h="10287000">
                <a:moveTo>
                  <a:pt x="2959824" y="1952866"/>
                </a:moveTo>
                <a:lnTo>
                  <a:pt x="2954820" y="1944192"/>
                </a:lnTo>
                <a:lnTo>
                  <a:pt x="2946133" y="1949196"/>
                </a:lnTo>
                <a:lnTo>
                  <a:pt x="2951149" y="1957882"/>
                </a:lnTo>
                <a:lnTo>
                  <a:pt x="2959824" y="1952866"/>
                </a:lnTo>
                <a:close/>
              </a:path>
              <a:path w="18288635" h="10287000">
                <a:moveTo>
                  <a:pt x="2971101" y="533971"/>
                </a:moveTo>
                <a:lnTo>
                  <a:pt x="2962491" y="519049"/>
                </a:lnTo>
                <a:lnTo>
                  <a:pt x="2947555" y="527659"/>
                </a:lnTo>
                <a:lnTo>
                  <a:pt x="2956179" y="542594"/>
                </a:lnTo>
                <a:lnTo>
                  <a:pt x="2971101" y="533971"/>
                </a:lnTo>
                <a:close/>
              </a:path>
              <a:path w="18288635" h="10287000">
                <a:moveTo>
                  <a:pt x="2972155" y="2180679"/>
                </a:moveTo>
                <a:lnTo>
                  <a:pt x="2968142" y="2173744"/>
                </a:lnTo>
                <a:lnTo>
                  <a:pt x="2961195" y="2177745"/>
                </a:lnTo>
                <a:lnTo>
                  <a:pt x="2965208" y="2184692"/>
                </a:lnTo>
                <a:lnTo>
                  <a:pt x="2972155" y="2180679"/>
                </a:lnTo>
                <a:close/>
              </a:path>
              <a:path w="18288635" h="10287000">
                <a:moveTo>
                  <a:pt x="2972320" y="1357515"/>
                </a:moveTo>
                <a:lnTo>
                  <a:pt x="2965500" y="1345704"/>
                </a:lnTo>
                <a:lnTo>
                  <a:pt x="2953689" y="1352524"/>
                </a:lnTo>
                <a:lnTo>
                  <a:pt x="2960509" y="1364322"/>
                </a:lnTo>
                <a:lnTo>
                  <a:pt x="2972320" y="1357515"/>
                </a:lnTo>
                <a:close/>
              </a:path>
              <a:path w="18288635" h="10287000">
                <a:moveTo>
                  <a:pt x="2972536" y="3004007"/>
                </a:moveTo>
                <a:lnTo>
                  <a:pt x="2970936" y="3001226"/>
                </a:lnTo>
                <a:lnTo>
                  <a:pt x="2968155" y="3002838"/>
                </a:lnTo>
                <a:lnTo>
                  <a:pt x="2969755" y="3005607"/>
                </a:lnTo>
                <a:lnTo>
                  <a:pt x="2972536" y="3004007"/>
                </a:lnTo>
                <a:close/>
              </a:path>
              <a:path w="18288635" h="10287000">
                <a:moveTo>
                  <a:pt x="2984258" y="762012"/>
                </a:moveTo>
                <a:lnTo>
                  <a:pt x="2976041" y="747776"/>
                </a:lnTo>
                <a:lnTo>
                  <a:pt x="2961805" y="755992"/>
                </a:lnTo>
                <a:lnTo>
                  <a:pt x="2970022" y="770229"/>
                </a:lnTo>
                <a:lnTo>
                  <a:pt x="2984258" y="762012"/>
                </a:lnTo>
                <a:close/>
              </a:path>
              <a:path w="18288635" h="10287000">
                <a:moveTo>
                  <a:pt x="2984639" y="1585328"/>
                </a:moveTo>
                <a:lnTo>
                  <a:pt x="2978823" y="1575257"/>
                </a:lnTo>
                <a:lnTo>
                  <a:pt x="2968764" y="1581073"/>
                </a:lnTo>
                <a:lnTo>
                  <a:pt x="2974568" y="1591144"/>
                </a:lnTo>
                <a:lnTo>
                  <a:pt x="2984639" y="1585328"/>
                </a:lnTo>
                <a:close/>
              </a:path>
              <a:path w="18288635" h="10287000">
                <a:moveTo>
                  <a:pt x="2984754" y="2408580"/>
                </a:moveTo>
                <a:lnTo>
                  <a:pt x="2981553" y="2403017"/>
                </a:lnTo>
                <a:lnTo>
                  <a:pt x="2975991" y="2406231"/>
                </a:lnTo>
                <a:lnTo>
                  <a:pt x="2979204" y="2411780"/>
                </a:lnTo>
                <a:lnTo>
                  <a:pt x="2984754" y="2408580"/>
                </a:lnTo>
                <a:close/>
              </a:path>
              <a:path w="18288635" h="10287000">
                <a:moveTo>
                  <a:pt x="2985135" y="3231896"/>
                </a:moveTo>
                <a:lnTo>
                  <a:pt x="2984335" y="3230511"/>
                </a:lnTo>
                <a:lnTo>
                  <a:pt x="2982950" y="3231311"/>
                </a:lnTo>
                <a:lnTo>
                  <a:pt x="2983750" y="3232708"/>
                </a:lnTo>
                <a:lnTo>
                  <a:pt x="2985135" y="3231896"/>
                </a:lnTo>
                <a:close/>
              </a:path>
              <a:path w="18288635" h="10287000">
                <a:moveTo>
                  <a:pt x="2995384" y="166293"/>
                </a:moveTo>
                <a:lnTo>
                  <a:pt x="2986354" y="150660"/>
                </a:lnTo>
                <a:lnTo>
                  <a:pt x="2970733" y="159689"/>
                </a:lnTo>
                <a:lnTo>
                  <a:pt x="2979750" y="175310"/>
                </a:lnTo>
                <a:lnTo>
                  <a:pt x="2995384" y="166293"/>
                </a:lnTo>
                <a:close/>
              </a:path>
              <a:path w="18288635" h="10287000">
                <a:moveTo>
                  <a:pt x="2997136" y="989977"/>
                </a:moveTo>
                <a:lnTo>
                  <a:pt x="2989516" y="976782"/>
                </a:lnTo>
                <a:lnTo>
                  <a:pt x="2976321" y="984389"/>
                </a:lnTo>
                <a:lnTo>
                  <a:pt x="2983941" y="997585"/>
                </a:lnTo>
                <a:lnTo>
                  <a:pt x="2997136" y="989977"/>
                </a:lnTo>
                <a:close/>
              </a:path>
              <a:path w="18288635" h="10287000">
                <a:moveTo>
                  <a:pt x="2997517" y="1813293"/>
                </a:moveTo>
                <a:lnTo>
                  <a:pt x="2992310" y="1804263"/>
                </a:lnTo>
                <a:lnTo>
                  <a:pt x="2983280" y="1809483"/>
                </a:lnTo>
                <a:lnTo>
                  <a:pt x="2988487" y="1818500"/>
                </a:lnTo>
                <a:lnTo>
                  <a:pt x="2997517" y="1813293"/>
                </a:lnTo>
                <a:close/>
              </a:path>
              <a:path w="18288635" h="10287000">
                <a:moveTo>
                  <a:pt x="2997631" y="2636545"/>
                </a:moveTo>
                <a:lnTo>
                  <a:pt x="2995015" y="2632024"/>
                </a:lnTo>
                <a:lnTo>
                  <a:pt x="2990507" y="2634627"/>
                </a:lnTo>
                <a:lnTo>
                  <a:pt x="2993123" y="2639149"/>
                </a:lnTo>
                <a:lnTo>
                  <a:pt x="2997631" y="2636545"/>
                </a:lnTo>
                <a:close/>
              </a:path>
              <a:path w="18288635" h="10287000">
                <a:moveTo>
                  <a:pt x="3008528" y="394322"/>
                </a:moveTo>
                <a:lnTo>
                  <a:pt x="2999905" y="379399"/>
                </a:lnTo>
                <a:lnTo>
                  <a:pt x="2984970" y="388010"/>
                </a:lnTo>
                <a:lnTo>
                  <a:pt x="2993593" y="402945"/>
                </a:lnTo>
                <a:lnTo>
                  <a:pt x="3008528" y="394322"/>
                </a:lnTo>
                <a:close/>
              </a:path>
              <a:path w="18288635" h="10287000">
                <a:moveTo>
                  <a:pt x="3009849" y="2041105"/>
                </a:moveTo>
                <a:lnTo>
                  <a:pt x="3005632" y="2033816"/>
                </a:lnTo>
                <a:lnTo>
                  <a:pt x="2998343" y="2038032"/>
                </a:lnTo>
                <a:lnTo>
                  <a:pt x="3002559" y="2045322"/>
                </a:lnTo>
                <a:lnTo>
                  <a:pt x="3009849" y="2041105"/>
                </a:lnTo>
                <a:close/>
              </a:path>
              <a:path w="18288635" h="10287000">
                <a:moveTo>
                  <a:pt x="3010014" y="1217942"/>
                </a:moveTo>
                <a:lnTo>
                  <a:pt x="3002991" y="1205788"/>
                </a:lnTo>
                <a:lnTo>
                  <a:pt x="2990837" y="1212799"/>
                </a:lnTo>
                <a:lnTo>
                  <a:pt x="2997860" y="1224953"/>
                </a:lnTo>
                <a:lnTo>
                  <a:pt x="3010014" y="1217942"/>
                </a:lnTo>
                <a:close/>
              </a:path>
              <a:path w="18288635" h="10287000">
                <a:moveTo>
                  <a:pt x="3010230" y="2864434"/>
                </a:moveTo>
                <a:lnTo>
                  <a:pt x="3008426" y="2861310"/>
                </a:lnTo>
                <a:lnTo>
                  <a:pt x="3005302" y="2863113"/>
                </a:lnTo>
                <a:lnTo>
                  <a:pt x="3007106" y="2866237"/>
                </a:lnTo>
                <a:lnTo>
                  <a:pt x="3010230" y="2864434"/>
                </a:lnTo>
                <a:close/>
              </a:path>
              <a:path w="18288635" h="10287000">
                <a:moveTo>
                  <a:pt x="3021673" y="622363"/>
                </a:moveTo>
                <a:lnTo>
                  <a:pt x="3013456" y="608126"/>
                </a:lnTo>
                <a:lnTo>
                  <a:pt x="2999219" y="616343"/>
                </a:lnTo>
                <a:lnTo>
                  <a:pt x="3007436" y="630580"/>
                </a:lnTo>
                <a:lnTo>
                  <a:pt x="3021673" y="622363"/>
                </a:lnTo>
                <a:close/>
              </a:path>
              <a:path w="18288635" h="10287000">
                <a:moveTo>
                  <a:pt x="3022333" y="1445755"/>
                </a:moveTo>
                <a:lnTo>
                  <a:pt x="3016326" y="1435341"/>
                </a:lnTo>
                <a:lnTo>
                  <a:pt x="3005899" y="1441348"/>
                </a:lnTo>
                <a:lnTo>
                  <a:pt x="3011919" y="1451762"/>
                </a:lnTo>
                <a:lnTo>
                  <a:pt x="3022333" y="1445755"/>
                </a:lnTo>
                <a:close/>
              </a:path>
              <a:path w="18288635" h="10287000">
                <a:moveTo>
                  <a:pt x="3022447" y="2269007"/>
                </a:moveTo>
                <a:lnTo>
                  <a:pt x="3019044" y="2263102"/>
                </a:lnTo>
                <a:lnTo>
                  <a:pt x="3013138" y="2266505"/>
                </a:lnTo>
                <a:lnTo>
                  <a:pt x="3016542" y="2272411"/>
                </a:lnTo>
                <a:lnTo>
                  <a:pt x="3022447" y="2269007"/>
                </a:lnTo>
                <a:close/>
              </a:path>
              <a:path w="18288635" h="10287000">
                <a:moveTo>
                  <a:pt x="3023108" y="3092399"/>
                </a:moveTo>
                <a:lnTo>
                  <a:pt x="3021901" y="3090316"/>
                </a:lnTo>
                <a:lnTo>
                  <a:pt x="3019818" y="3091523"/>
                </a:lnTo>
                <a:lnTo>
                  <a:pt x="3021025" y="3093593"/>
                </a:lnTo>
                <a:lnTo>
                  <a:pt x="3023108" y="3092399"/>
                </a:lnTo>
                <a:close/>
              </a:path>
              <a:path w="18288635" h="10287000">
                <a:moveTo>
                  <a:pt x="3031972" y="26416"/>
                </a:moveTo>
                <a:lnTo>
                  <a:pt x="3023552" y="11836"/>
                </a:lnTo>
                <a:lnTo>
                  <a:pt x="3008973" y="20256"/>
                </a:lnTo>
                <a:lnTo>
                  <a:pt x="3017393" y="34836"/>
                </a:lnTo>
                <a:lnTo>
                  <a:pt x="3031972" y="26416"/>
                </a:lnTo>
                <a:close/>
              </a:path>
              <a:path w="18288635" h="10287000">
                <a:moveTo>
                  <a:pt x="3034550" y="850328"/>
                </a:moveTo>
                <a:lnTo>
                  <a:pt x="3026930" y="837133"/>
                </a:lnTo>
                <a:lnTo>
                  <a:pt x="3013735" y="844740"/>
                </a:lnTo>
                <a:lnTo>
                  <a:pt x="3021355" y="857935"/>
                </a:lnTo>
                <a:lnTo>
                  <a:pt x="3034550" y="850328"/>
                </a:lnTo>
                <a:close/>
              </a:path>
              <a:path w="18288635" h="10287000">
                <a:moveTo>
                  <a:pt x="3035211" y="1673720"/>
                </a:moveTo>
                <a:lnTo>
                  <a:pt x="3029801" y="1664335"/>
                </a:lnTo>
                <a:lnTo>
                  <a:pt x="3020428" y="1669757"/>
                </a:lnTo>
                <a:lnTo>
                  <a:pt x="3025838" y="1679130"/>
                </a:lnTo>
                <a:lnTo>
                  <a:pt x="3035211" y="1673720"/>
                </a:lnTo>
                <a:close/>
              </a:path>
              <a:path w="18288635" h="10287000">
                <a:moveTo>
                  <a:pt x="3035325" y="2496959"/>
                </a:moveTo>
                <a:lnTo>
                  <a:pt x="3032518" y="2492108"/>
                </a:lnTo>
                <a:lnTo>
                  <a:pt x="3027654" y="2494915"/>
                </a:lnTo>
                <a:lnTo>
                  <a:pt x="3030461" y="2499766"/>
                </a:lnTo>
                <a:lnTo>
                  <a:pt x="3035325" y="2496959"/>
                </a:lnTo>
                <a:close/>
              </a:path>
              <a:path w="18288635" h="10287000">
                <a:moveTo>
                  <a:pt x="3035985" y="3320364"/>
                </a:moveTo>
                <a:lnTo>
                  <a:pt x="3035731" y="3319919"/>
                </a:lnTo>
                <a:lnTo>
                  <a:pt x="3034334" y="3319919"/>
                </a:lnTo>
                <a:lnTo>
                  <a:pt x="3034588" y="3320364"/>
                </a:lnTo>
                <a:lnTo>
                  <a:pt x="3035985" y="3320364"/>
                </a:lnTo>
                <a:close/>
              </a:path>
              <a:path w="18288635" h="10287000">
                <a:moveTo>
                  <a:pt x="3045942" y="254673"/>
                </a:moveTo>
                <a:lnTo>
                  <a:pt x="3037332" y="239750"/>
                </a:lnTo>
                <a:lnTo>
                  <a:pt x="3022396" y="248373"/>
                </a:lnTo>
                <a:lnTo>
                  <a:pt x="3031007" y="263296"/>
                </a:lnTo>
                <a:lnTo>
                  <a:pt x="3045942" y="254673"/>
                </a:lnTo>
                <a:close/>
              </a:path>
              <a:path w="18288635" h="10287000">
                <a:moveTo>
                  <a:pt x="3047428" y="1078280"/>
                </a:moveTo>
                <a:lnTo>
                  <a:pt x="3040405" y="1066139"/>
                </a:lnTo>
                <a:lnTo>
                  <a:pt x="3028264" y="1073150"/>
                </a:lnTo>
                <a:lnTo>
                  <a:pt x="3035274" y="1085303"/>
                </a:lnTo>
                <a:lnTo>
                  <a:pt x="3047428" y="1078280"/>
                </a:lnTo>
                <a:close/>
              </a:path>
              <a:path w="18288635" h="10287000">
                <a:moveTo>
                  <a:pt x="3047809" y="1901609"/>
                </a:moveTo>
                <a:lnTo>
                  <a:pt x="3043199" y="1893620"/>
                </a:lnTo>
                <a:lnTo>
                  <a:pt x="3035211" y="1898230"/>
                </a:lnTo>
                <a:lnTo>
                  <a:pt x="3039821" y="1906219"/>
                </a:lnTo>
                <a:lnTo>
                  <a:pt x="3047809" y="1901609"/>
                </a:lnTo>
                <a:close/>
              </a:path>
              <a:path w="18288635" h="10287000">
                <a:moveTo>
                  <a:pt x="3047923" y="2724848"/>
                </a:moveTo>
                <a:lnTo>
                  <a:pt x="3045917" y="2721381"/>
                </a:lnTo>
                <a:lnTo>
                  <a:pt x="3042450" y="2723388"/>
                </a:lnTo>
                <a:lnTo>
                  <a:pt x="3044456" y="2726855"/>
                </a:lnTo>
                <a:lnTo>
                  <a:pt x="3047923" y="2724848"/>
                </a:lnTo>
                <a:close/>
              </a:path>
              <a:path w="18288635" h="10287000">
                <a:moveTo>
                  <a:pt x="3059099" y="482714"/>
                </a:moveTo>
                <a:lnTo>
                  <a:pt x="3050870" y="468477"/>
                </a:lnTo>
                <a:lnTo>
                  <a:pt x="3036633" y="476694"/>
                </a:lnTo>
                <a:lnTo>
                  <a:pt x="3044863" y="490931"/>
                </a:lnTo>
                <a:lnTo>
                  <a:pt x="3059099" y="482714"/>
                </a:lnTo>
                <a:close/>
              </a:path>
              <a:path w="18288635" h="10287000">
                <a:moveTo>
                  <a:pt x="3060027" y="1306182"/>
                </a:moveTo>
                <a:lnTo>
                  <a:pt x="3053816" y="1295412"/>
                </a:lnTo>
                <a:lnTo>
                  <a:pt x="3043047" y="1301635"/>
                </a:lnTo>
                <a:lnTo>
                  <a:pt x="3049257" y="1312392"/>
                </a:lnTo>
                <a:lnTo>
                  <a:pt x="3060027" y="1306182"/>
                </a:lnTo>
                <a:close/>
              </a:path>
              <a:path w="18288635" h="10287000">
                <a:moveTo>
                  <a:pt x="3060141" y="2129421"/>
                </a:moveTo>
                <a:lnTo>
                  <a:pt x="3056534" y="2123173"/>
                </a:lnTo>
                <a:lnTo>
                  <a:pt x="3050286" y="2126780"/>
                </a:lnTo>
                <a:lnTo>
                  <a:pt x="3053892" y="2133028"/>
                </a:lnTo>
                <a:lnTo>
                  <a:pt x="3060141" y="2129421"/>
                </a:lnTo>
                <a:close/>
              </a:path>
              <a:path w="18288635" h="10287000">
                <a:moveTo>
                  <a:pt x="3060801" y="2952826"/>
                </a:moveTo>
                <a:lnTo>
                  <a:pt x="3059392" y="2950387"/>
                </a:lnTo>
                <a:lnTo>
                  <a:pt x="3056966" y="2951784"/>
                </a:lnTo>
                <a:lnTo>
                  <a:pt x="3058363" y="2954223"/>
                </a:lnTo>
                <a:lnTo>
                  <a:pt x="3060801" y="2952826"/>
                </a:lnTo>
                <a:close/>
              </a:path>
              <a:path w="18288635" h="10287000">
                <a:moveTo>
                  <a:pt x="3071965" y="710679"/>
                </a:moveTo>
                <a:lnTo>
                  <a:pt x="3064345" y="697484"/>
                </a:lnTo>
                <a:lnTo>
                  <a:pt x="3051162" y="705104"/>
                </a:lnTo>
                <a:lnTo>
                  <a:pt x="3058769" y="718299"/>
                </a:lnTo>
                <a:lnTo>
                  <a:pt x="3071965" y="710679"/>
                </a:lnTo>
                <a:close/>
              </a:path>
              <a:path w="18288635" h="10287000">
                <a:moveTo>
                  <a:pt x="3072904" y="1534147"/>
                </a:moveTo>
                <a:lnTo>
                  <a:pt x="3067291" y="1524419"/>
                </a:lnTo>
                <a:lnTo>
                  <a:pt x="3057563" y="1530032"/>
                </a:lnTo>
                <a:lnTo>
                  <a:pt x="3063176" y="1539760"/>
                </a:lnTo>
                <a:lnTo>
                  <a:pt x="3072904" y="1534147"/>
                </a:lnTo>
                <a:close/>
              </a:path>
              <a:path w="18288635" h="10287000">
                <a:moveTo>
                  <a:pt x="3073019" y="2357386"/>
                </a:moveTo>
                <a:lnTo>
                  <a:pt x="3070009" y="2352179"/>
                </a:lnTo>
                <a:lnTo>
                  <a:pt x="3064802" y="2355189"/>
                </a:lnTo>
                <a:lnTo>
                  <a:pt x="3067799" y="2360396"/>
                </a:lnTo>
                <a:lnTo>
                  <a:pt x="3073019" y="2357386"/>
                </a:lnTo>
                <a:close/>
              </a:path>
              <a:path w="18288635" h="10287000">
                <a:moveTo>
                  <a:pt x="3073666" y="3180778"/>
                </a:moveTo>
                <a:lnTo>
                  <a:pt x="3072866" y="3179394"/>
                </a:lnTo>
                <a:lnTo>
                  <a:pt x="3071482" y="3180194"/>
                </a:lnTo>
                <a:lnTo>
                  <a:pt x="3072282" y="3181578"/>
                </a:lnTo>
                <a:lnTo>
                  <a:pt x="3073666" y="3180778"/>
                </a:lnTo>
                <a:close/>
              </a:path>
              <a:path w="18288635" h="10287000">
                <a:moveTo>
                  <a:pt x="3083356" y="115023"/>
                </a:moveTo>
                <a:lnTo>
                  <a:pt x="3074746" y="100101"/>
                </a:lnTo>
                <a:lnTo>
                  <a:pt x="3059811" y="108712"/>
                </a:lnTo>
                <a:lnTo>
                  <a:pt x="3068434" y="123647"/>
                </a:lnTo>
                <a:lnTo>
                  <a:pt x="3083356" y="115023"/>
                </a:lnTo>
                <a:close/>
              </a:path>
              <a:path w="18288635" h="10287000">
                <a:moveTo>
                  <a:pt x="3085122" y="938707"/>
                </a:moveTo>
                <a:lnTo>
                  <a:pt x="3077895" y="926211"/>
                </a:lnTo>
                <a:lnTo>
                  <a:pt x="3065399" y="933424"/>
                </a:lnTo>
                <a:lnTo>
                  <a:pt x="3072612" y="945921"/>
                </a:lnTo>
                <a:lnTo>
                  <a:pt x="3085122" y="938707"/>
                </a:lnTo>
                <a:close/>
              </a:path>
              <a:path w="18288635" h="10287000">
                <a:moveTo>
                  <a:pt x="3085503" y="1762036"/>
                </a:moveTo>
                <a:lnTo>
                  <a:pt x="3080689" y="1753704"/>
                </a:lnTo>
                <a:lnTo>
                  <a:pt x="3072358" y="1758505"/>
                </a:lnTo>
                <a:lnTo>
                  <a:pt x="3077172" y="1766836"/>
                </a:lnTo>
                <a:lnTo>
                  <a:pt x="3085503" y="1762036"/>
                </a:lnTo>
                <a:close/>
              </a:path>
              <a:path w="18288635" h="10287000">
                <a:moveTo>
                  <a:pt x="3085884" y="2585351"/>
                </a:moveTo>
                <a:lnTo>
                  <a:pt x="3083483" y="2581186"/>
                </a:lnTo>
                <a:lnTo>
                  <a:pt x="3079318" y="2583586"/>
                </a:lnTo>
                <a:lnTo>
                  <a:pt x="3081718" y="2587752"/>
                </a:lnTo>
                <a:lnTo>
                  <a:pt x="3085884" y="2585351"/>
                </a:lnTo>
                <a:close/>
              </a:path>
              <a:path w="18288635" h="10287000">
                <a:moveTo>
                  <a:pt x="3096514" y="343065"/>
                </a:moveTo>
                <a:lnTo>
                  <a:pt x="3088284" y="328828"/>
                </a:lnTo>
                <a:lnTo>
                  <a:pt x="3074060" y="337045"/>
                </a:lnTo>
                <a:lnTo>
                  <a:pt x="3082277" y="351282"/>
                </a:lnTo>
                <a:lnTo>
                  <a:pt x="3096514" y="343065"/>
                </a:lnTo>
                <a:close/>
              </a:path>
              <a:path w="18288635" h="10287000">
                <a:moveTo>
                  <a:pt x="3097720" y="1166609"/>
                </a:moveTo>
                <a:lnTo>
                  <a:pt x="3091307" y="1155484"/>
                </a:lnTo>
                <a:lnTo>
                  <a:pt x="3080194" y="1161910"/>
                </a:lnTo>
                <a:lnTo>
                  <a:pt x="3086608" y="1173022"/>
                </a:lnTo>
                <a:lnTo>
                  <a:pt x="3097720" y="1166609"/>
                </a:lnTo>
                <a:close/>
              </a:path>
              <a:path w="18288635" h="10287000">
                <a:moveTo>
                  <a:pt x="3098101" y="1989924"/>
                </a:moveTo>
                <a:lnTo>
                  <a:pt x="3094101" y="1982978"/>
                </a:lnTo>
                <a:lnTo>
                  <a:pt x="3087154" y="1986978"/>
                </a:lnTo>
                <a:lnTo>
                  <a:pt x="3091167" y="1993938"/>
                </a:lnTo>
                <a:lnTo>
                  <a:pt x="3098101" y="1989924"/>
                </a:lnTo>
                <a:close/>
              </a:path>
              <a:path w="18288635" h="10287000">
                <a:moveTo>
                  <a:pt x="3098495" y="2813240"/>
                </a:moveTo>
                <a:lnTo>
                  <a:pt x="3096882" y="2810459"/>
                </a:lnTo>
                <a:lnTo>
                  <a:pt x="3094113" y="2812072"/>
                </a:lnTo>
                <a:lnTo>
                  <a:pt x="3095714" y="2814840"/>
                </a:lnTo>
                <a:lnTo>
                  <a:pt x="3098495" y="2813240"/>
                </a:lnTo>
                <a:close/>
              </a:path>
              <a:path w="18288635" h="10287000">
                <a:moveTo>
                  <a:pt x="3109391" y="571030"/>
                </a:moveTo>
                <a:lnTo>
                  <a:pt x="3101771" y="557834"/>
                </a:lnTo>
                <a:lnTo>
                  <a:pt x="3088576" y="565454"/>
                </a:lnTo>
                <a:lnTo>
                  <a:pt x="3096196" y="578650"/>
                </a:lnTo>
                <a:lnTo>
                  <a:pt x="3109391" y="571030"/>
                </a:lnTo>
                <a:close/>
              </a:path>
              <a:path w="18288635" h="10287000">
                <a:moveTo>
                  <a:pt x="3110585" y="1394561"/>
                </a:moveTo>
                <a:lnTo>
                  <a:pt x="3104781" y="1384503"/>
                </a:lnTo>
                <a:lnTo>
                  <a:pt x="3094710" y="1390307"/>
                </a:lnTo>
                <a:lnTo>
                  <a:pt x="3100527" y="1400378"/>
                </a:lnTo>
                <a:lnTo>
                  <a:pt x="3110585" y="1394561"/>
                </a:lnTo>
                <a:close/>
              </a:path>
              <a:path w="18288635" h="10287000">
                <a:moveTo>
                  <a:pt x="3110712" y="2217813"/>
                </a:moveTo>
                <a:lnTo>
                  <a:pt x="3107499" y="2212263"/>
                </a:lnTo>
                <a:lnTo>
                  <a:pt x="3101949" y="2215464"/>
                </a:lnTo>
                <a:lnTo>
                  <a:pt x="3105150" y="2221014"/>
                </a:lnTo>
                <a:lnTo>
                  <a:pt x="3110712" y="2217813"/>
                </a:lnTo>
                <a:close/>
              </a:path>
              <a:path w="18288635" h="10287000">
                <a:moveTo>
                  <a:pt x="3111360" y="3041205"/>
                </a:moveTo>
                <a:lnTo>
                  <a:pt x="3110369" y="3039478"/>
                </a:lnTo>
                <a:lnTo>
                  <a:pt x="3108629" y="3040481"/>
                </a:lnTo>
                <a:lnTo>
                  <a:pt x="3109633" y="3042208"/>
                </a:lnTo>
                <a:lnTo>
                  <a:pt x="3111360" y="3041205"/>
                </a:lnTo>
                <a:close/>
              </a:path>
              <a:path w="18288635" h="10287000">
                <a:moveTo>
                  <a:pt x="3122536" y="799058"/>
                </a:moveTo>
                <a:lnTo>
                  <a:pt x="3115322" y="786561"/>
                </a:lnTo>
                <a:lnTo>
                  <a:pt x="3102826" y="793775"/>
                </a:lnTo>
                <a:lnTo>
                  <a:pt x="3110039" y="806284"/>
                </a:lnTo>
                <a:lnTo>
                  <a:pt x="3122536" y="799058"/>
                </a:lnTo>
                <a:close/>
              </a:path>
              <a:path w="18288635" h="10287000">
                <a:moveTo>
                  <a:pt x="3123196" y="1622450"/>
                </a:moveTo>
                <a:lnTo>
                  <a:pt x="3118180" y="1613776"/>
                </a:lnTo>
                <a:lnTo>
                  <a:pt x="3109506" y="1618792"/>
                </a:lnTo>
                <a:lnTo>
                  <a:pt x="3114510" y="1627466"/>
                </a:lnTo>
                <a:lnTo>
                  <a:pt x="3123196" y="1622450"/>
                </a:lnTo>
                <a:close/>
              </a:path>
              <a:path w="18288635" h="10287000">
                <a:moveTo>
                  <a:pt x="3123577" y="2445778"/>
                </a:moveTo>
                <a:lnTo>
                  <a:pt x="3120974" y="2441257"/>
                </a:lnTo>
                <a:lnTo>
                  <a:pt x="3116465" y="2443873"/>
                </a:lnTo>
                <a:lnTo>
                  <a:pt x="3119069" y="2448382"/>
                </a:lnTo>
                <a:lnTo>
                  <a:pt x="3123577" y="2445778"/>
                </a:lnTo>
                <a:close/>
              </a:path>
              <a:path w="18288635" h="10287000">
                <a:moveTo>
                  <a:pt x="3133928" y="203415"/>
                </a:moveTo>
                <a:lnTo>
                  <a:pt x="3125711" y="189179"/>
                </a:lnTo>
                <a:lnTo>
                  <a:pt x="3111474" y="197396"/>
                </a:lnTo>
                <a:lnTo>
                  <a:pt x="3119704" y="211632"/>
                </a:lnTo>
                <a:lnTo>
                  <a:pt x="3133928" y="203415"/>
                </a:lnTo>
                <a:close/>
              </a:path>
              <a:path w="18288635" h="10287000">
                <a:moveTo>
                  <a:pt x="3135414" y="1027023"/>
                </a:moveTo>
                <a:lnTo>
                  <a:pt x="3128797" y="1015568"/>
                </a:lnTo>
                <a:lnTo>
                  <a:pt x="3117342" y="1022184"/>
                </a:lnTo>
                <a:lnTo>
                  <a:pt x="3123958" y="1033640"/>
                </a:lnTo>
                <a:lnTo>
                  <a:pt x="3135414" y="1027023"/>
                </a:lnTo>
                <a:close/>
              </a:path>
              <a:path w="18288635" h="10287000">
                <a:moveTo>
                  <a:pt x="3135795" y="1850351"/>
                </a:moveTo>
                <a:lnTo>
                  <a:pt x="3131591" y="1843049"/>
                </a:lnTo>
                <a:lnTo>
                  <a:pt x="3124301" y="1847265"/>
                </a:lnTo>
                <a:lnTo>
                  <a:pt x="3128505" y="1854555"/>
                </a:lnTo>
                <a:lnTo>
                  <a:pt x="3135795" y="1850351"/>
                </a:lnTo>
                <a:close/>
              </a:path>
              <a:path w="18288635" h="10287000">
                <a:moveTo>
                  <a:pt x="3136188" y="2673667"/>
                </a:moveTo>
                <a:lnTo>
                  <a:pt x="3134385" y="2670543"/>
                </a:lnTo>
                <a:lnTo>
                  <a:pt x="3131248" y="2672346"/>
                </a:lnTo>
                <a:lnTo>
                  <a:pt x="3133064" y="2675471"/>
                </a:lnTo>
                <a:lnTo>
                  <a:pt x="3136188" y="2673667"/>
                </a:lnTo>
                <a:close/>
              </a:path>
              <a:path w="18288635" h="10287000">
                <a:moveTo>
                  <a:pt x="3146806" y="431380"/>
                </a:moveTo>
                <a:lnTo>
                  <a:pt x="3139186" y="418185"/>
                </a:lnTo>
                <a:lnTo>
                  <a:pt x="3125990" y="425805"/>
                </a:lnTo>
                <a:lnTo>
                  <a:pt x="3133610" y="439000"/>
                </a:lnTo>
                <a:lnTo>
                  <a:pt x="3146806" y="431380"/>
                </a:lnTo>
                <a:close/>
              </a:path>
              <a:path w="18288635" h="10287000">
                <a:moveTo>
                  <a:pt x="3148012" y="1254912"/>
                </a:moveTo>
                <a:lnTo>
                  <a:pt x="3142196" y="1244841"/>
                </a:lnTo>
                <a:lnTo>
                  <a:pt x="3132124" y="1250657"/>
                </a:lnTo>
                <a:lnTo>
                  <a:pt x="3137941" y="1260729"/>
                </a:lnTo>
                <a:lnTo>
                  <a:pt x="3148012" y="1254912"/>
                </a:lnTo>
                <a:close/>
              </a:path>
              <a:path w="18288635" h="10287000">
                <a:moveTo>
                  <a:pt x="3148393" y="2078240"/>
                </a:moveTo>
                <a:lnTo>
                  <a:pt x="3144990" y="2072335"/>
                </a:lnTo>
                <a:lnTo>
                  <a:pt x="3139084" y="2075738"/>
                </a:lnTo>
                <a:lnTo>
                  <a:pt x="3142500" y="2081644"/>
                </a:lnTo>
                <a:lnTo>
                  <a:pt x="3148393" y="2078240"/>
                </a:lnTo>
                <a:close/>
              </a:path>
              <a:path w="18288635" h="10287000">
                <a:moveTo>
                  <a:pt x="3149054" y="2901632"/>
                </a:moveTo>
                <a:lnTo>
                  <a:pt x="3147860" y="2899549"/>
                </a:lnTo>
                <a:lnTo>
                  <a:pt x="3145777" y="2900743"/>
                </a:lnTo>
                <a:lnTo>
                  <a:pt x="3146971" y="2902839"/>
                </a:lnTo>
                <a:lnTo>
                  <a:pt x="3149054" y="2901632"/>
                </a:lnTo>
                <a:close/>
              </a:path>
              <a:path w="18288635" h="10287000">
                <a:moveTo>
                  <a:pt x="3159963" y="659409"/>
                </a:moveTo>
                <a:lnTo>
                  <a:pt x="3152737" y="646912"/>
                </a:lnTo>
                <a:lnTo>
                  <a:pt x="3140240" y="654138"/>
                </a:lnTo>
                <a:lnTo>
                  <a:pt x="3147453" y="666635"/>
                </a:lnTo>
                <a:lnTo>
                  <a:pt x="3159963" y="659409"/>
                </a:lnTo>
                <a:close/>
              </a:path>
              <a:path w="18288635" h="10287000">
                <a:moveTo>
                  <a:pt x="3160890" y="1482877"/>
                </a:moveTo>
                <a:lnTo>
                  <a:pt x="3155683" y="1473847"/>
                </a:lnTo>
                <a:lnTo>
                  <a:pt x="3146641" y="1479067"/>
                </a:lnTo>
                <a:lnTo>
                  <a:pt x="3151860" y="1488084"/>
                </a:lnTo>
                <a:lnTo>
                  <a:pt x="3160890" y="1482877"/>
                </a:lnTo>
                <a:close/>
              </a:path>
              <a:path w="18288635" h="10287000">
                <a:moveTo>
                  <a:pt x="3161271" y="2306205"/>
                </a:moveTo>
                <a:lnTo>
                  <a:pt x="3158464" y="2301341"/>
                </a:lnTo>
                <a:lnTo>
                  <a:pt x="3153600" y="2304148"/>
                </a:lnTo>
                <a:lnTo>
                  <a:pt x="3156407" y="2309012"/>
                </a:lnTo>
                <a:lnTo>
                  <a:pt x="3161271" y="2306205"/>
                </a:lnTo>
                <a:close/>
              </a:path>
              <a:path w="18288635" h="10287000">
                <a:moveTo>
                  <a:pt x="3161931" y="3129597"/>
                </a:moveTo>
                <a:lnTo>
                  <a:pt x="3161677" y="3129153"/>
                </a:lnTo>
                <a:lnTo>
                  <a:pt x="3160293" y="3129153"/>
                </a:lnTo>
                <a:lnTo>
                  <a:pt x="3160547" y="3129597"/>
                </a:lnTo>
                <a:lnTo>
                  <a:pt x="3161931" y="3129597"/>
                </a:lnTo>
                <a:close/>
              </a:path>
              <a:path w="18288635" h="10287000">
                <a:moveTo>
                  <a:pt x="3171075" y="63690"/>
                </a:moveTo>
                <a:lnTo>
                  <a:pt x="3163062" y="49809"/>
                </a:lnTo>
                <a:lnTo>
                  <a:pt x="3149168" y="57823"/>
                </a:lnTo>
                <a:lnTo>
                  <a:pt x="3157194" y="71716"/>
                </a:lnTo>
                <a:lnTo>
                  <a:pt x="3171075" y="63690"/>
                </a:lnTo>
                <a:close/>
              </a:path>
              <a:path w="18288635" h="10287000">
                <a:moveTo>
                  <a:pt x="3172828" y="887374"/>
                </a:moveTo>
                <a:lnTo>
                  <a:pt x="3166211" y="875919"/>
                </a:lnTo>
                <a:lnTo>
                  <a:pt x="3154756" y="882535"/>
                </a:lnTo>
                <a:lnTo>
                  <a:pt x="3161373" y="893991"/>
                </a:lnTo>
                <a:lnTo>
                  <a:pt x="3172828" y="887374"/>
                </a:lnTo>
                <a:close/>
              </a:path>
              <a:path w="18288635" h="10287000">
                <a:moveTo>
                  <a:pt x="3173488" y="1710766"/>
                </a:moveTo>
                <a:lnTo>
                  <a:pt x="3169081" y="1703133"/>
                </a:lnTo>
                <a:lnTo>
                  <a:pt x="3161436" y="1707540"/>
                </a:lnTo>
                <a:lnTo>
                  <a:pt x="3165856" y="1715173"/>
                </a:lnTo>
                <a:lnTo>
                  <a:pt x="3173488" y="1710766"/>
                </a:lnTo>
                <a:close/>
              </a:path>
              <a:path w="18288635" h="10287000">
                <a:moveTo>
                  <a:pt x="3174149" y="2534158"/>
                </a:moveTo>
                <a:lnTo>
                  <a:pt x="3171939" y="2530348"/>
                </a:lnTo>
                <a:lnTo>
                  <a:pt x="3168129" y="2532545"/>
                </a:lnTo>
                <a:lnTo>
                  <a:pt x="3170326" y="2536367"/>
                </a:lnTo>
                <a:lnTo>
                  <a:pt x="3174149" y="2534158"/>
                </a:lnTo>
                <a:close/>
              </a:path>
              <a:path w="18288635" h="10287000">
                <a:moveTo>
                  <a:pt x="3184220" y="291731"/>
                </a:moveTo>
                <a:lnTo>
                  <a:pt x="3176613" y="278536"/>
                </a:lnTo>
                <a:lnTo>
                  <a:pt x="3163417" y="286156"/>
                </a:lnTo>
                <a:lnTo>
                  <a:pt x="3171037" y="299351"/>
                </a:lnTo>
                <a:lnTo>
                  <a:pt x="3184220" y="291731"/>
                </a:lnTo>
                <a:close/>
              </a:path>
              <a:path w="18288635" h="10287000">
                <a:moveTo>
                  <a:pt x="3185706" y="1115339"/>
                </a:moveTo>
                <a:lnTo>
                  <a:pt x="3179686" y="1104925"/>
                </a:lnTo>
                <a:lnTo>
                  <a:pt x="3169272" y="1110932"/>
                </a:lnTo>
                <a:lnTo>
                  <a:pt x="3175292" y="1121359"/>
                </a:lnTo>
                <a:lnTo>
                  <a:pt x="3185706" y="1115339"/>
                </a:lnTo>
                <a:close/>
              </a:path>
              <a:path w="18288635" h="10287000">
                <a:moveTo>
                  <a:pt x="3186087" y="1938655"/>
                </a:moveTo>
                <a:lnTo>
                  <a:pt x="3182480" y="1932406"/>
                </a:lnTo>
                <a:lnTo>
                  <a:pt x="3176232" y="1936013"/>
                </a:lnTo>
                <a:lnTo>
                  <a:pt x="3179838" y="1942274"/>
                </a:lnTo>
                <a:lnTo>
                  <a:pt x="3186087" y="1938655"/>
                </a:lnTo>
                <a:close/>
              </a:path>
              <a:path w="18288635" h="10287000">
                <a:moveTo>
                  <a:pt x="3187027" y="2762123"/>
                </a:moveTo>
                <a:lnTo>
                  <a:pt x="3185414" y="2759354"/>
                </a:lnTo>
                <a:lnTo>
                  <a:pt x="3182645" y="2760954"/>
                </a:lnTo>
                <a:lnTo>
                  <a:pt x="3184245" y="2763723"/>
                </a:lnTo>
                <a:lnTo>
                  <a:pt x="3187027" y="2762123"/>
                </a:lnTo>
                <a:close/>
              </a:path>
              <a:path w="18288635" h="10287000">
                <a:moveTo>
                  <a:pt x="3197377" y="519760"/>
                </a:moveTo>
                <a:lnTo>
                  <a:pt x="3190163" y="507263"/>
                </a:lnTo>
                <a:lnTo>
                  <a:pt x="3177654" y="514477"/>
                </a:lnTo>
                <a:lnTo>
                  <a:pt x="3184880" y="526986"/>
                </a:lnTo>
                <a:lnTo>
                  <a:pt x="3197377" y="519760"/>
                </a:lnTo>
                <a:close/>
              </a:path>
              <a:path w="18288635" h="10287000">
                <a:moveTo>
                  <a:pt x="3198584" y="1343304"/>
                </a:moveTo>
                <a:lnTo>
                  <a:pt x="3193173" y="1333931"/>
                </a:lnTo>
                <a:lnTo>
                  <a:pt x="3183788" y="1339342"/>
                </a:lnTo>
                <a:lnTo>
                  <a:pt x="3189198" y="1348714"/>
                </a:lnTo>
                <a:lnTo>
                  <a:pt x="3198584" y="1343304"/>
                </a:lnTo>
                <a:close/>
              </a:path>
              <a:path w="18288635" h="10287000">
                <a:moveTo>
                  <a:pt x="3198965" y="2166620"/>
                </a:moveTo>
                <a:lnTo>
                  <a:pt x="3195955" y="2161413"/>
                </a:lnTo>
                <a:lnTo>
                  <a:pt x="3190748" y="2164423"/>
                </a:lnTo>
                <a:lnTo>
                  <a:pt x="3193758" y="2169630"/>
                </a:lnTo>
                <a:lnTo>
                  <a:pt x="3198965" y="2166620"/>
                </a:lnTo>
                <a:close/>
              </a:path>
              <a:path w="18288635" h="10287000">
                <a:moveTo>
                  <a:pt x="3199904" y="2990088"/>
                </a:moveTo>
                <a:lnTo>
                  <a:pt x="3198901" y="2988360"/>
                </a:lnTo>
                <a:lnTo>
                  <a:pt x="3197161" y="2989351"/>
                </a:lnTo>
                <a:lnTo>
                  <a:pt x="3198164" y="2991091"/>
                </a:lnTo>
                <a:lnTo>
                  <a:pt x="3199904" y="2990088"/>
                </a:lnTo>
                <a:close/>
              </a:path>
              <a:path w="18288635" h="10287000">
                <a:moveTo>
                  <a:pt x="3210522" y="747801"/>
                </a:moveTo>
                <a:lnTo>
                  <a:pt x="3203714" y="736003"/>
                </a:lnTo>
                <a:lnTo>
                  <a:pt x="3191903" y="742810"/>
                </a:lnTo>
                <a:lnTo>
                  <a:pt x="3198723" y="754621"/>
                </a:lnTo>
                <a:lnTo>
                  <a:pt x="3210522" y="747801"/>
                </a:lnTo>
                <a:close/>
              </a:path>
              <a:path w="18288635" h="10287000">
                <a:moveTo>
                  <a:pt x="3211449" y="1571269"/>
                </a:moveTo>
                <a:lnTo>
                  <a:pt x="3206648" y="1562938"/>
                </a:lnTo>
                <a:lnTo>
                  <a:pt x="3198304" y="1567751"/>
                </a:lnTo>
                <a:lnTo>
                  <a:pt x="3203117" y="1576082"/>
                </a:lnTo>
                <a:lnTo>
                  <a:pt x="3211449" y="1571269"/>
                </a:lnTo>
                <a:close/>
              </a:path>
              <a:path w="18288635" h="10287000">
                <a:moveTo>
                  <a:pt x="3211842" y="2394585"/>
                </a:moveTo>
                <a:lnTo>
                  <a:pt x="3209442" y="2390419"/>
                </a:lnTo>
                <a:lnTo>
                  <a:pt x="3205276" y="2392832"/>
                </a:lnTo>
                <a:lnTo>
                  <a:pt x="3207677" y="2396985"/>
                </a:lnTo>
                <a:lnTo>
                  <a:pt x="3211842" y="2394585"/>
                </a:lnTo>
                <a:close/>
              </a:path>
              <a:path w="18288635" h="10287000">
                <a:moveTo>
                  <a:pt x="3221367" y="152006"/>
                </a:moveTo>
                <a:lnTo>
                  <a:pt x="3213951" y="139166"/>
                </a:lnTo>
                <a:lnTo>
                  <a:pt x="3201111" y="146570"/>
                </a:lnTo>
                <a:lnTo>
                  <a:pt x="3208528" y="159423"/>
                </a:lnTo>
                <a:lnTo>
                  <a:pt x="3221367" y="152006"/>
                </a:lnTo>
                <a:close/>
              </a:path>
              <a:path w="18288635" h="10287000">
                <a:moveTo>
                  <a:pt x="3223120" y="975690"/>
                </a:moveTo>
                <a:lnTo>
                  <a:pt x="3217113" y="965276"/>
                </a:lnTo>
                <a:lnTo>
                  <a:pt x="3206699" y="971296"/>
                </a:lnTo>
                <a:lnTo>
                  <a:pt x="3212706" y="981710"/>
                </a:lnTo>
                <a:lnTo>
                  <a:pt x="3223120" y="975690"/>
                </a:lnTo>
                <a:close/>
              </a:path>
              <a:path w="18288635" h="10287000">
                <a:moveTo>
                  <a:pt x="3223793" y="1799082"/>
                </a:moveTo>
                <a:lnTo>
                  <a:pt x="3219970" y="1792490"/>
                </a:lnTo>
                <a:lnTo>
                  <a:pt x="3213379" y="1796300"/>
                </a:lnTo>
                <a:lnTo>
                  <a:pt x="3217189" y="1802892"/>
                </a:lnTo>
                <a:lnTo>
                  <a:pt x="3223793" y="1799082"/>
                </a:lnTo>
                <a:close/>
              </a:path>
              <a:path w="18288635" h="10287000">
                <a:moveTo>
                  <a:pt x="3224720" y="2622550"/>
                </a:moveTo>
                <a:lnTo>
                  <a:pt x="3222917" y="2619425"/>
                </a:lnTo>
                <a:lnTo>
                  <a:pt x="3219793" y="2621229"/>
                </a:lnTo>
                <a:lnTo>
                  <a:pt x="3221596" y="2624353"/>
                </a:lnTo>
                <a:lnTo>
                  <a:pt x="3224720" y="2622550"/>
                </a:lnTo>
                <a:close/>
              </a:path>
              <a:path w="18288635" h="10287000">
                <a:moveTo>
                  <a:pt x="3234791" y="380123"/>
                </a:moveTo>
                <a:lnTo>
                  <a:pt x="3227578" y="367614"/>
                </a:lnTo>
                <a:lnTo>
                  <a:pt x="3215081" y="374827"/>
                </a:lnTo>
                <a:lnTo>
                  <a:pt x="3222294" y="387337"/>
                </a:lnTo>
                <a:lnTo>
                  <a:pt x="3234791" y="380123"/>
                </a:lnTo>
                <a:close/>
              </a:path>
              <a:path w="18288635" h="10287000">
                <a:moveTo>
                  <a:pt x="3236277" y="1203731"/>
                </a:moveTo>
                <a:lnTo>
                  <a:pt x="3230664" y="1194003"/>
                </a:lnTo>
                <a:lnTo>
                  <a:pt x="3220936" y="1199616"/>
                </a:lnTo>
                <a:lnTo>
                  <a:pt x="3226549" y="1209344"/>
                </a:lnTo>
                <a:lnTo>
                  <a:pt x="3236277" y="1203731"/>
                </a:lnTo>
                <a:close/>
              </a:path>
              <a:path w="18288635" h="10287000">
                <a:moveTo>
                  <a:pt x="3236658" y="2027047"/>
                </a:moveTo>
                <a:lnTo>
                  <a:pt x="3233445" y="2021497"/>
                </a:lnTo>
                <a:lnTo>
                  <a:pt x="3227895" y="2024697"/>
                </a:lnTo>
                <a:lnTo>
                  <a:pt x="3231108" y="2030260"/>
                </a:lnTo>
                <a:lnTo>
                  <a:pt x="3236658" y="2027047"/>
                </a:lnTo>
                <a:close/>
              </a:path>
              <a:path w="18288635" h="10287000">
                <a:moveTo>
                  <a:pt x="3237598" y="2850515"/>
                </a:moveTo>
                <a:lnTo>
                  <a:pt x="3236391" y="2848432"/>
                </a:lnTo>
                <a:lnTo>
                  <a:pt x="3234309" y="2849626"/>
                </a:lnTo>
                <a:lnTo>
                  <a:pt x="3235502" y="2851721"/>
                </a:lnTo>
                <a:lnTo>
                  <a:pt x="3237598" y="2850515"/>
                </a:lnTo>
                <a:close/>
              </a:path>
              <a:path w="18288635" h="10287000">
                <a:moveTo>
                  <a:pt x="3247936" y="608152"/>
                </a:moveTo>
                <a:lnTo>
                  <a:pt x="3241129" y="596353"/>
                </a:lnTo>
                <a:lnTo>
                  <a:pt x="3229318" y="603161"/>
                </a:lnTo>
                <a:lnTo>
                  <a:pt x="3236137" y="614972"/>
                </a:lnTo>
                <a:lnTo>
                  <a:pt x="3247936" y="608152"/>
                </a:lnTo>
                <a:close/>
              </a:path>
              <a:path w="18288635" h="10287000">
                <a:moveTo>
                  <a:pt x="3249142" y="1431683"/>
                </a:moveTo>
                <a:lnTo>
                  <a:pt x="3244138" y="1423009"/>
                </a:lnTo>
                <a:lnTo>
                  <a:pt x="3235452" y="1428026"/>
                </a:lnTo>
                <a:lnTo>
                  <a:pt x="3240468" y="1436700"/>
                </a:lnTo>
                <a:lnTo>
                  <a:pt x="3249142" y="1431683"/>
                </a:lnTo>
                <a:close/>
              </a:path>
              <a:path w="18288635" h="10287000">
                <a:moveTo>
                  <a:pt x="3249815" y="2255088"/>
                </a:moveTo>
                <a:lnTo>
                  <a:pt x="3246996" y="2250224"/>
                </a:lnTo>
                <a:lnTo>
                  <a:pt x="3242145" y="2253030"/>
                </a:lnTo>
                <a:lnTo>
                  <a:pt x="3244951" y="2257895"/>
                </a:lnTo>
                <a:lnTo>
                  <a:pt x="3249815" y="2255088"/>
                </a:lnTo>
                <a:close/>
              </a:path>
              <a:path w="18288635" h="10287000">
                <a:moveTo>
                  <a:pt x="3250463" y="3078480"/>
                </a:moveTo>
                <a:lnTo>
                  <a:pt x="3250209" y="3078035"/>
                </a:lnTo>
                <a:lnTo>
                  <a:pt x="3248825" y="3078035"/>
                </a:lnTo>
                <a:lnTo>
                  <a:pt x="3249079" y="3078480"/>
                </a:lnTo>
                <a:lnTo>
                  <a:pt x="3250463" y="3078480"/>
                </a:lnTo>
                <a:close/>
              </a:path>
              <a:path w="18288635" h="10287000">
                <a:moveTo>
                  <a:pt x="3257423" y="11988"/>
                </a:moveTo>
                <a:lnTo>
                  <a:pt x="3250996" y="876"/>
                </a:lnTo>
                <a:lnTo>
                  <a:pt x="3239897" y="7289"/>
                </a:lnTo>
                <a:lnTo>
                  <a:pt x="3246310" y="18402"/>
                </a:lnTo>
                <a:lnTo>
                  <a:pt x="3257423" y="11988"/>
                </a:lnTo>
                <a:close/>
              </a:path>
              <a:path w="18288635" h="10287000">
                <a:moveTo>
                  <a:pt x="3260814" y="836117"/>
                </a:moveTo>
                <a:lnTo>
                  <a:pt x="3254603" y="825347"/>
                </a:lnTo>
                <a:lnTo>
                  <a:pt x="3243834" y="831570"/>
                </a:lnTo>
                <a:lnTo>
                  <a:pt x="3250057" y="842327"/>
                </a:lnTo>
                <a:lnTo>
                  <a:pt x="3260814" y="836117"/>
                </a:lnTo>
                <a:close/>
              </a:path>
              <a:path w="18288635" h="10287000">
                <a:moveTo>
                  <a:pt x="3261474" y="1659509"/>
                </a:moveTo>
                <a:lnTo>
                  <a:pt x="3257461" y="1652562"/>
                </a:lnTo>
                <a:lnTo>
                  <a:pt x="3250527" y="1656575"/>
                </a:lnTo>
                <a:lnTo>
                  <a:pt x="3254527" y="1663522"/>
                </a:lnTo>
                <a:lnTo>
                  <a:pt x="3261474" y="1659509"/>
                </a:lnTo>
                <a:close/>
              </a:path>
              <a:path w="18288635" h="10287000">
                <a:moveTo>
                  <a:pt x="3262414" y="2482977"/>
                </a:moveTo>
                <a:lnTo>
                  <a:pt x="3260407" y="2479497"/>
                </a:lnTo>
                <a:lnTo>
                  <a:pt x="3256940" y="2481503"/>
                </a:lnTo>
                <a:lnTo>
                  <a:pt x="3258934" y="2484983"/>
                </a:lnTo>
                <a:lnTo>
                  <a:pt x="3262414" y="2482977"/>
                </a:lnTo>
                <a:close/>
              </a:path>
              <a:path w="18288635" h="10287000">
                <a:moveTo>
                  <a:pt x="3271939" y="240398"/>
                </a:moveTo>
                <a:lnTo>
                  <a:pt x="3264916" y="228244"/>
                </a:lnTo>
                <a:lnTo>
                  <a:pt x="3252774" y="235254"/>
                </a:lnTo>
                <a:lnTo>
                  <a:pt x="3259785" y="247408"/>
                </a:lnTo>
                <a:lnTo>
                  <a:pt x="3271939" y="240398"/>
                </a:lnTo>
                <a:close/>
              </a:path>
              <a:path w="18288635" h="10287000">
                <a:moveTo>
                  <a:pt x="3273691" y="1064082"/>
                </a:moveTo>
                <a:lnTo>
                  <a:pt x="3268078" y="1054354"/>
                </a:lnTo>
                <a:lnTo>
                  <a:pt x="3258362" y="1059967"/>
                </a:lnTo>
                <a:lnTo>
                  <a:pt x="3263963" y="1069695"/>
                </a:lnTo>
                <a:lnTo>
                  <a:pt x="3273691" y="1064082"/>
                </a:lnTo>
                <a:close/>
              </a:path>
              <a:path w="18288635" h="10287000">
                <a:moveTo>
                  <a:pt x="3274352" y="1887474"/>
                </a:moveTo>
                <a:lnTo>
                  <a:pt x="3270948" y="1881568"/>
                </a:lnTo>
                <a:lnTo>
                  <a:pt x="3265043" y="1884972"/>
                </a:lnTo>
                <a:lnTo>
                  <a:pt x="3268446" y="1890877"/>
                </a:lnTo>
                <a:lnTo>
                  <a:pt x="3274352" y="1887474"/>
                </a:lnTo>
                <a:close/>
              </a:path>
              <a:path w="18288635" h="10287000">
                <a:moveTo>
                  <a:pt x="3275279" y="2710942"/>
                </a:moveTo>
                <a:lnTo>
                  <a:pt x="3273882" y="2708503"/>
                </a:lnTo>
                <a:lnTo>
                  <a:pt x="3271456" y="2709913"/>
                </a:lnTo>
                <a:lnTo>
                  <a:pt x="3272853" y="2712339"/>
                </a:lnTo>
                <a:lnTo>
                  <a:pt x="3275279" y="2710942"/>
                </a:lnTo>
                <a:close/>
              </a:path>
              <a:path w="18288635" h="10287000">
                <a:moveTo>
                  <a:pt x="3285363" y="468503"/>
                </a:moveTo>
                <a:lnTo>
                  <a:pt x="3278543" y="456692"/>
                </a:lnTo>
                <a:lnTo>
                  <a:pt x="3266744" y="463511"/>
                </a:lnTo>
                <a:lnTo>
                  <a:pt x="3273552" y="475322"/>
                </a:lnTo>
                <a:lnTo>
                  <a:pt x="3285363" y="468503"/>
                </a:lnTo>
                <a:close/>
              </a:path>
              <a:path w="18288635" h="10287000">
                <a:moveTo>
                  <a:pt x="3286569" y="1292034"/>
                </a:moveTo>
                <a:lnTo>
                  <a:pt x="3281553" y="1283360"/>
                </a:lnTo>
                <a:lnTo>
                  <a:pt x="3272879" y="1288376"/>
                </a:lnTo>
                <a:lnTo>
                  <a:pt x="3277882" y="1297051"/>
                </a:lnTo>
                <a:lnTo>
                  <a:pt x="3286569" y="1292034"/>
                </a:lnTo>
                <a:close/>
              </a:path>
              <a:path w="18288635" h="10287000">
                <a:moveTo>
                  <a:pt x="3287230" y="2115439"/>
                </a:moveTo>
                <a:lnTo>
                  <a:pt x="3284423" y="2110575"/>
                </a:lnTo>
                <a:lnTo>
                  <a:pt x="3279559" y="2113381"/>
                </a:lnTo>
                <a:lnTo>
                  <a:pt x="3282365" y="2118245"/>
                </a:lnTo>
                <a:lnTo>
                  <a:pt x="3287230" y="2115439"/>
                </a:lnTo>
                <a:close/>
              </a:path>
              <a:path w="18288635" h="10287000">
                <a:moveTo>
                  <a:pt x="3288157" y="2938907"/>
                </a:moveTo>
                <a:lnTo>
                  <a:pt x="3287357" y="2937510"/>
                </a:lnTo>
                <a:lnTo>
                  <a:pt x="3285972" y="2938310"/>
                </a:lnTo>
                <a:lnTo>
                  <a:pt x="3286772" y="2939707"/>
                </a:lnTo>
                <a:lnTo>
                  <a:pt x="3288157" y="2938907"/>
                </a:lnTo>
                <a:close/>
              </a:path>
              <a:path w="18288635" h="10287000">
                <a:moveTo>
                  <a:pt x="3298228" y="696468"/>
                </a:moveTo>
                <a:lnTo>
                  <a:pt x="3292017" y="685711"/>
                </a:lnTo>
                <a:lnTo>
                  <a:pt x="3281261" y="691921"/>
                </a:lnTo>
                <a:lnTo>
                  <a:pt x="3287471" y="702678"/>
                </a:lnTo>
                <a:lnTo>
                  <a:pt x="3298228" y="696468"/>
                </a:lnTo>
                <a:close/>
              </a:path>
              <a:path w="18288635" h="10287000">
                <a:moveTo>
                  <a:pt x="3299168" y="1519936"/>
                </a:moveTo>
                <a:lnTo>
                  <a:pt x="3294951" y="1512633"/>
                </a:lnTo>
                <a:lnTo>
                  <a:pt x="3287661" y="1516849"/>
                </a:lnTo>
                <a:lnTo>
                  <a:pt x="3291878" y="1524139"/>
                </a:lnTo>
                <a:lnTo>
                  <a:pt x="3299168" y="1519936"/>
                </a:lnTo>
                <a:close/>
              </a:path>
              <a:path w="18288635" h="10287000">
                <a:moveTo>
                  <a:pt x="3300107" y="2343404"/>
                </a:moveTo>
                <a:lnTo>
                  <a:pt x="3297898" y="2339581"/>
                </a:lnTo>
                <a:lnTo>
                  <a:pt x="3294075" y="2341778"/>
                </a:lnTo>
                <a:lnTo>
                  <a:pt x="3296285" y="2345601"/>
                </a:lnTo>
                <a:lnTo>
                  <a:pt x="3300107" y="2343404"/>
                </a:lnTo>
                <a:close/>
              </a:path>
              <a:path w="18288635" h="10287000">
                <a:moveTo>
                  <a:pt x="3309353" y="100749"/>
                </a:moveTo>
                <a:lnTo>
                  <a:pt x="3302343" y="88595"/>
                </a:lnTo>
                <a:lnTo>
                  <a:pt x="3290189" y="95605"/>
                </a:lnTo>
                <a:lnTo>
                  <a:pt x="3297199" y="107759"/>
                </a:lnTo>
                <a:lnTo>
                  <a:pt x="3309353" y="100749"/>
                </a:lnTo>
                <a:close/>
              </a:path>
              <a:path w="18288635" h="10287000">
                <a:moveTo>
                  <a:pt x="3311118" y="924433"/>
                </a:moveTo>
                <a:lnTo>
                  <a:pt x="3305505" y="914717"/>
                </a:lnTo>
                <a:lnTo>
                  <a:pt x="3295777" y="920318"/>
                </a:lnTo>
                <a:lnTo>
                  <a:pt x="3301390" y="930046"/>
                </a:lnTo>
                <a:lnTo>
                  <a:pt x="3311118" y="924433"/>
                </a:lnTo>
                <a:close/>
              </a:path>
              <a:path w="18288635" h="10287000">
                <a:moveTo>
                  <a:pt x="3312045" y="1747888"/>
                </a:moveTo>
                <a:lnTo>
                  <a:pt x="3308439" y="1741639"/>
                </a:lnTo>
                <a:lnTo>
                  <a:pt x="3302190" y="1745259"/>
                </a:lnTo>
                <a:lnTo>
                  <a:pt x="3305797" y="1751507"/>
                </a:lnTo>
                <a:lnTo>
                  <a:pt x="3312045" y="1747888"/>
                </a:lnTo>
                <a:close/>
              </a:path>
              <a:path w="18288635" h="10287000">
                <a:moveTo>
                  <a:pt x="3312985" y="2571356"/>
                </a:moveTo>
                <a:lnTo>
                  <a:pt x="3311372" y="2568587"/>
                </a:lnTo>
                <a:lnTo>
                  <a:pt x="3308604" y="2570188"/>
                </a:lnTo>
                <a:lnTo>
                  <a:pt x="3310204" y="2572969"/>
                </a:lnTo>
                <a:lnTo>
                  <a:pt x="3312985" y="2571356"/>
                </a:lnTo>
                <a:close/>
              </a:path>
              <a:path w="18288635" h="10287000">
                <a:moveTo>
                  <a:pt x="3322510" y="328777"/>
                </a:moveTo>
                <a:lnTo>
                  <a:pt x="3315893" y="317322"/>
                </a:lnTo>
                <a:lnTo>
                  <a:pt x="3304438" y="323938"/>
                </a:lnTo>
                <a:lnTo>
                  <a:pt x="3311042" y="335394"/>
                </a:lnTo>
                <a:lnTo>
                  <a:pt x="3322510" y="328777"/>
                </a:lnTo>
                <a:close/>
              </a:path>
              <a:path w="18288635" h="10287000">
                <a:moveTo>
                  <a:pt x="3324263" y="1152461"/>
                </a:moveTo>
                <a:lnTo>
                  <a:pt x="3319056" y="1143444"/>
                </a:lnTo>
                <a:lnTo>
                  <a:pt x="3310026" y="1148651"/>
                </a:lnTo>
                <a:lnTo>
                  <a:pt x="3315233" y="1157681"/>
                </a:lnTo>
                <a:lnTo>
                  <a:pt x="3324263" y="1152461"/>
                </a:lnTo>
                <a:close/>
              </a:path>
              <a:path w="18288635" h="10287000">
                <a:moveTo>
                  <a:pt x="3324923" y="1975853"/>
                </a:moveTo>
                <a:lnTo>
                  <a:pt x="3321913" y="1970646"/>
                </a:lnTo>
                <a:lnTo>
                  <a:pt x="3316706" y="1973656"/>
                </a:lnTo>
                <a:lnTo>
                  <a:pt x="3319716" y="1978863"/>
                </a:lnTo>
                <a:lnTo>
                  <a:pt x="3324923" y="1975853"/>
                </a:lnTo>
                <a:close/>
              </a:path>
              <a:path w="18288635" h="10287000">
                <a:moveTo>
                  <a:pt x="3325850" y="2799321"/>
                </a:moveTo>
                <a:lnTo>
                  <a:pt x="3324847" y="2797594"/>
                </a:lnTo>
                <a:lnTo>
                  <a:pt x="3323120" y="2798597"/>
                </a:lnTo>
                <a:lnTo>
                  <a:pt x="3324123" y="2800324"/>
                </a:lnTo>
                <a:lnTo>
                  <a:pt x="3325850" y="2799321"/>
                </a:lnTo>
                <a:close/>
              </a:path>
              <a:path w="18288635" h="10287000">
                <a:moveTo>
                  <a:pt x="3335655" y="556818"/>
                </a:moveTo>
                <a:lnTo>
                  <a:pt x="3329444" y="546061"/>
                </a:lnTo>
                <a:lnTo>
                  <a:pt x="3318675" y="552272"/>
                </a:lnTo>
                <a:lnTo>
                  <a:pt x="3324898" y="563029"/>
                </a:lnTo>
                <a:lnTo>
                  <a:pt x="3335655" y="556818"/>
                </a:lnTo>
                <a:close/>
              </a:path>
              <a:path w="18288635" h="10287000">
                <a:moveTo>
                  <a:pt x="3336861" y="1380350"/>
                </a:moveTo>
                <a:lnTo>
                  <a:pt x="3332454" y="1372717"/>
                </a:lnTo>
                <a:lnTo>
                  <a:pt x="3324809" y="1377124"/>
                </a:lnTo>
                <a:lnTo>
                  <a:pt x="3329216" y="1384769"/>
                </a:lnTo>
                <a:lnTo>
                  <a:pt x="3336861" y="1380350"/>
                </a:lnTo>
                <a:close/>
              </a:path>
              <a:path w="18288635" h="10287000">
                <a:moveTo>
                  <a:pt x="3337801" y="2203818"/>
                </a:moveTo>
                <a:lnTo>
                  <a:pt x="3335388" y="2199652"/>
                </a:lnTo>
                <a:lnTo>
                  <a:pt x="3331222" y="2202065"/>
                </a:lnTo>
                <a:lnTo>
                  <a:pt x="3333623" y="2206231"/>
                </a:lnTo>
                <a:lnTo>
                  <a:pt x="3337801" y="2203818"/>
                </a:lnTo>
                <a:close/>
              </a:path>
              <a:path w="18288635" h="10287000">
                <a:moveTo>
                  <a:pt x="3348799" y="784860"/>
                </a:moveTo>
                <a:lnTo>
                  <a:pt x="3342995" y="774788"/>
                </a:lnTo>
                <a:lnTo>
                  <a:pt x="3332924" y="780605"/>
                </a:lnTo>
                <a:lnTo>
                  <a:pt x="3338741" y="790663"/>
                </a:lnTo>
                <a:lnTo>
                  <a:pt x="3348799" y="784860"/>
                </a:lnTo>
                <a:close/>
              </a:path>
              <a:path w="18288635" h="10287000">
                <a:moveTo>
                  <a:pt x="3349739" y="1608315"/>
                </a:moveTo>
                <a:lnTo>
                  <a:pt x="3345929" y="1601724"/>
                </a:lnTo>
                <a:lnTo>
                  <a:pt x="3339325" y="1605534"/>
                </a:lnTo>
                <a:lnTo>
                  <a:pt x="3343135" y="1612125"/>
                </a:lnTo>
                <a:lnTo>
                  <a:pt x="3349739" y="1608315"/>
                </a:lnTo>
                <a:close/>
              </a:path>
              <a:path w="18288635" h="10287000">
                <a:moveTo>
                  <a:pt x="3350666" y="2431783"/>
                </a:moveTo>
                <a:lnTo>
                  <a:pt x="3348863" y="2428659"/>
                </a:lnTo>
                <a:lnTo>
                  <a:pt x="3345738" y="2430462"/>
                </a:lnTo>
                <a:lnTo>
                  <a:pt x="3347542" y="2433586"/>
                </a:lnTo>
                <a:lnTo>
                  <a:pt x="3350666" y="2431783"/>
                </a:lnTo>
                <a:close/>
              </a:path>
              <a:path w="18288635" h="10287000">
                <a:moveTo>
                  <a:pt x="3359924" y="189128"/>
                </a:moveTo>
                <a:lnTo>
                  <a:pt x="3353308" y="177673"/>
                </a:lnTo>
                <a:lnTo>
                  <a:pt x="3341852" y="184289"/>
                </a:lnTo>
                <a:lnTo>
                  <a:pt x="3348469" y="195745"/>
                </a:lnTo>
                <a:lnTo>
                  <a:pt x="3359924" y="189128"/>
                </a:lnTo>
                <a:close/>
              </a:path>
              <a:path w="18288635" h="10287000">
                <a:moveTo>
                  <a:pt x="3361677" y="1012812"/>
                </a:moveTo>
                <a:lnTo>
                  <a:pt x="3356470" y="1003795"/>
                </a:lnTo>
                <a:lnTo>
                  <a:pt x="3347440" y="1009002"/>
                </a:lnTo>
                <a:lnTo>
                  <a:pt x="3352647" y="1018032"/>
                </a:lnTo>
                <a:lnTo>
                  <a:pt x="3361677" y="1012812"/>
                </a:lnTo>
                <a:close/>
              </a:path>
              <a:path w="18288635" h="10287000">
                <a:moveTo>
                  <a:pt x="3362617" y="1836280"/>
                </a:moveTo>
                <a:lnTo>
                  <a:pt x="3359404" y="1830730"/>
                </a:lnTo>
                <a:lnTo>
                  <a:pt x="3353841" y="1833930"/>
                </a:lnTo>
                <a:lnTo>
                  <a:pt x="3357054" y="1839493"/>
                </a:lnTo>
                <a:lnTo>
                  <a:pt x="3362617" y="1836280"/>
                </a:lnTo>
                <a:close/>
              </a:path>
              <a:path w="18288635" h="10287000">
                <a:moveTo>
                  <a:pt x="3363544" y="2659748"/>
                </a:moveTo>
                <a:lnTo>
                  <a:pt x="3362337" y="2657665"/>
                </a:lnTo>
                <a:lnTo>
                  <a:pt x="3360255" y="2658872"/>
                </a:lnTo>
                <a:lnTo>
                  <a:pt x="3361461" y="2660954"/>
                </a:lnTo>
                <a:lnTo>
                  <a:pt x="3363544" y="2659748"/>
                </a:lnTo>
                <a:close/>
              </a:path>
              <a:path w="18288635" h="10287000">
                <a:moveTo>
                  <a:pt x="3373069" y="417169"/>
                </a:moveTo>
                <a:lnTo>
                  <a:pt x="3366859" y="406400"/>
                </a:lnTo>
                <a:lnTo>
                  <a:pt x="3356102" y="412623"/>
                </a:lnTo>
                <a:lnTo>
                  <a:pt x="3362312" y="423379"/>
                </a:lnTo>
                <a:lnTo>
                  <a:pt x="3373069" y="417169"/>
                </a:lnTo>
                <a:close/>
              </a:path>
              <a:path w="18288635" h="10287000">
                <a:moveTo>
                  <a:pt x="3374555" y="1240777"/>
                </a:moveTo>
                <a:lnTo>
                  <a:pt x="3369945" y="1232789"/>
                </a:lnTo>
                <a:lnTo>
                  <a:pt x="3361956" y="1237399"/>
                </a:lnTo>
                <a:lnTo>
                  <a:pt x="3366566" y="1245387"/>
                </a:lnTo>
                <a:lnTo>
                  <a:pt x="3374555" y="1240777"/>
                </a:lnTo>
                <a:close/>
              </a:path>
              <a:path w="18288635" h="10287000">
                <a:moveTo>
                  <a:pt x="3375482" y="2064245"/>
                </a:moveTo>
                <a:lnTo>
                  <a:pt x="3372878" y="2059736"/>
                </a:lnTo>
                <a:lnTo>
                  <a:pt x="3368370" y="2062340"/>
                </a:lnTo>
                <a:lnTo>
                  <a:pt x="3370973" y="2066848"/>
                </a:lnTo>
                <a:lnTo>
                  <a:pt x="3375482" y="2064245"/>
                </a:lnTo>
                <a:close/>
              </a:path>
              <a:path w="18288635" h="10287000">
                <a:moveTo>
                  <a:pt x="3376422" y="2887713"/>
                </a:moveTo>
                <a:lnTo>
                  <a:pt x="3376168" y="2887268"/>
                </a:lnTo>
                <a:lnTo>
                  <a:pt x="3374771" y="2887268"/>
                </a:lnTo>
                <a:lnTo>
                  <a:pt x="3375025" y="2887713"/>
                </a:lnTo>
                <a:lnTo>
                  <a:pt x="3376422" y="2887713"/>
                </a:lnTo>
                <a:close/>
              </a:path>
              <a:path w="18288635" h="10287000">
                <a:moveTo>
                  <a:pt x="3386226" y="645210"/>
                </a:moveTo>
                <a:lnTo>
                  <a:pt x="3380409" y="635139"/>
                </a:lnTo>
                <a:lnTo>
                  <a:pt x="3370338" y="640943"/>
                </a:lnTo>
                <a:lnTo>
                  <a:pt x="3376155" y="651014"/>
                </a:lnTo>
                <a:lnTo>
                  <a:pt x="3386226" y="645210"/>
                </a:lnTo>
                <a:close/>
              </a:path>
              <a:path w="18288635" h="10287000">
                <a:moveTo>
                  <a:pt x="3387153" y="1468666"/>
                </a:moveTo>
                <a:lnTo>
                  <a:pt x="3383343" y="1462074"/>
                </a:lnTo>
                <a:lnTo>
                  <a:pt x="3376752" y="1465884"/>
                </a:lnTo>
                <a:lnTo>
                  <a:pt x="3380562" y="1472476"/>
                </a:lnTo>
                <a:lnTo>
                  <a:pt x="3387153" y="1468666"/>
                </a:lnTo>
                <a:close/>
              </a:path>
              <a:path w="18288635" h="10287000">
                <a:moveTo>
                  <a:pt x="3388360" y="2292210"/>
                </a:moveTo>
                <a:lnTo>
                  <a:pt x="3386353" y="2288743"/>
                </a:lnTo>
                <a:lnTo>
                  <a:pt x="3382886" y="2290737"/>
                </a:lnTo>
                <a:lnTo>
                  <a:pt x="3384893" y="2294217"/>
                </a:lnTo>
                <a:lnTo>
                  <a:pt x="3388360" y="2292210"/>
                </a:lnTo>
                <a:close/>
              </a:path>
              <a:path w="18288635" h="10287000">
                <a:moveTo>
                  <a:pt x="3397072" y="49415"/>
                </a:moveTo>
                <a:lnTo>
                  <a:pt x="3390658" y="38303"/>
                </a:lnTo>
                <a:lnTo>
                  <a:pt x="3379546" y="44716"/>
                </a:lnTo>
                <a:lnTo>
                  <a:pt x="3385959" y="55829"/>
                </a:lnTo>
                <a:lnTo>
                  <a:pt x="3397072" y="49415"/>
                </a:lnTo>
                <a:close/>
              </a:path>
              <a:path w="18288635" h="10287000">
                <a:moveTo>
                  <a:pt x="3399091" y="873163"/>
                </a:moveTo>
                <a:lnTo>
                  <a:pt x="3393884" y="864146"/>
                </a:lnTo>
                <a:lnTo>
                  <a:pt x="3384854" y="869353"/>
                </a:lnTo>
                <a:lnTo>
                  <a:pt x="3390074" y="878382"/>
                </a:lnTo>
                <a:lnTo>
                  <a:pt x="3399091" y="873163"/>
                </a:lnTo>
                <a:close/>
              </a:path>
              <a:path w="18288635" h="10287000">
                <a:moveTo>
                  <a:pt x="3400298" y="1696707"/>
                </a:moveTo>
                <a:lnTo>
                  <a:pt x="3396894" y="1690801"/>
                </a:lnTo>
                <a:lnTo>
                  <a:pt x="3390989" y="1694218"/>
                </a:lnTo>
                <a:lnTo>
                  <a:pt x="3394405" y="1700110"/>
                </a:lnTo>
                <a:lnTo>
                  <a:pt x="3400298" y="1696707"/>
                </a:lnTo>
                <a:close/>
              </a:path>
              <a:path w="18288635" h="10287000">
                <a:moveTo>
                  <a:pt x="3401237" y="2520175"/>
                </a:moveTo>
                <a:lnTo>
                  <a:pt x="3399828" y="2517737"/>
                </a:lnTo>
                <a:lnTo>
                  <a:pt x="3397402" y="2519146"/>
                </a:lnTo>
                <a:lnTo>
                  <a:pt x="3398812" y="2521572"/>
                </a:lnTo>
                <a:lnTo>
                  <a:pt x="3401237" y="2520175"/>
                </a:lnTo>
                <a:close/>
              </a:path>
              <a:path w="18288635" h="10287000">
                <a:moveTo>
                  <a:pt x="3410216" y="277444"/>
                </a:moveTo>
                <a:lnTo>
                  <a:pt x="3404209" y="267030"/>
                </a:lnTo>
                <a:lnTo>
                  <a:pt x="3393783" y="273050"/>
                </a:lnTo>
                <a:lnTo>
                  <a:pt x="3399802" y="283464"/>
                </a:lnTo>
                <a:lnTo>
                  <a:pt x="3410216" y="277444"/>
                </a:lnTo>
                <a:close/>
              </a:path>
              <a:path w="18288635" h="10287000">
                <a:moveTo>
                  <a:pt x="3412248" y="1101204"/>
                </a:moveTo>
                <a:lnTo>
                  <a:pt x="3407435" y="1092873"/>
                </a:lnTo>
                <a:lnTo>
                  <a:pt x="3399104" y="1097686"/>
                </a:lnTo>
                <a:lnTo>
                  <a:pt x="3403917" y="1106017"/>
                </a:lnTo>
                <a:lnTo>
                  <a:pt x="3412248" y="1101204"/>
                </a:lnTo>
                <a:close/>
              </a:path>
              <a:path w="18288635" h="10287000">
                <a:moveTo>
                  <a:pt x="3413175" y="1924672"/>
                </a:moveTo>
                <a:lnTo>
                  <a:pt x="3410369" y="1919808"/>
                </a:lnTo>
                <a:lnTo>
                  <a:pt x="3405505" y="1922614"/>
                </a:lnTo>
                <a:lnTo>
                  <a:pt x="3408311" y="1927479"/>
                </a:lnTo>
                <a:lnTo>
                  <a:pt x="3413175" y="1924672"/>
                </a:lnTo>
                <a:close/>
              </a:path>
              <a:path w="18288635" h="10287000">
                <a:moveTo>
                  <a:pt x="3414115" y="2748127"/>
                </a:moveTo>
                <a:lnTo>
                  <a:pt x="3413315" y="2746756"/>
                </a:lnTo>
                <a:lnTo>
                  <a:pt x="3411918" y="2747556"/>
                </a:lnTo>
                <a:lnTo>
                  <a:pt x="3412718" y="2748940"/>
                </a:lnTo>
                <a:lnTo>
                  <a:pt x="3414115" y="2748127"/>
                </a:lnTo>
                <a:close/>
              </a:path>
              <a:path w="18288635" h="10287000">
                <a:moveTo>
                  <a:pt x="3423361" y="505485"/>
                </a:moveTo>
                <a:lnTo>
                  <a:pt x="3417747" y="495769"/>
                </a:lnTo>
                <a:lnTo>
                  <a:pt x="3408032" y="501383"/>
                </a:lnTo>
                <a:lnTo>
                  <a:pt x="3413645" y="511098"/>
                </a:lnTo>
                <a:lnTo>
                  <a:pt x="3423361" y="505485"/>
                </a:lnTo>
                <a:close/>
              </a:path>
              <a:path w="18288635" h="10287000">
                <a:moveTo>
                  <a:pt x="3424847" y="1329093"/>
                </a:moveTo>
                <a:lnTo>
                  <a:pt x="3420834" y="1322158"/>
                </a:lnTo>
                <a:lnTo>
                  <a:pt x="3413899" y="1326159"/>
                </a:lnTo>
                <a:lnTo>
                  <a:pt x="3417900" y="1333106"/>
                </a:lnTo>
                <a:lnTo>
                  <a:pt x="3424847" y="1329093"/>
                </a:lnTo>
                <a:close/>
              </a:path>
              <a:path w="18288635" h="10287000">
                <a:moveTo>
                  <a:pt x="3426053" y="2152637"/>
                </a:moveTo>
                <a:lnTo>
                  <a:pt x="3423843" y="2148814"/>
                </a:lnTo>
                <a:lnTo>
                  <a:pt x="3420033" y="2151024"/>
                </a:lnTo>
                <a:lnTo>
                  <a:pt x="3422231" y="2154834"/>
                </a:lnTo>
                <a:lnTo>
                  <a:pt x="3426053" y="2152637"/>
                </a:lnTo>
                <a:close/>
              </a:path>
              <a:path w="18288635" h="10287000">
                <a:moveTo>
                  <a:pt x="3436797" y="733590"/>
                </a:moveTo>
                <a:lnTo>
                  <a:pt x="3431375" y="724217"/>
                </a:lnTo>
                <a:lnTo>
                  <a:pt x="3422002" y="729627"/>
                </a:lnTo>
                <a:lnTo>
                  <a:pt x="3427412" y="739000"/>
                </a:lnTo>
                <a:lnTo>
                  <a:pt x="3436797" y="733590"/>
                </a:lnTo>
                <a:close/>
              </a:path>
              <a:path w="18288635" h="10287000">
                <a:moveTo>
                  <a:pt x="3437725" y="1557058"/>
                </a:moveTo>
                <a:lnTo>
                  <a:pt x="3434321" y="1551152"/>
                </a:lnTo>
                <a:lnTo>
                  <a:pt x="3428415" y="1554568"/>
                </a:lnTo>
                <a:lnTo>
                  <a:pt x="3431819" y="1560474"/>
                </a:lnTo>
                <a:lnTo>
                  <a:pt x="3437725" y="1557058"/>
                </a:lnTo>
                <a:close/>
              </a:path>
              <a:path w="18288635" h="10287000">
                <a:moveTo>
                  <a:pt x="3438931" y="2380602"/>
                </a:moveTo>
                <a:lnTo>
                  <a:pt x="3437318" y="2377821"/>
                </a:lnTo>
                <a:lnTo>
                  <a:pt x="3434550" y="2379421"/>
                </a:lnTo>
                <a:lnTo>
                  <a:pt x="3436162" y="2382202"/>
                </a:lnTo>
                <a:lnTo>
                  <a:pt x="3438931" y="2380602"/>
                </a:lnTo>
                <a:close/>
              </a:path>
              <a:path w="18288635" h="10287000">
                <a:moveTo>
                  <a:pt x="3447643" y="137795"/>
                </a:moveTo>
                <a:lnTo>
                  <a:pt x="3441623" y="127381"/>
                </a:lnTo>
                <a:lnTo>
                  <a:pt x="3431209" y="133400"/>
                </a:lnTo>
                <a:lnTo>
                  <a:pt x="3437229" y="143814"/>
                </a:lnTo>
                <a:lnTo>
                  <a:pt x="3447643" y="137795"/>
                </a:lnTo>
                <a:close/>
              </a:path>
              <a:path w="18288635" h="10287000">
                <a:moveTo>
                  <a:pt x="3449663" y="961555"/>
                </a:moveTo>
                <a:lnTo>
                  <a:pt x="3444849" y="953223"/>
                </a:lnTo>
                <a:lnTo>
                  <a:pt x="3436518" y="958037"/>
                </a:lnTo>
                <a:lnTo>
                  <a:pt x="3441331" y="966368"/>
                </a:lnTo>
                <a:lnTo>
                  <a:pt x="3449663" y="961555"/>
                </a:lnTo>
                <a:close/>
              </a:path>
              <a:path w="18288635" h="10287000">
                <a:moveTo>
                  <a:pt x="3450869" y="1785086"/>
                </a:moveTo>
                <a:lnTo>
                  <a:pt x="3447859" y="1779892"/>
                </a:lnTo>
                <a:lnTo>
                  <a:pt x="3442652" y="1782889"/>
                </a:lnTo>
                <a:lnTo>
                  <a:pt x="3445662" y="1788096"/>
                </a:lnTo>
                <a:lnTo>
                  <a:pt x="3450869" y="1785086"/>
                </a:lnTo>
                <a:close/>
              </a:path>
              <a:path w="18288635" h="10287000">
                <a:moveTo>
                  <a:pt x="3451809" y="2608554"/>
                </a:moveTo>
                <a:lnTo>
                  <a:pt x="3450806" y="2606827"/>
                </a:lnTo>
                <a:lnTo>
                  <a:pt x="3449066" y="2607830"/>
                </a:lnTo>
                <a:lnTo>
                  <a:pt x="3450069" y="2609558"/>
                </a:lnTo>
                <a:lnTo>
                  <a:pt x="3451809" y="2608554"/>
                </a:lnTo>
                <a:close/>
              </a:path>
              <a:path w="18288635" h="10287000">
                <a:moveTo>
                  <a:pt x="3460788" y="365836"/>
                </a:moveTo>
                <a:lnTo>
                  <a:pt x="3455174" y="356120"/>
                </a:lnTo>
                <a:lnTo>
                  <a:pt x="3445446" y="361734"/>
                </a:lnTo>
                <a:lnTo>
                  <a:pt x="3451060" y="371449"/>
                </a:lnTo>
                <a:lnTo>
                  <a:pt x="3460788" y="365836"/>
                </a:lnTo>
                <a:close/>
              </a:path>
              <a:path w="18288635" h="10287000">
                <a:moveTo>
                  <a:pt x="3462540" y="1189520"/>
                </a:moveTo>
                <a:lnTo>
                  <a:pt x="3458337" y="1182230"/>
                </a:lnTo>
                <a:lnTo>
                  <a:pt x="3451034" y="1186434"/>
                </a:lnTo>
                <a:lnTo>
                  <a:pt x="3455251" y="1193736"/>
                </a:lnTo>
                <a:lnTo>
                  <a:pt x="3462540" y="1189520"/>
                </a:lnTo>
                <a:close/>
              </a:path>
              <a:path w="18288635" h="10287000">
                <a:moveTo>
                  <a:pt x="3463747" y="2013064"/>
                </a:moveTo>
                <a:lnTo>
                  <a:pt x="3461334" y="2008898"/>
                </a:lnTo>
                <a:lnTo>
                  <a:pt x="3457181" y="2011299"/>
                </a:lnTo>
                <a:lnTo>
                  <a:pt x="3459581" y="2015464"/>
                </a:lnTo>
                <a:lnTo>
                  <a:pt x="3463747" y="2013064"/>
                </a:lnTo>
                <a:close/>
              </a:path>
              <a:path w="18288635" h="10287000">
                <a:moveTo>
                  <a:pt x="3473932" y="593864"/>
                </a:moveTo>
                <a:lnTo>
                  <a:pt x="3468725" y="584847"/>
                </a:lnTo>
                <a:lnTo>
                  <a:pt x="3459696" y="590054"/>
                </a:lnTo>
                <a:lnTo>
                  <a:pt x="3464915" y="599084"/>
                </a:lnTo>
                <a:lnTo>
                  <a:pt x="3473932" y="593864"/>
                </a:lnTo>
                <a:close/>
              </a:path>
              <a:path w="18288635" h="10287000">
                <a:moveTo>
                  <a:pt x="3475418" y="1417485"/>
                </a:moveTo>
                <a:lnTo>
                  <a:pt x="3471811" y="1411236"/>
                </a:lnTo>
                <a:lnTo>
                  <a:pt x="3465563" y="1414843"/>
                </a:lnTo>
                <a:lnTo>
                  <a:pt x="3469157" y="1421091"/>
                </a:lnTo>
                <a:lnTo>
                  <a:pt x="3475418" y="1417485"/>
                </a:lnTo>
                <a:close/>
              </a:path>
              <a:path w="18288635" h="10287000">
                <a:moveTo>
                  <a:pt x="3476625" y="2241016"/>
                </a:moveTo>
                <a:lnTo>
                  <a:pt x="3474821" y="2237892"/>
                </a:lnTo>
                <a:lnTo>
                  <a:pt x="3471697" y="2239695"/>
                </a:lnTo>
                <a:lnTo>
                  <a:pt x="3473500" y="2242820"/>
                </a:lnTo>
                <a:lnTo>
                  <a:pt x="3476625" y="2241016"/>
                </a:lnTo>
                <a:close/>
              </a:path>
              <a:path w="18288635" h="10287000">
                <a:moveTo>
                  <a:pt x="3478657" y="0"/>
                </a:moveTo>
                <a:lnTo>
                  <a:pt x="3474085" y="0"/>
                </a:lnTo>
                <a:lnTo>
                  <a:pt x="3475228" y="1968"/>
                </a:lnTo>
                <a:lnTo>
                  <a:pt x="3478657" y="0"/>
                </a:lnTo>
                <a:close/>
              </a:path>
              <a:path w="18288635" h="10287000">
                <a:moveTo>
                  <a:pt x="3487089" y="821905"/>
                </a:moveTo>
                <a:lnTo>
                  <a:pt x="3482276" y="813574"/>
                </a:lnTo>
                <a:lnTo>
                  <a:pt x="3473945" y="818388"/>
                </a:lnTo>
                <a:lnTo>
                  <a:pt x="3478758" y="826719"/>
                </a:lnTo>
                <a:lnTo>
                  <a:pt x="3487089" y="821905"/>
                </a:lnTo>
                <a:close/>
              </a:path>
              <a:path w="18288635" h="10287000">
                <a:moveTo>
                  <a:pt x="3488296" y="1645450"/>
                </a:moveTo>
                <a:lnTo>
                  <a:pt x="3485286" y="1640243"/>
                </a:lnTo>
                <a:lnTo>
                  <a:pt x="3480079" y="1643240"/>
                </a:lnTo>
                <a:lnTo>
                  <a:pt x="3483076" y="1648447"/>
                </a:lnTo>
                <a:lnTo>
                  <a:pt x="3488296" y="1645450"/>
                </a:lnTo>
                <a:close/>
              </a:path>
              <a:path w="18288635" h="10287000">
                <a:moveTo>
                  <a:pt x="3489502" y="2468981"/>
                </a:moveTo>
                <a:lnTo>
                  <a:pt x="3488296" y="2466898"/>
                </a:lnTo>
                <a:lnTo>
                  <a:pt x="3486213" y="2468105"/>
                </a:lnTo>
                <a:lnTo>
                  <a:pt x="3487420" y="2470188"/>
                </a:lnTo>
                <a:lnTo>
                  <a:pt x="3489502" y="2468981"/>
                </a:lnTo>
                <a:close/>
              </a:path>
              <a:path w="18288635" h="10287000">
                <a:moveTo>
                  <a:pt x="3498202" y="226187"/>
                </a:moveTo>
                <a:lnTo>
                  <a:pt x="3492589" y="216458"/>
                </a:lnTo>
                <a:lnTo>
                  <a:pt x="3482873" y="222072"/>
                </a:lnTo>
                <a:lnTo>
                  <a:pt x="3488486" y="231800"/>
                </a:lnTo>
                <a:lnTo>
                  <a:pt x="3498202" y="226187"/>
                </a:lnTo>
                <a:close/>
              </a:path>
              <a:path w="18288635" h="10287000">
                <a:moveTo>
                  <a:pt x="3499955" y="1049870"/>
                </a:moveTo>
                <a:lnTo>
                  <a:pt x="3495751" y="1042581"/>
                </a:lnTo>
                <a:lnTo>
                  <a:pt x="3488461" y="1046797"/>
                </a:lnTo>
                <a:lnTo>
                  <a:pt x="3492665" y="1054087"/>
                </a:lnTo>
                <a:lnTo>
                  <a:pt x="3499955" y="1049870"/>
                </a:lnTo>
                <a:close/>
              </a:path>
              <a:path w="18288635" h="10287000">
                <a:moveTo>
                  <a:pt x="3501440" y="1873478"/>
                </a:moveTo>
                <a:lnTo>
                  <a:pt x="3498824" y="1868970"/>
                </a:lnTo>
                <a:lnTo>
                  <a:pt x="3494316" y="1871573"/>
                </a:lnTo>
                <a:lnTo>
                  <a:pt x="3496932" y="1876082"/>
                </a:lnTo>
                <a:lnTo>
                  <a:pt x="3501440" y="1873478"/>
                </a:lnTo>
                <a:close/>
              </a:path>
              <a:path w="18288635" h="10287000">
                <a:moveTo>
                  <a:pt x="3502368" y="2696946"/>
                </a:moveTo>
                <a:lnTo>
                  <a:pt x="3502114" y="2696502"/>
                </a:lnTo>
                <a:lnTo>
                  <a:pt x="3500729" y="2696502"/>
                </a:lnTo>
                <a:lnTo>
                  <a:pt x="3500983" y="2696946"/>
                </a:lnTo>
                <a:lnTo>
                  <a:pt x="3502368" y="2696946"/>
                </a:lnTo>
                <a:close/>
              </a:path>
              <a:path w="18288635" h="10287000">
                <a:moveTo>
                  <a:pt x="3511359" y="454215"/>
                </a:moveTo>
                <a:lnTo>
                  <a:pt x="3506139" y="445198"/>
                </a:lnTo>
                <a:lnTo>
                  <a:pt x="3497110" y="450405"/>
                </a:lnTo>
                <a:lnTo>
                  <a:pt x="3502329" y="459435"/>
                </a:lnTo>
                <a:lnTo>
                  <a:pt x="3511359" y="454215"/>
                </a:lnTo>
                <a:close/>
              </a:path>
              <a:path w="18288635" h="10287000">
                <a:moveTo>
                  <a:pt x="3512832" y="1277835"/>
                </a:moveTo>
                <a:lnTo>
                  <a:pt x="3509226" y="1271587"/>
                </a:lnTo>
                <a:lnTo>
                  <a:pt x="3502977" y="1275194"/>
                </a:lnTo>
                <a:lnTo>
                  <a:pt x="3506584" y="1281442"/>
                </a:lnTo>
                <a:lnTo>
                  <a:pt x="3512832" y="1277835"/>
                </a:lnTo>
                <a:close/>
              </a:path>
              <a:path w="18288635" h="10287000">
                <a:moveTo>
                  <a:pt x="3514306" y="2101443"/>
                </a:moveTo>
                <a:lnTo>
                  <a:pt x="3512312" y="2097976"/>
                </a:lnTo>
                <a:lnTo>
                  <a:pt x="3508832" y="2099983"/>
                </a:lnTo>
                <a:lnTo>
                  <a:pt x="3510838" y="2103450"/>
                </a:lnTo>
                <a:lnTo>
                  <a:pt x="3514306" y="2101443"/>
                </a:lnTo>
                <a:close/>
              </a:path>
              <a:path w="18288635" h="10287000">
                <a:moveTo>
                  <a:pt x="3524504" y="682256"/>
                </a:moveTo>
                <a:lnTo>
                  <a:pt x="3519690" y="673925"/>
                </a:lnTo>
                <a:lnTo>
                  <a:pt x="3511359" y="678738"/>
                </a:lnTo>
                <a:lnTo>
                  <a:pt x="3516172" y="687070"/>
                </a:lnTo>
                <a:lnTo>
                  <a:pt x="3524504" y="682256"/>
                </a:lnTo>
                <a:close/>
              </a:path>
              <a:path w="18288635" h="10287000">
                <a:moveTo>
                  <a:pt x="3525977" y="1505864"/>
                </a:moveTo>
                <a:lnTo>
                  <a:pt x="3522776" y="1500314"/>
                </a:lnTo>
                <a:lnTo>
                  <a:pt x="3517227" y="1503527"/>
                </a:lnTo>
                <a:lnTo>
                  <a:pt x="3520427" y="1509077"/>
                </a:lnTo>
                <a:lnTo>
                  <a:pt x="3525977" y="1505864"/>
                </a:lnTo>
                <a:close/>
              </a:path>
              <a:path w="18288635" h="10287000">
                <a:moveTo>
                  <a:pt x="3527183" y="2329408"/>
                </a:moveTo>
                <a:lnTo>
                  <a:pt x="3525786" y="2326970"/>
                </a:lnTo>
                <a:lnTo>
                  <a:pt x="3523361" y="2328380"/>
                </a:lnTo>
                <a:lnTo>
                  <a:pt x="3524758" y="2330805"/>
                </a:lnTo>
                <a:lnTo>
                  <a:pt x="3527183" y="2329408"/>
                </a:lnTo>
                <a:close/>
              </a:path>
              <a:path w="18288635" h="10287000">
                <a:moveTo>
                  <a:pt x="3535349" y="86461"/>
                </a:moveTo>
                <a:lnTo>
                  <a:pt x="3529939" y="77089"/>
                </a:lnTo>
                <a:lnTo>
                  <a:pt x="3520567" y="82499"/>
                </a:lnTo>
                <a:lnTo>
                  <a:pt x="3525977" y="91871"/>
                </a:lnTo>
                <a:lnTo>
                  <a:pt x="3535349" y="86461"/>
                </a:lnTo>
                <a:close/>
              </a:path>
              <a:path w="18288635" h="10287000">
                <a:moveTo>
                  <a:pt x="3537381" y="910221"/>
                </a:moveTo>
                <a:lnTo>
                  <a:pt x="3533165" y="902931"/>
                </a:lnTo>
                <a:lnTo>
                  <a:pt x="3525875" y="907135"/>
                </a:lnTo>
                <a:lnTo>
                  <a:pt x="3530092" y="914425"/>
                </a:lnTo>
                <a:lnTo>
                  <a:pt x="3537381" y="910221"/>
                </a:lnTo>
                <a:close/>
              </a:path>
              <a:path w="18288635" h="10287000">
                <a:moveTo>
                  <a:pt x="3539134" y="1733905"/>
                </a:moveTo>
                <a:lnTo>
                  <a:pt x="3536327" y="1729041"/>
                </a:lnTo>
                <a:lnTo>
                  <a:pt x="3531463" y="1731848"/>
                </a:lnTo>
                <a:lnTo>
                  <a:pt x="3534270" y="1736712"/>
                </a:lnTo>
                <a:lnTo>
                  <a:pt x="3539134" y="1733905"/>
                </a:lnTo>
                <a:close/>
              </a:path>
              <a:path w="18288635" h="10287000">
                <a:moveTo>
                  <a:pt x="3540074" y="2557373"/>
                </a:moveTo>
                <a:lnTo>
                  <a:pt x="3539261" y="2555989"/>
                </a:lnTo>
                <a:lnTo>
                  <a:pt x="3537877" y="2556789"/>
                </a:lnTo>
                <a:lnTo>
                  <a:pt x="3538677" y="2558173"/>
                </a:lnTo>
                <a:lnTo>
                  <a:pt x="3540074" y="2557373"/>
                </a:lnTo>
                <a:close/>
              </a:path>
              <a:path w="18288635" h="10287000">
                <a:moveTo>
                  <a:pt x="3548773" y="314566"/>
                </a:moveTo>
                <a:lnTo>
                  <a:pt x="3543566" y="305549"/>
                </a:lnTo>
                <a:lnTo>
                  <a:pt x="3534537" y="310756"/>
                </a:lnTo>
                <a:lnTo>
                  <a:pt x="3539744" y="319786"/>
                </a:lnTo>
                <a:lnTo>
                  <a:pt x="3548773" y="314566"/>
                </a:lnTo>
                <a:close/>
              </a:path>
              <a:path w="18288635" h="10287000">
                <a:moveTo>
                  <a:pt x="3550526" y="1138262"/>
                </a:moveTo>
                <a:lnTo>
                  <a:pt x="3546716" y="1131658"/>
                </a:lnTo>
                <a:lnTo>
                  <a:pt x="3540125" y="1135468"/>
                </a:lnTo>
                <a:lnTo>
                  <a:pt x="3543935" y="1142060"/>
                </a:lnTo>
                <a:lnTo>
                  <a:pt x="3550526" y="1138262"/>
                </a:lnTo>
                <a:close/>
              </a:path>
              <a:path w="18288635" h="10287000">
                <a:moveTo>
                  <a:pt x="3551732" y="1961794"/>
                </a:moveTo>
                <a:lnTo>
                  <a:pt x="3549726" y="1958327"/>
                </a:lnTo>
                <a:lnTo>
                  <a:pt x="3546259" y="1960321"/>
                </a:lnTo>
                <a:lnTo>
                  <a:pt x="3548265" y="1963801"/>
                </a:lnTo>
                <a:lnTo>
                  <a:pt x="3551732" y="1961794"/>
                </a:lnTo>
                <a:close/>
              </a:path>
              <a:path w="18288635" h="10287000">
                <a:moveTo>
                  <a:pt x="3561918" y="542607"/>
                </a:moveTo>
                <a:lnTo>
                  <a:pt x="3557105" y="534276"/>
                </a:lnTo>
                <a:lnTo>
                  <a:pt x="3548773" y="539089"/>
                </a:lnTo>
                <a:lnTo>
                  <a:pt x="3553587" y="547420"/>
                </a:lnTo>
                <a:lnTo>
                  <a:pt x="3561918" y="542607"/>
                </a:lnTo>
                <a:close/>
              </a:path>
              <a:path w="18288635" h="10287000">
                <a:moveTo>
                  <a:pt x="3563404" y="1366215"/>
                </a:moveTo>
                <a:lnTo>
                  <a:pt x="3560191" y="1360665"/>
                </a:lnTo>
                <a:lnTo>
                  <a:pt x="3554641" y="1363878"/>
                </a:lnTo>
                <a:lnTo>
                  <a:pt x="3557841" y="1369428"/>
                </a:lnTo>
                <a:lnTo>
                  <a:pt x="3563404" y="1366215"/>
                </a:lnTo>
                <a:close/>
              </a:path>
              <a:path w="18288635" h="10287000">
                <a:moveTo>
                  <a:pt x="3564890" y="2189835"/>
                </a:moveTo>
                <a:lnTo>
                  <a:pt x="3563277" y="2187054"/>
                </a:lnTo>
                <a:lnTo>
                  <a:pt x="3560495" y="2188654"/>
                </a:lnTo>
                <a:lnTo>
                  <a:pt x="3562108" y="2191435"/>
                </a:lnTo>
                <a:lnTo>
                  <a:pt x="3564890" y="2189835"/>
                </a:lnTo>
                <a:close/>
              </a:path>
              <a:path w="18288635" h="10287000">
                <a:moveTo>
                  <a:pt x="3575062" y="770648"/>
                </a:moveTo>
                <a:lnTo>
                  <a:pt x="3570655" y="763016"/>
                </a:lnTo>
                <a:lnTo>
                  <a:pt x="3563023" y="767422"/>
                </a:lnTo>
                <a:lnTo>
                  <a:pt x="3567430" y="775055"/>
                </a:lnTo>
                <a:lnTo>
                  <a:pt x="3575062" y="770648"/>
                </a:lnTo>
                <a:close/>
              </a:path>
              <a:path w="18288635" h="10287000">
                <a:moveTo>
                  <a:pt x="3576548" y="1594256"/>
                </a:moveTo>
                <a:lnTo>
                  <a:pt x="3573742" y="1589392"/>
                </a:lnTo>
                <a:lnTo>
                  <a:pt x="3568890" y="1592211"/>
                </a:lnTo>
                <a:lnTo>
                  <a:pt x="3571697" y="1597063"/>
                </a:lnTo>
                <a:lnTo>
                  <a:pt x="3576548" y="1594256"/>
                </a:lnTo>
                <a:close/>
              </a:path>
              <a:path w="18288635" h="10287000">
                <a:moveTo>
                  <a:pt x="3577755" y="2417800"/>
                </a:moveTo>
                <a:lnTo>
                  <a:pt x="3576751" y="2416060"/>
                </a:lnTo>
                <a:lnTo>
                  <a:pt x="3575012" y="2417064"/>
                </a:lnTo>
                <a:lnTo>
                  <a:pt x="3576015" y="2418791"/>
                </a:lnTo>
                <a:lnTo>
                  <a:pt x="3577755" y="2417800"/>
                </a:lnTo>
                <a:close/>
              </a:path>
              <a:path w="18288635" h="10287000">
                <a:moveTo>
                  <a:pt x="3586188" y="174929"/>
                </a:moveTo>
                <a:lnTo>
                  <a:pt x="3580981" y="165900"/>
                </a:lnTo>
                <a:lnTo>
                  <a:pt x="3571951" y="171107"/>
                </a:lnTo>
                <a:lnTo>
                  <a:pt x="3577158" y="180136"/>
                </a:lnTo>
                <a:lnTo>
                  <a:pt x="3586188" y="174929"/>
                </a:lnTo>
                <a:close/>
              </a:path>
              <a:path w="18288635" h="10287000">
                <a:moveTo>
                  <a:pt x="3587953" y="998613"/>
                </a:moveTo>
                <a:lnTo>
                  <a:pt x="3584130" y="992009"/>
                </a:lnTo>
                <a:lnTo>
                  <a:pt x="3577539" y="995819"/>
                </a:lnTo>
                <a:lnTo>
                  <a:pt x="3581349" y="1002423"/>
                </a:lnTo>
                <a:lnTo>
                  <a:pt x="3587953" y="998613"/>
                </a:lnTo>
                <a:close/>
              </a:path>
              <a:path w="18288635" h="10287000">
                <a:moveTo>
                  <a:pt x="3589426" y="1822221"/>
                </a:moveTo>
                <a:lnTo>
                  <a:pt x="3587216" y="1818398"/>
                </a:lnTo>
                <a:lnTo>
                  <a:pt x="3583406" y="1820608"/>
                </a:lnTo>
                <a:lnTo>
                  <a:pt x="3585603" y="1824418"/>
                </a:lnTo>
                <a:lnTo>
                  <a:pt x="3589426" y="1822221"/>
                </a:lnTo>
                <a:close/>
              </a:path>
              <a:path w="18288635" h="10287000">
                <a:moveTo>
                  <a:pt x="3590912" y="2645829"/>
                </a:moveTo>
                <a:lnTo>
                  <a:pt x="3590645" y="2645384"/>
                </a:lnTo>
                <a:lnTo>
                  <a:pt x="3589261" y="2645384"/>
                </a:lnTo>
                <a:lnTo>
                  <a:pt x="3589528" y="2645829"/>
                </a:lnTo>
                <a:lnTo>
                  <a:pt x="3590912" y="2645829"/>
                </a:lnTo>
                <a:close/>
              </a:path>
              <a:path w="18288635" h="10287000">
                <a:moveTo>
                  <a:pt x="3599345" y="402958"/>
                </a:moveTo>
                <a:lnTo>
                  <a:pt x="3594531" y="394627"/>
                </a:lnTo>
                <a:lnTo>
                  <a:pt x="3586200" y="399440"/>
                </a:lnTo>
                <a:lnTo>
                  <a:pt x="3591001" y="407771"/>
                </a:lnTo>
                <a:lnTo>
                  <a:pt x="3599345" y="402958"/>
                </a:lnTo>
                <a:close/>
              </a:path>
              <a:path w="18288635" h="10287000">
                <a:moveTo>
                  <a:pt x="3601097" y="1226642"/>
                </a:moveTo>
                <a:lnTo>
                  <a:pt x="3597681" y="1220749"/>
                </a:lnTo>
                <a:lnTo>
                  <a:pt x="3591776" y="1224153"/>
                </a:lnTo>
                <a:lnTo>
                  <a:pt x="3595192" y="1230058"/>
                </a:lnTo>
                <a:lnTo>
                  <a:pt x="3601097" y="1226642"/>
                </a:lnTo>
                <a:close/>
              </a:path>
              <a:path w="18288635" h="10287000">
                <a:moveTo>
                  <a:pt x="3602571" y="2050262"/>
                </a:moveTo>
                <a:lnTo>
                  <a:pt x="3600767" y="2047125"/>
                </a:lnTo>
                <a:lnTo>
                  <a:pt x="3597643" y="2048941"/>
                </a:lnTo>
                <a:lnTo>
                  <a:pt x="3599446" y="2052066"/>
                </a:lnTo>
                <a:lnTo>
                  <a:pt x="3602571" y="2050262"/>
                </a:lnTo>
                <a:close/>
              </a:path>
              <a:path w="18288635" h="10287000">
                <a:moveTo>
                  <a:pt x="3612489" y="630999"/>
                </a:moveTo>
                <a:lnTo>
                  <a:pt x="3608082" y="623354"/>
                </a:lnTo>
                <a:lnTo>
                  <a:pt x="3600437" y="627773"/>
                </a:lnTo>
                <a:lnTo>
                  <a:pt x="3604857" y="635406"/>
                </a:lnTo>
                <a:lnTo>
                  <a:pt x="3612489" y="630999"/>
                </a:lnTo>
                <a:close/>
              </a:path>
              <a:path w="18288635" h="10287000">
                <a:moveTo>
                  <a:pt x="3614242" y="1454683"/>
                </a:moveTo>
                <a:lnTo>
                  <a:pt x="3611232" y="1449476"/>
                </a:lnTo>
                <a:lnTo>
                  <a:pt x="3606025" y="1452486"/>
                </a:lnTo>
                <a:lnTo>
                  <a:pt x="3609035" y="1457693"/>
                </a:lnTo>
                <a:lnTo>
                  <a:pt x="3614242" y="1454683"/>
                </a:lnTo>
                <a:close/>
              </a:path>
              <a:path w="18288635" h="10287000">
                <a:moveTo>
                  <a:pt x="3615448" y="2278227"/>
                </a:moveTo>
                <a:lnTo>
                  <a:pt x="3614242" y="2276132"/>
                </a:lnTo>
                <a:lnTo>
                  <a:pt x="3612159" y="2277338"/>
                </a:lnTo>
                <a:lnTo>
                  <a:pt x="3613366" y="2279421"/>
                </a:lnTo>
                <a:lnTo>
                  <a:pt x="3615448" y="2278227"/>
                </a:lnTo>
                <a:close/>
              </a:path>
              <a:path w="18288635" h="10287000">
                <a:moveTo>
                  <a:pt x="3623068" y="35128"/>
                </a:moveTo>
                <a:lnTo>
                  <a:pt x="3618255" y="26797"/>
                </a:lnTo>
                <a:lnTo>
                  <a:pt x="3609924" y="31610"/>
                </a:lnTo>
                <a:lnTo>
                  <a:pt x="3614737" y="39941"/>
                </a:lnTo>
                <a:lnTo>
                  <a:pt x="3623068" y="35128"/>
                </a:lnTo>
                <a:close/>
              </a:path>
              <a:path w="18288635" h="10287000">
                <a:moveTo>
                  <a:pt x="3625367" y="858964"/>
                </a:moveTo>
                <a:lnTo>
                  <a:pt x="3621557" y="852360"/>
                </a:lnTo>
                <a:lnTo>
                  <a:pt x="3614953" y="856170"/>
                </a:lnTo>
                <a:lnTo>
                  <a:pt x="3618763" y="862774"/>
                </a:lnTo>
                <a:lnTo>
                  <a:pt x="3625367" y="858964"/>
                </a:lnTo>
                <a:close/>
              </a:path>
              <a:path w="18288635" h="10287000">
                <a:moveTo>
                  <a:pt x="3627120" y="1682648"/>
                </a:moveTo>
                <a:lnTo>
                  <a:pt x="3624707" y="1678482"/>
                </a:lnTo>
                <a:lnTo>
                  <a:pt x="3620554" y="1680883"/>
                </a:lnTo>
                <a:lnTo>
                  <a:pt x="3622954" y="1685048"/>
                </a:lnTo>
                <a:lnTo>
                  <a:pt x="3627120" y="1682648"/>
                </a:lnTo>
                <a:close/>
              </a:path>
              <a:path w="18288635" h="10287000">
                <a:moveTo>
                  <a:pt x="3628606" y="2506256"/>
                </a:moveTo>
                <a:lnTo>
                  <a:pt x="3627793" y="2504871"/>
                </a:lnTo>
                <a:lnTo>
                  <a:pt x="3626408" y="2505672"/>
                </a:lnTo>
                <a:lnTo>
                  <a:pt x="3627209" y="2507056"/>
                </a:lnTo>
                <a:lnTo>
                  <a:pt x="3628606" y="2506256"/>
                </a:lnTo>
                <a:close/>
              </a:path>
              <a:path w="18288635" h="10287000">
                <a:moveTo>
                  <a:pt x="3636759" y="263309"/>
                </a:moveTo>
                <a:lnTo>
                  <a:pt x="3631946" y="254977"/>
                </a:lnTo>
                <a:lnTo>
                  <a:pt x="3623614" y="259791"/>
                </a:lnTo>
                <a:lnTo>
                  <a:pt x="3628428" y="268122"/>
                </a:lnTo>
                <a:lnTo>
                  <a:pt x="3636759" y="263309"/>
                </a:lnTo>
                <a:close/>
              </a:path>
              <a:path w="18288635" h="10287000">
                <a:moveTo>
                  <a:pt x="3638512" y="1086993"/>
                </a:moveTo>
                <a:lnTo>
                  <a:pt x="3635108" y="1081100"/>
                </a:lnTo>
                <a:lnTo>
                  <a:pt x="3629202" y="1084503"/>
                </a:lnTo>
                <a:lnTo>
                  <a:pt x="3632606" y="1090409"/>
                </a:lnTo>
                <a:lnTo>
                  <a:pt x="3638512" y="1086993"/>
                </a:lnTo>
                <a:close/>
              </a:path>
              <a:path w="18288635" h="10287000">
                <a:moveTo>
                  <a:pt x="3639997" y="1910600"/>
                </a:moveTo>
                <a:lnTo>
                  <a:pt x="3638194" y="1907489"/>
                </a:lnTo>
                <a:lnTo>
                  <a:pt x="3635070" y="1909292"/>
                </a:lnTo>
                <a:lnTo>
                  <a:pt x="3636861" y="1912416"/>
                </a:lnTo>
                <a:lnTo>
                  <a:pt x="3639997" y="1910600"/>
                </a:lnTo>
                <a:close/>
              </a:path>
              <a:path w="18288635" h="10287000">
                <a:moveTo>
                  <a:pt x="3649637" y="491274"/>
                </a:moveTo>
                <a:lnTo>
                  <a:pt x="3645420" y="483984"/>
                </a:lnTo>
                <a:lnTo>
                  <a:pt x="3638131" y="488200"/>
                </a:lnTo>
                <a:lnTo>
                  <a:pt x="3642347" y="495490"/>
                </a:lnTo>
                <a:lnTo>
                  <a:pt x="3649637" y="491274"/>
                </a:lnTo>
                <a:close/>
              </a:path>
              <a:path w="18288635" h="10287000">
                <a:moveTo>
                  <a:pt x="3651669" y="1315034"/>
                </a:moveTo>
                <a:lnTo>
                  <a:pt x="3648659" y="1309827"/>
                </a:lnTo>
                <a:lnTo>
                  <a:pt x="3643452" y="1312837"/>
                </a:lnTo>
                <a:lnTo>
                  <a:pt x="3646462" y="1318044"/>
                </a:lnTo>
                <a:lnTo>
                  <a:pt x="3651669" y="1315034"/>
                </a:lnTo>
                <a:close/>
              </a:path>
              <a:path w="18288635" h="10287000">
                <a:moveTo>
                  <a:pt x="3653142" y="2138642"/>
                </a:moveTo>
                <a:lnTo>
                  <a:pt x="3651732" y="2136216"/>
                </a:lnTo>
                <a:lnTo>
                  <a:pt x="3649307" y="2137613"/>
                </a:lnTo>
                <a:lnTo>
                  <a:pt x="3650704" y="2140051"/>
                </a:lnTo>
                <a:lnTo>
                  <a:pt x="3653142" y="2138642"/>
                </a:lnTo>
                <a:close/>
              </a:path>
              <a:path w="18288635" h="10287000">
                <a:moveTo>
                  <a:pt x="3662781" y="719315"/>
                </a:moveTo>
                <a:lnTo>
                  <a:pt x="3658971" y="712711"/>
                </a:lnTo>
                <a:lnTo>
                  <a:pt x="3652380" y="716521"/>
                </a:lnTo>
                <a:lnTo>
                  <a:pt x="3656190" y="723112"/>
                </a:lnTo>
                <a:lnTo>
                  <a:pt x="3662781" y="719315"/>
                </a:lnTo>
                <a:close/>
              </a:path>
              <a:path w="18288635" h="10287000">
                <a:moveTo>
                  <a:pt x="3664813" y="1543062"/>
                </a:moveTo>
                <a:lnTo>
                  <a:pt x="3662210" y="1538554"/>
                </a:lnTo>
                <a:lnTo>
                  <a:pt x="3657689" y="1541157"/>
                </a:lnTo>
                <a:lnTo>
                  <a:pt x="3660292" y="1545678"/>
                </a:lnTo>
                <a:lnTo>
                  <a:pt x="3664813" y="1543062"/>
                </a:lnTo>
                <a:close/>
              </a:path>
              <a:path w="18288635" h="10287000">
                <a:moveTo>
                  <a:pt x="3666020" y="2366607"/>
                </a:moveTo>
                <a:lnTo>
                  <a:pt x="3665207" y="2365222"/>
                </a:lnTo>
                <a:lnTo>
                  <a:pt x="3663823" y="2366022"/>
                </a:lnTo>
                <a:lnTo>
                  <a:pt x="3664623" y="2367407"/>
                </a:lnTo>
                <a:lnTo>
                  <a:pt x="3666020" y="2366607"/>
                </a:lnTo>
                <a:close/>
              </a:path>
              <a:path w="18288635" h="10287000">
                <a:moveTo>
                  <a:pt x="3673906" y="123596"/>
                </a:moveTo>
                <a:lnTo>
                  <a:pt x="3669296" y="115608"/>
                </a:lnTo>
                <a:lnTo>
                  <a:pt x="3661308" y="120218"/>
                </a:lnTo>
                <a:lnTo>
                  <a:pt x="3665918" y="128206"/>
                </a:lnTo>
                <a:lnTo>
                  <a:pt x="3673906" y="123596"/>
                </a:lnTo>
                <a:close/>
              </a:path>
              <a:path w="18288635" h="10287000">
                <a:moveTo>
                  <a:pt x="3675938" y="947343"/>
                </a:moveTo>
                <a:lnTo>
                  <a:pt x="3672522" y="941451"/>
                </a:lnTo>
                <a:lnTo>
                  <a:pt x="3666617" y="944854"/>
                </a:lnTo>
                <a:lnTo>
                  <a:pt x="3670033" y="950760"/>
                </a:lnTo>
                <a:lnTo>
                  <a:pt x="3675938" y="947343"/>
                </a:lnTo>
                <a:close/>
              </a:path>
              <a:path w="18288635" h="10287000">
                <a:moveTo>
                  <a:pt x="3677691" y="1771040"/>
                </a:moveTo>
                <a:lnTo>
                  <a:pt x="3675684" y="1767560"/>
                </a:lnTo>
                <a:lnTo>
                  <a:pt x="3672205" y="1769567"/>
                </a:lnTo>
                <a:lnTo>
                  <a:pt x="3674211" y="1773034"/>
                </a:lnTo>
                <a:lnTo>
                  <a:pt x="3677691" y="1771040"/>
                </a:lnTo>
                <a:close/>
              </a:path>
              <a:path w="18288635" h="10287000">
                <a:moveTo>
                  <a:pt x="3687051" y="351624"/>
                </a:moveTo>
                <a:lnTo>
                  <a:pt x="3682847" y="344335"/>
                </a:lnTo>
                <a:lnTo>
                  <a:pt x="3675557" y="348538"/>
                </a:lnTo>
                <a:lnTo>
                  <a:pt x="3679761" y="355828"/>
                </a:lnTo>
                <a:lnTo>
                  <a:pt x="3687051" y="351624"/>
                </a:lnTo>
                <a:close/>
              </a:path>
              <a:path w="18288635" h="10287000">
                <a:moveTo>
                  <a:pt x="3689083" y="1175385"/>
                </a:moveTo>
                <a:lnTo>
                  <a:pt x="3686073" y="1170178"/>
                </a:lnTo>
                <a:lnTo>
                  <a:pt x="3680866" y="1173187"/>
                </a:lnTo>
                <a:lnTo>
                  <a:pt x="3683876" y="1178394"/>
                </a:lnTo>
                <a:lnTo>
                  <a:pt x="3689083" y="1175385"/>
                </a:lnTo>
                <a:close/>
              </a:path>
              <a:path w="18288635" h="10287000">
                <a:moveTo>
                  <a:pt x="3690836" y="1999068"/>
                </a:moveTo>
                <a:lnTo>
                  <a:pt x="3689223" y="1996287"/>
                </a:lnTo>
                <a:lnTo>
                  <a:pt x="3686454" y="1997887"/>
                </a:lnTo>
                <a:lnTo>
                  <a:pt x="3688054" y="2000669"/>
                </a:lnTo>
                <a:lnTo>
                  <a:pt x="3690836" y="1999068"/>
                </a:lnTo>
                <a:close/>
              </a:path>
              <a:path w="18288635" h="10287000">
                <a:moveTo>
                  <a:pt x="3700195" y="579666"/>
                </a:moveTo>
                <a:lnTo>
                  <a:pt x="3696398" y="573062"/>
                </a:lnTo>
                <a:lnTo>
                  <a:pt x="3689794" y="576872"/>
                </a:lnTo>
                <a:lnTo>
                  <a:pt x="3693604" y="583463"/>
                </a:lnTo>
                <a:lnTo>
                  <a:pt x="3700195" y="579666"/>
                </a:lnTo>
                <a:close/>
              </a:path>
              <a:path w="18288635" h="10287000">
                <a:moveTo>
                  <a:pt x="3702507" y="1403502"/>
                </a:moveTo>
                <a:lnTo>
                  <a:pt x="3699700" y="1398638"/>
                </a:lnTo>
                <a:lnTo>
                  <a:pt x="3694836" y="1401445"/>
                </a:lnTo>
                <a:lnTo>
                  <a:pt x="3697643" y="1406296"/>
                </a:lnTo>
                <a:lnTo>
                  <a:pt x="3702507" y="1403502"/>
                </a:lnTo>
                <a:close/>
              </a:path>
              <a:path w="18288635" h="10287000">
                <a:moveTo>
                  <a:pt x="3703713" y="2227034"/>
                </a:moveTo>
                <a:lnTo>
                  <a:pt x="3702710" y="2225294"/>
                </a:lnTo>
                <a:lnTo>
                  <a:pt x="3700970" y="2226297"/>
                </a:lnTo>
                <a:lnTo>
                  <a:pt x="3701973" y="2228037"/>
                </a:lnTo>
                <a:lnTo>
                  <a:pt x="3703713" y="2227034"/>
                </a:lnTo>
                <a:close/>
              </a:path>
              <a:path w="18288635" h="10287000">
                <a:moveTo>
                  <a:pt x="3713353" y="807707"/>
                </a:moveTo>
                <a:lnTo>
                  <a:pt x="3709936" y="801801"/>
                </a:lnTo>
                <a:lnTo>
                  <a:pt x="3704044" y="805205"/>
                </a:lnTo>
                <a:lnTo>
                  <a:pt x="3707447" y="811110"/>
                </a:lnTo>
                <a:lnTo>
                  <a:pt x="3713353" y="807707"/>
                </a:lnTo>
                <a:close/>
              </a:path>
              <a:path w="18288635" h="10287000">
                <a:moveTo>
                  <a:pt x="3715385" y="1631454"/>
                </a:moveTo>
                <a:lnTo>
                  <a:pt x="3713175" y="1627632"/>
                </a:lnTo>
                <a:lnTo>
                  <a:pt x="3709352" y="1629841"/>
                </a:lnTo>
                <a:lnTo>
                  <a:pt x="3711562" y="1633664"/>
                </a:lnTo>
                <a:lnTo>
                  <a:pt x="3715385" y="1631454"/>
                </a:lnTo>
                <a:close/>
              </a:path>
              <a:path w="18288635" h="10287000">
                <a:moveTo>
                  <a:pt x="3716858" y="2455062"/>
                </a:moveTo>
                <a:lnTo>
                  <a:pt x="3716604" y="2454630"/>
                </a:lnTo>
                <a:lnTo>
                  <a:pt x="3715220" y="2454630"/>
                </a:lnTo>
                <a:lnTo>
                  <a:pt x="3715474" y="2455062"/>
                </a:lnTo>
                <a:lnTo>
                  <a:pt x="3716858" y="2455062"/>
                </a:lnTo>
                <a:close/>
              </a:path>
              <a:path w="18288635" h="10287000">
                <a:moveTo>
                  <a:pt x="3724198" y="211899"/>
                </a:moveTo>
                <a:lnTo>
                  <a:pt x="3720185" y="204965"/>
                </a:lnTo>
                <a:lnTo>
                  <a:pt x="3713251" y="208965"/>
                </a:lnTo>
                <a:lnTo>
                  <a:pt x="3717252" y="215912"/>
                </a:lnTo>
                <a:lnTo>
                  <a:pt x="3724198" y="211899"/>
                </a:lnTo>
                <a:close/>
              </a:path>
              <a:path w="18288635" h="10287000">
                <a:moveTo>
                  <a:pt x="3726777" y="1035812"/>
                </a:moveTo>
                <a:lnTo>
                  <a:pt x="3723563" y="1030249"/>
                </a:lnTo>
                <a:lnTo>
                  <a:pt x="3718014" y="1033462"/>
                </a:lnTo>
                <a:lnTo>
                  <a:pt x="3721214" y="1039012"/>
                </a:lnTo>
                <a:lnTo>
                  <a:pt x="3726777" y="1035812"/>
                </a:lnTo>
                <a:close/>
              </a:path>
              <a:path w="18288635" h="10287000">
                <a:moveTo>
                  <a:pt x="3728250" y="1859419"/>
                </a:moveTo>
                <a:lnTo>
                  <a:pt x="3726650" y="1856651"/>
                </a:lnTo>
                <a:lnTo>
                  <a:pt x="3723868" y="1858251"/>
                </a:lnTo>
                <a:lnTo>
                  <a:pt x="3725468" y="1861019"/>
                </a:lnTo>
                <a:lnTo>
                  <a:pt x="3728250" y="1859419"/>
                </a:lnTo>
                <a:close/>
              </a:path>
              <a:path w="18288635" h="10287000">
                <a:moveTo>
                  <a:pt x="3737622" y="440016"/>
                </a:moveTo>
                <a:lnTo>
                  <a:pt x="3733812" y="433412"/>
                </a:lnTo>
                <a:lnTo>
                  <a:pt x="3727221" y="437222"/>
                </a:lnTo>
                <a:lnTo>
                  <a:pt x="3731018" y="443826"/>
                </a:lnTo>
                <a:lnTo>
                  <a:pt x="3737622" y="440016"/>
                </a:lnTo>
                <a:close/>
              </a:path>
              <a:path w="18288635" h="10287000">
                <a:moveTo>
                  <a:pt x="3739921" y="1263840"/>
                </a:moveTo>
                <a:lnTo>
                  <a:pt x="3737114" y="1258976"/>
                </a:lnTo>
                <a:lnTo>
                  <a:pt x="3732250" y="1261795"/>
                </a:lnTo>
                <a:lnTo>
                  <a:pt x="3735057" y="1266647"/>
                </a:lnTo>
                <a:lnTo>
                  <a:pt x="3739921" y="1263840"/>
                </a:lnTo>
                <a:close/>
              </a:path>
              <a:path w="18288635" h="10287000">
                <a:moveTo>
                  <a:pt x="3741407" y="2087460"/>
                </a:moveTo>
                <a:lnTo>
                  <a:pt x="3740200" y="2085365"/>
                </a:lnTo>
                <a:lnTo>
                  <a:pt x="3738118" y="2086571"/>
                </a:lnTo>
                <a:lnTo>
                  <a:pt x="3739324" y="2088654"/>
                </a:lnTo>
                <a:lnTo>
                  <a:pt x="3741407" y="2087460"/>
                </a:lnTo>
                <a:close/>
              </a:path>
              <a:path w="18288635" h="10287000">
                <a:moveTo>
                  <a:pt x="3750767" y="668058"/>
                </a:moveTo>
                <a:lnTo>
                  <a:pt x="3747363" y="662152"/>
                </a:lnTo>
                <a:lnTo>
                  <a:pt x="3741458" y="665556"/>
                </a:lnTo>
                <a:lnTo>
                  <a:pt x="3744874" y="671461"/>
                </a:lnTo>
                <a:lnTo>
                  <a:pt x="3750767" y="668058"/>
                </a:lnTo>
                <a:close/>
              </a:path>
              <a:path w="18288635" h="10287000">
                <a:moveTo>
                  <a:pt x="3752799" y="1491805"/>
                </a:moveTo>
                <a:lnTo>
                  <a:pt x="3750589" y="1487982"/>
                </a:lnTo>
                <a:lnTo>
                  <a:pt x="3746766" y="1490192"/>
                </a:lnTo>
                <a:lnTo>
                  <a:pt x="3748976" y="1494015"/>
                </a:lnTo>
                <a:lnTo>
                  <a:pt x="3752799" y="1491805"/>
                </a:lnTo>
                <a:close/>
              </a:path>
              <a:path w="18288635" h="10287000">
                <a:moveTo>
                  <a:pt x="3754551" y="2315489"/>
                </a:moveTo>
                <a:lnTo>
                  <a:pt x="3753751" y="2314105"/>
                </a:lnTo>
                <a:lnTo>
                  <a:pt x="3752354" y="2314905"/>
                </a:lnTo>
                <a:lnTo>
                  <a:pt x="3753167" y="2316289"/>
                </a:lnTo>
                <a:lnTo>
                  <a:pt x="3754551" y="2315489"/>
                </a:lnTo>
                <a:close/>
              </a:path>
              <a:path w="18288635" h="10287000">
                <a:moveTo>
                  <a:pt x="3761625" y="72263"/>
                </a:moveTo>
                <a:lnTo>
                  <a:pt x="3757612" y="65316"/>
                </a:lnTo>
                <a:lnTo>
                  <a:pt x="3750665" y="69316"/>
                </a:lnTo>
                <a:lnTo>
                  <a:pt x="3754678" y="76263"/>
                </a:lnTo>
                <a:lnTo>
                  <a:pt x="3761625" y="72263"/>
                </a:lnTo>
                <a:close/>
              </a:path>
              <a:path w="18288635" h="10287000">
                <a:moveTo>
                  <a:pt x="3764191" y="896162"/>
                </a:moveTo>
                <a:lnTo>
                  <a:pt x="3760990" y="890612"/>
                </a:lnTo>
                <a:lnTo>
                  <a:pt x="3755428" y="893813"/>
                </a:lnTo>
                <a:lnTo>
                  <a:pt x="3758641" y="899363"/>
                </a:lnTo>
                <a:lnTo>
                  <a:pt x="3764191" y="896162"/>
                </a:lnTo>
                <a:close/>
              </a:path>
              <a:path w="18288635" h="10287000">
                <a:moveTo>
                  <a:pt x="3765943" y="1719846"/>
                </a:moveTo>
                <a:lnTo>
                  <a:pt x="3764140" y="1716722"/>
                </a:lnTo>
                <a:lnTo>
                  <a:pt x="3761016" y="1718525"/>
                </a:lnTo>
                <a:lnTo>
                  <a:pt x="3762819" y="1721650"/>
                </a:lnTo>
                <a:lnTo>
                  <a:pt x="3765943" y="1719846"/>
                </a:lnTo>
                <a:close/>
              </a:path>
              <a:path w="18288635" h="10287000">
                <a:moveTo>
                  <a:pt x="3774770" y="300291"/>
                </a:moveTo>
                <a:lnTo>
                  <a:pt x="3771150" y="294043"/>
                </a:lnTo>
                <a:lnTo>
                  <a:pt x="3764915" y="297649"/>
                </a:lnTo>
                <a:lnTo>
                  <a:pt x="3768509" y="303898"/>
                </a:lnTo>
                <a:lnTo>
                  <a:pt x="3774770" y="300291"/>
                </a:lnTo>
                <a:close/>
              </a:path>
              <a:path w="18288635" h="10287000">
                <a:moveTo>
                  <a:pt x="3777335" y="1124191"/>
                </a:moveTo>
                <a:lnTo>
                  <a:pt x="3774541" y="1119339"/>
                </a:lnTo>
                <a:lnTo>
                  <a:pt x="3769677" y="1122146"/>
                </a:lnTo>
                <a:lnTo>
                  <a:pt x="3772484" y="1126998"/>
                </a:lnTo>
                <a:lnTo>
                  <a:pt x="3777335" y="1124191"/>
                </a:lnTo>
                <a:close/>
              </a:path>
              <a:path w="18288635" h="10287000">
                <a:moveTo>
                  <a:pt x="3779088" y="1947875"/>
                </a:moveTo>
                <a:lnTo>
                  <a:pt x="3777691" y="1945449"/>
                </a:lnTo>
                <a:lnTo>
                  <a:pt x="3775265" y="1946859"/>
                </a:lnTo>
                <a:lnTo>
                  <a:pt x="3776662" y="1949284"/>
                </a:lnTo>
                <a:lnTo>
                  <a:pt x="3779088" y="1947875"/>
                </a:lnTo>
                <a:close/>
              </a:path>
              <a:path w="18288635" h="10287000">
                <a:moveTo>
                  <a:pt x="3788194" y="528396"/>
                </a:moveTo>
                <a:lnTo>
                  <a:pt x="3784777" y="522503"/>
                </a:lnTo>
                <a:lnTo>
                  <a:pt x="3778885" y="525907"/>
                </a:lnTo>
                <a:lnTo>
                  <a:pt x="3782288" y="531812"/>
                </a:lnTo>
                <a:lnTo>
                  <a:pt x="3788194" y="528396"/>
                </a:lnTo>
                <a:close/>
              </a:path>
              <a:path w="18288635" h="10287000">
                <a:moveTo>
                  <a:pt x="3790492" y="1352232"/>
                </a:moveTo>
                <a:lnTo>
                  <a:pt x="3788079" y="1348066"/>
                </a:lnTo>
                <a:lnTo>
                  <a:pt x="3783914" y="1350467"/>
                </a:lnTo>
                <a:lnTo>
                  <a:pt x="3786327" y="1354632"/>
                </a:lnTo>
                <a:lnTo>
                  <a:pt x="3790492" y="1352232"/>
                </a:lnTo>
                <a:close/>
              </a:path>
              <a:path w="18288635" h="10287000">
                <a:moveTo>
                  <a:pt x="3791966" y="2175840"/>
                </a:moveTo>
                <a:lnTo>
                  <a:pt x="3791166" y="2174456"/>
                </a:lnTo>
                <a:lnTo>
                  <a:pt x="3789781" y="2175256"/>
                </a:lnTo>
                <a:lnTo>
                  <a:pt x="3790581" y="2176640"/>
                </a:lnTo>
                <a:lnTo>
                  <a:pt x="3791966" y="2175840"/>
                </a:lnTo>
                <a:close/>
              </a:path>
              <a:path w="18288635" h="10287000">
                <a:moveTo>
                  <a:pt x="3801605" y="756513"/>
                </a:moveTo>
                <a:lnTo>
                  <a:pt x="3798405" y="750963"/>
                </a:lnTo>
                <a:lnTo>
                  <a:pt x="3792855" y="754164"/>
                </a:lnTo>
                <a:lnTo>
                  <a:pt x="3796055" y="759726"/>
                </a:lnTo>
                <a:lnTo>
                  <a:pt x="3801605" y="756513"/>
                </a:lnTo>
                <a:close/>
              </a:path>
              <a:path w="18288635" h="10287000">
                <a:moveTo>
                  <a:pt x="3803358" y="1580197"/>
                </a:moveTo>
                <a:lnTo>
                  <a:pt x="3801554" y="1577073"/>
                </a:lnTo>
                <a:lnTo>
                  <a:pt x="3798430" y="1578876"/>
                </a:lnTo>
                <a:lnTo>
                  <a:pt x="3800233" y="1582000"/>
                </a:lnTo>
                <a:lnTo>
                  <a:pt x="3803358" y="1580197"/>
                </a:lnTo>
                <a:close/>
              </a:path>
              <a:path w="18288635" h="10287000">
                <a:moveTo>
                  <a:pt x="3812184" y="160642"/>
                </a:moveTo>
                <a:lnTo>
                  <a:pt x="3808577" y="154393"/>
                </a:lnTo>
                <a:lnTo>
                  <a:pt x="3802329" y="158000"/>
                </a:lnTo>
                <a:lnTo>
                  <a:pt x="3805936" y="164249"/>
                </a:lnTo>
                <a:lnTo>
                  <a:pt x="3812184" y="160642"/>
                </a:lnTo>
                <a:close/>
              </a:path>
              <a:path w="18288635" h="10287000">
                <a:moveTo>
                  <a:pt x="3814762" y="984542"/>
                </a:moveTo>
                <a:lnTo>
                  <a:pt x="3811955" y="979690"/>
                </a:lnTo>
                <a:lnTo>
                  <a:pt x="3807091" y="982497"/>
                </a:lnTo>
                <a:lnTo>
                  <a:pt x="3809898" y="987348"/>
                </a:lnTo>
                <a:lnTo>
                  <a:pt x="3814762" y="984542"/>
                </a:lnTo>
                <a:close/>
              </a:path>
              <a:path w="18288635" h="10287000">
                <a:moveTo>
                  <a:pt x="3816515" y="1808238"/>
                </a:moveTo>
                <a:lnTo>
                  <a:pt x="3815105" y="1805800"/>
                </a:lnTo>
                <a:lnTo>
                  <a:pt x="3812679" y="1807210"/>
                </a:lnTo>
                <a:lnTo>
                  <a:pt x="3814089" y="1809635"/>
                </a:lnTo>
                <a:lnTo>
                  <a:pt x="3816515" y="1808238"/>
                </a:lnTo>
                <a:close/>
              </a:path>
              <a:path w="18288635" h="10287000">
                <a:moveTo>
                  <a:pt x="3825608" y="388747"/>
                </a:moveTo>
                <a:lnTo>
                  <a:pt x="3822204" y="382854"/>
                </a:lnTo>
                <a:lnTo>
                  <a:pt x="3816299" y="386257"/>
                </a:lnTo>
                <a:lnTo>
                  <a:pt x="3819702" y="392163"/>
                </a:lnTo>
                <a:lnTo>
                  <a:pt x="3825608" y="388747"/>
                </a:lnTo>
                <a:close/>
              </a:path>
              <a:path w="18288635" h="10287000">
                <a:moveTo>
                  <a:pt x="3827907" y="1212583"/>
                </a:moveTo>
                <a:lnTo>
                  <a:pt x="3825494" y="1208417"/>
                </a:lnTo>
                <a:lnTo>
                  <a:pt x="3821341" y="1210818"/>
                </a:lnTo>
                <a:lnTo>
                  <a:pt x="3823741" y="1214983"/>
                </a:lnTo>
                <a:lnTo>
                  <a:pt x="3827907" y="1212583"/>
                </a:lnTo>
                <a:close/>
              </a:path>
              <a:path w="18288635" h="10287000">
                <a:moveTo>
                  <a:pt x="3829659" y="2036267"/>
                </a:moveTo>
                <a:lnTo>
                  <a:pt x="3828656" y="2034527"/>
                </a:lnTo>
                <a:lnTo>
                  <a:pt x="3826916" y="2035530"/>
                </a:lnTo>
                <a:lnTo>
                  <a:pt x="3827919" y="2037270"/>
                </a:lnTo>
                <a:lnTo>
                  <a:pt x="3829659" y="2036267"/>
                </a:lnTo>
                <a:close/>
              </a:path>
              <a:path w="18288635" h="10287000">
                <a:moveTo>
                  <a:pt x="3839032" y="616864"/>
                </a:moveTo>
                <a:lnTo>
                  <a:pt x="3835819" y="611301"/>
                </a:lnTo>
                <a:lnTo>
                  <a:pt x="3830269" y="614514"/>
                </a:lnTo>
                <a:lnTo>
                  <a:pt x="3833469" y="620064"/>
                </a:lnTo>
                <a:lnTo>
                  <a:pt x="3839032" y="616864"/>
                </a:lnTo>
                <a:close/>
              </a:path>
              <a:path w="18288635" h="10287000">
                <a:moveTo>
                  <a:pt x="3841051" y="1440624"/>
                </a:moveTo>
                <a:lnTo>
                  <a:pt x="3839045" y="1437144"/>
                </a:lnTo>
                <a:lnTo>
                  <a:pt x="3835577" y="1439151"/>
                </a:lnTo>
                <a:lnTo>
                  <a:pt x="3837584" y="1442618"/>
                </a:lnTo>
                <a:lnTo>
                  <a:pt x="3841051" y="1440624"/>
                </a:lnTo>
                <a:close/>
              </a:path>
              <a:path w="18288635" h="10287000">
                <a:moveTo>
                  <a:pt x="3842804" y="2264308"/>
                </a:moveTo>
                <a:lnTo>
                  <a:pt x="3842550" y="2263864"/>
                </a:lnTo>
                <a:lnTo>
                  <a:pt x="3841165" y="2263864"/>
                </a:lnTo>
                <a:lnTo>
                  <a:pt x="3841419" y="2264308"/>
                </a:lnTo>
                <a:lnTo>
                  <a:pt x="3842804" y="2264308"/>
                </a:lnTo>
                <a:close/>
              </a:path>
              <a:path w="18288635" h="10287000">
                <a:moveTo>
                  <a:pt x="3849052" y="20853"/>
                </a:moveTo>
                <a:lnTo>
                  <a:pt x="3845852" y="15290"/>
                </a:lnTo>
                <a:lnTo>
                  <a:pt x="3840289" y="18491"/>
                </a:lnTo>
                <a:lnTo>
                  <a:pt x="3843502" y="24053"/>
                </a:lnTo>
                <a:lnTo>
                  <a:pt x="3849052" y="20853"/>
                </a:lnTo>
                <a:close/>
              </a:path>
              <a:path w="18288635" h="10287000">
                <a:moveTo>
                  <a:pt x="3852176" y="844905"/>
                </a:moveTo>
                <a:lnTo>
                  <a:pt x="3849370" y="840041"/>
                </a:lnTo>
                <a:lnTo>
                  <a:pt x="3844506" y="842848"/>
                </a:lnTo>
                <a:lnTo>
                  <a:pt x="3847312" y="847712"/>
                </a:lnTo>
                <a:lnTo>
                  <a:pt x="3852176" y="844905"/>
                </a:lnTo>
                <a:close/>
              </a:path>
              <a:path w="18288635" h="10287000">
                <a:moveTo>
                  <a:pt x="3854208" y="1668653"/>
                </a:moveTo>
                <a:lnTo>
                  <a:pt x="3852608" y="1665884"/>
                </a:lnTo>
                <a:lnTo>
                  <a:pt x="3849827" y="1667484"/>
                </a:lnTo>
                <a:lnTo>
                  <a:pt x="3851427" y="1670265"/>
                </a:lnTo>
                <a:lnTo>
                  <a:pt x="3854208" y="1668653"/>
                </a:lnTo>
                <a:close/>
              </a:path>
              <a:path w="18288635" h="10287000">
                <a:moveTo>
                  <a:pt x="3863022" y="249110"/>
                </a:moveTo>
                <a:lnTo>
                  <a:pt x="3859619" y="243205"/>
                </a:lnTo>
                <a:lnTo>
                  <a:pt x="3853713" y="246608"/>
                </a:lnTo>
                <a:lnTo>
                  <a:pt x="3857129" y="252514"/>
                </a:lnTo>
                <a:lnTo>
                  <a:pt x="3863022" y="249110"/>
                </a:lnTo>
                <a:close/>
              </a:path>
              <a:path w="18288635" h="10287000">
                <a:moveTo>
                  <a:pt x="3865321" y="1072934"/>
                </a:moveTo>
                <a:lnTo>
                  <a:pt x="3862921" y="1068768"/>
                </a:lnTo>
                <a:lnTo>
                  <a:pt x="3858755" y="1071168"/>
                </a:lnTo>
                <a:lnTo>
                  <a:pt x="3861168" y="1075347"/>
                </a:lnTo>
                <a:lnTo>
                  <a:pt x="3865321" y="1072934"/>
                </a:lnTo>
                <a:close/>
              </a:path>
              <a:path w="18288635" h="10287000">
                <a:moveTo>
                  <a:pt x="3867353" y="1896694"/>
                </a:moveTo>
                <a:lnTo>
                  <a:pt x="3866159" y="1894611"/>
                </a:lnTo>
                <a:lnTo>
                  <a:pt x="3864064" y="1895817"/>
                </a:lnTo>
                <a:lnTo>
                  <a:pt x="3865270" y="1897900"/>
                </a:lnTo>
                <a:lnTo>
                  <a:pt x="3867353" y="1896694"/>
                </a:lnTo>
                <a:close/>
              </a:path>
              <a:path w="18288635" h="10287000">
                <a:moveTo>
                  <a:pt x="3876446" y="477215"/>
                </a:moveTo>
                <a:lnTo>
                  <a:pt x="3873246" y="471652"/>
                </a:lnTo>
                <a:lnTo>
                  <a:pt x="3867683" y="474865"/>
                </a:lnTo>
                <a:lnTo>
                  <a:pt x="3870896" y="480428"/>
                </a:lnTo>
                <a:lnTo>
                  <a:pt x="3876446" y="477215"/>
                </a:lnTo>
                <a:close/>
              </a:path>
              <a:path w="18288635" h="10287000">
                <a:moveTo>
                  <a:pt x="3878478" y="1300975"/>
                </a:moveTo>
                <a:lnTo>
                  <a:pt x="3876471" y="1297495"/>
                </a:lnTo>
                <a:lnTo>
                  <a:pt x="3873004" y="1299502"/>
                </a:lnTo>
                <a:lnTo>
                  <a:pt x="3875011" y="1302981"/>
                </a:lnTo>
                <a:lnTo>
                  <a:pt x="3878478" y="1300975"/>
                </a:lnTo>
                <a:close/>
              </a:path>
              <a:path w="18288635" h="10287000">
                <a:moveTo>
                  <a:pt x="3880231" y="2124659"/>
                </a:moveTo>
                <a:lnTo>
                  <a:pt x="3879977" y="2124214"/>
                </a:lnTo>
                <a:lnTo>
                  <a:pt x="3878580" y="2124214"/>
                </a:lnTo>
                <a:lnTo>
                  <a:pt x="3878834" y="2124659"/>
                </a:lnTo>
                <a:lnTo>
                  <a:pt x="3880231" y="2124659"/>
                </a:lnTo>
                <a:close/>
              </a:path>
              <a:path w="18288635" h="10287000">
                <a:moveTo>
                  <a:pt x="3889603" y="705243"/>
                </a:moveTo>
                <a:lnTo>
                  <a:pt x="3886797" y="700392"/>
                </a:lnTo>
                <a:lnTo>
                  <a:pt x="3881932" y="703199"/>
                </a:lnTo>
                <a:lnTo>
                  <a:pt x="3884739" y="708063"/>
                </a:lnTo>
                <a:lnTo>
                  <a:pt x="3889603" y="705243"/>
                </a:lnTo>
                <a:close/>
              </a:path>
              <a:path w="18288635" h="10287000">
                <a:moveTo>
                  <a:pt x="3891623" y="1529003"/>
                </a:moveTo>
                <a:lnTo>
                  <a:pt x="3890022" y="1526235"/>
                </a:lnTo>
                <a:lnTo>
                  <a:pt x="3887241" y="1527835"/>
                </a:lnTo>
                <a:lnTo>
                  <a:pt x="3888854" y="1530616"/>
                </a:lnTo>
                <a:lnTo>
                  <a:pt x="3891623" y="1529003"/>
                </a:lnTo>
                <a:close/>
              </a:path>
              <a:path w="18288635" h="10287000">
                <a:moveTo>
                  <a:pt x="3900170" y="109385"/>
                </a:moveTo>
                <a:lnTo>
                  <a:pt x="3896969" y="103822"/>
                </a:lnTo>
                <a:lnTo>
                  <a:pt x="3891407" y="107035"/>
                </a:lnTo>
                <a:lnTo>
                  <a:pt x="3894620" y="112585"/>
                </a:lnTo>
                <a:lnTo>
                  <a:pt x="3900170" y="109385"/>
                </a:lnTo>
                <a:close/>
              </a:path>
              <a:path w="18288635" h="10287000">
                <a:moveTo>
                  <a:pt x="3903027" y="933361"/>
                </a:moveTo>
                <a:lnTo>
                  <a:pt x="3900411" y="928852"/>
                </a:lnTo>
                <a:lnTo>
                  <a:pt x="3895902" y="931456"/>
                </a:lnTo>
                <a:lnTo>
                  <a:pt x="3898506" y="935964"/>
                </a:lnTo>
                <a:lnTo>
                  <a:pt x="3903027" y="933361"/>
                </a:lnTo>
                <a:close/>
              </a:path>
              <a:path w="18288635" h="10287000">
                <a:moveTo>
                  <a:pt x="3904767" y="1757045"/>
                </a:moveTo>
                <a:lnTo>
                  <a:pt x="3903573" y="1754962"/>
                </a:lnTo>
                <a:lnTo>
                  <a:pt x="3901490" y="1756168"/>
                </a:lnTo>
                <a:lnTo>
                  <a:pt x="3902697" y="1758251"/>
                </a:lnTo>
                <a:lnTo>
                  <a:pt x="3904767" y="1757045"/>
                </a:lnTo>
                <a:close/>
              </a:path>
              <a:path w="18288635" h="10287000">
                <a:moveTo>
                  <a:pt x="3913594" y="337489"/>
                </a:moveTo>
                <a:lnTo>
                  <a:pt x="3910584" y="332282"/>
                </a:lnTo>
                <a:lnTo>
                  <a:pt x="3905377" y="335292"/>
                </a:lnTo>
                <a:lnTo>
                  <a:pt x="3908387" y="340499"/>
                </a:lnTo>
                <a:lnTo>
                  <a:pt x="3913594" y="337489"/>
                </a:lnTo>
                <a:close/>
              </a:path>
              <a:path w="18288635" h="10287000">
                <a:moveTo>
                  <a:pt x="3915892" y="1161326"/>
                </a:moveTo>
                <a:lnTo>
                  <a:pt x="3913886" y="1157846"/>
                </a:lnTo>
                <a:lnTo>
                  <a:pt x="3910419" y="1159852"/>
                </a:lnTo>
                <a:lnTo>
                  <a:pt x="3912425" y="1163332"/>
                </a:lnTo>
                <a:lnTo>
                  <a:pt x="3915892" y="1161326"/>
                </a:lnTo>
                <a:close/>
              </a:path>
              <a:path w="18288635" h="10287000">
                <a:moveTo>
                  <a:pt x="3917924" y="1985086"/>
                </a:moveTo>
                <a:lnTo>
                  <a:pt x="3917124" y="1983689"/>
                </a:lnTo>
                <a:lnTo>
                  <a:pt x="3915727" y="1984489"/>
                </a:lnTo>
                <a:lnTo>
                  <a:pt x="3916527" y="1985886"/>
                </a:lnTo>
                <a:lnTo>
                  <a:pt x="3917924" y="1985086"/>
                </a:lnTo>
                <a:close/>
              </a:path>
              <a:path w="18288635" h="10287000">
                <a:moveTo>
                  <a:pt x="3927017" y="565594"/>
                </a:moveTo>
                <a:lnTo>
                  <a:pt x="3924211" y="560743"/>
                </a:lnTo>
                <a:lnTo>
                  <a:pt x="3919347" y="563549"/>
                </a:lnTo>
                <a:lnTo>
                  <a:pt x="3922153" y="568401"/>
                </a:lnTo>
                <a:lnTo>
                  <a:pt x="3927017" y="565594"/>
                </a:lnTo>
                <a:close/>
              </a:path>
              <a:path w="18288635" h="10287000">
                <a:moveTo>
                  <a:pt x="3929316" y="1389430"/>
                </a:moveTo>
                <a:lnTo>
                  <a:pt x="3927513" y="1386306"/>
                </a:lnTo>
                <a:lnTo>
                  <a:pt x="3924389" y="1388110"/>
                </a:lnTo>
                <a:lnTo>
                  <a:pt x="3926192" y="1391234"/>
                </a:lnTo>
                <a:lnTo>
                  <a:pt x="3929316" y="1389430"/>
                </a:lnTo>
                <a:close/>
              </a:path>
              <a:path w="18288635" h="10287000">
                <a:moveTo>
                  <a:pt x="3940441" y="793711"/>
                </a:moveTo>
                <a:lnTo>
                  <a:pt x="3937825" y="789203"/>
                </a:lnTo>
                <a:lnTo>
                  <a:pt x="3933317" y="791806"/>
                </a:lnTo>
                <a:lnTo>
                  <a:pt x="3935920" y="796315"/>
                </a:lnTo>
                <a:lnTo>
                  <a:pt x="3940441" y="793711"/>
                </a:lnTo>
                <a:close/>
              </a:path>
              <a:path w="18288635" h="10287000">
                <a:moveTo>
                  <a:pt x="3942473" y="1617472"/>
                </a:moveTo>
                <a:lnTo>
                  <a:pt x="3941064" y="1615033"/>
                </a:lnTo>
                <a:lnTo>
                  <a:pt x="3938625" y="1616443"/>
                </a:lnTo>
                <a:lnTo>
                  <a:pt x="3940035" y="1618869"/>
                </a:lnTo>
                <a:lnTo>
                  <a:pt x="3942473" y="1617472"/>
                </a:lnTo>
                <a:close/>
              </a:path>
              <a:path w="18288635" h="10287000">
                <a:moveTo>
                  <a:pt x="3951008" y="197840"/>
                </a:moveTo>
                <a:lnTo>
                  <a:pt x="3948011" y="192633"/>
                </a:lnTo>
                <a:lnTo>
                  <a:pt x="3942791" y="195643"/>
                </a:lnTo>
                <a:lnTo>
                  <a:pt x="3945801" y="200850"/>
                </a:lnTo>
                <a:lnTo>
                  <a:pt x="3951008" y="197840"/>
                </a:lnTo>
                <a:close/>
              </a:path>
              <a:path w="18288635" h="10287000">
                <a:moveTo>
                  <a:pt x="3953319" y="1021676"/>
                </a:moveTo>
                <a:lnTo>
                  <a:pt x="3951313" y="1018197"/>
                </a:lnTo>
                <a:lnTo>
                  <a:pt x="3947845" y="1020203"/>
                </a:lnTo>
                <a:lnTo>
                  <a:pt x="3949839" y="1023683"/>
                </a:lnTo>
                <a:lnTo>
                  <a:pt x="3953319" y="1021676"/>
                </a:lnTo>
                <a:close/>
              </a:path>
              <a:path w="18288635" h="10287000">
                <a:moveTo>
                  <a:pt x="3955338" y="1845437"/>
                </a:moveTo>
                <a:lnTo>
                  <a:pt x="3954538" y="1844040"/>
                </a:lnTo>
                <a:lnTo>
                  <a:pt x="3953154" y="1844840"/>
                </a:lnTo>
                <a:lnTo>
                  <a:pt x="3953954" y="1846237"/>
                </a:lnTo>
                <a:lnTo>
                  <a:pt x="3955338" y="1845437"/>
                </a:lnTo>
                <a:close/>
              </a:path>
              <a:path w="18288635" h="10287000">
                <a:moveTo>
                  <a:pt x="3964432" y="425945"/>
                </a:moveTo>
                <a:lnTo>
                  <a:pt x="3961625" y="421093"/>
                </a:lnTo>
                <a:lnTo>
                  <a:pt x="3956774" y="423900"/>
                </a:lnTo>
                <a:lnTo>
                  <a:pt x="3959580" y="428752"/>
                </a:lnTo>
                <a:lnTo>
                  <a:pt x="3964432" y="425945"/>
                </a:lnTo>
                <a:close/>
              </a:path>
              <a:path w="18288635" h="10287000">
                <a:moveTo>
                  <a:pt x="3966743" y="1249781"/>
                </a:moveTo>
                <a:lnTo>
                  <a:pt x="3964927" y="1246657"/>
                </a:lnTo>
                <a:lnTo>
                  <a:pt x="3961815" y="1248460"/>
                </a:lnTo>
                <a:lnTo>
                  <a:pt x="3963619" y="1251585"/>
                </a:lnTo>
                <a:lnTo>
                  <a:pt x="3966743" y="1249781"/>
                </a:lnTo>
                <a:close/>
              </a:path>
              <a:path w="18288635" h="10287000">
                <a:moveTo>
                  <a:pt x="3977856" y="654062"/>
                </a:moveTo>
                <a:lnTo>
                  <a:pt x="3975252" y="649554"/>
                </a:lnTo>
                <a:lnTo>
                  <a:pt x="3970744" y="652157"/>
                </a:lnTo>
                <a:lnTo>
                  <a:pt x="3973334" y="656666"/>
                </a:lnTo>
                <a:lnTo>
                  <a:pt x="3977856" y="654062"/>
                </a:lnTo>
                <a:close/>
              </a:path>
              <a:path w="18288635" h="10287000">
                <a:moveTo>
                  <a:pt x="3979888" y="1477822"/>
                </a:moveTo>
                <a:lnTo>
                  <a:pt x="3978478" y="1475397"/>
                </a:lnTo>
                <a:lnTo>
                  <a:pt x="3976052" y="1476794"/>
                </a:lnTo>
                <a:lnTo>
                  <a:pt x="3977449" y="1479219"/>
                </a:lnTo>
                <a:lnTo>
                  <a:pt x="3979888" y="1477822"/>
                </a:lnTo>
                <a:close/>
              </a:path>
              <a:path w="18288635" h="10287000">
                <a:moveTo>
                  <a:pt x="3988435" y="58191"/>
                </a:moveTo>
                <a:lnTo>
                  <a:pt x="3985425" y="52984"/>
                </a:lnTo>
                <a:lnTo>
                  <a:pt x="3980218" y="55994"/>
                </a:lnTo>
                <a:lnTo>
                  <a:pt x="3983228" y="61201"/>
                </a:lnTo>
                <a:lnTo>
                  <a:pt x="3988435" y="58191"/>
                </a:lnTo>
                <a:close/>
              </a:path>
              <a:path w="18288635" h="10287000">
                <a:moveTo>
                  <a:pt x="3991013" y="882103"/>
                </a:moveTo>
                <a:lnTo>
                  <a:pt x="3988803" y="878281"/>
                </a:lnTo>
                <a:lnTo>
                  <a:pt x="3984980" y="880478"/>
                </a:lnTo>
                <a:lnTo>
                  <a:pt x="3987190" y="884301"/>
                </a:lnTo>
                <a:lnTo>
                  <a:pt x="3991013" y="882103"/>
                </a:lnTo>
                <a:close/>
              </a:path>
              <a:path w="18288635" h="10287000">
                <a:moveTo>
                  <a:pt x="3993032" y="1705851"/>
                </a:moveTo>
                <a:lnTo>
                  <a:pt x="3992029" y="1704124"/>
                </a:lnTo>
                <a:lnTo>
                  <a:pt x="3990289" y="1705127"/>
                </a:lnTo>
                <a:lnTo>
                  <a:pt x="3991292" y="1706854"/>
                </a:lnTo>
                <a:lnTo>
                  <a:pt x="3993032" y="1705851"/>
                </a:lnTo>
                <a:close/>
              </a:path>
              <a:path w="18288635" h="10287000">
                <a:moveTo>
                  <a:pt x="4001859" y="286308"/>
                </a:moveTo>
                <a:lnTo>
                  <a:pt x="3999052" y="281444"/>
                </a:lnTo>
                <a:lnTo>
                  <a:pt x="3994188" y="284251"/>
                </a:lnTo>
                <a:lnTo>
                  <a:pt x="3996994" y="289115"/>
                </a:lnTo>
                <a:lnTo>
                  <a:pt x="4001859" y="286308"/>
                </a:lnTo>
                <a:close/>
              </a:path>
              <a:path w="18288635" h="10287000">
                <a:moveTo>
                  <a:pt x="4004157" y="1110132"/>
                </a:moveTo>
                <a:lnTo>
                  <a:pt x="4002354" y="1107008"/>
                </a:lnTo>
                <a:lnTo>
                  <a:pt x="3999230" y="1108811"/>
                </a:lnTo>
                <a:lnTo>
                  <a:pt x="4001033" y="1111935"/>
                </a:lnTo>
                <a:lnTo>
                  <a:pt x="4004157" y="1110132"/>
                </a:lnTo>
                <a:close/>
              </a:path>
              <a:path w="18288635" h="10287000">
                <a:moveTo>
                  <a:pt x="4006189" y="1933892"/>
                </a:moveTo>
                <a:lnTo>
                  <a:pt x="4005923" y="1933448"/>
                </a:lnTo>
                <a:lnTo>
                  <a:pt x="4004538" y="1933448"/>
                </a:lnTo>
                <a:lnTo>
                  <a:pt x="4004792" y="1933892"/>
                </a:lnTo>
                <a:lnTo>
                  <a:pt x="4006189" y="1933892"/>
                </a:lnTo>
                <a:close/>
              </a:path>
              <a:path w="18288635" h="10287000">
                <a:moveTo>
                  <a:pt x="4015003" y="514337"/>
                </a:moveTo>
                <a:lnTo>
                  <a:pt x="4012603" y="510171"/>
                </a:lnTo>
                <a:lnTo>
                  <a:pt x="4008437" y="512584"/>
                </a:lnTo>
                <a:lnTo>
                  <a:pt x="4010837" y="516750"/>
                </a:lnTo>
                <a:lnTo>
                  <a:pt x="4015003" y="514337"/>
                </a:lnTo>
                <a:close/>
              </a:path>
              <a:path w="18288635" h="10287000">
                <a:moveTo>
                  <a:pt x="4017302" y="1338173"/>
                </a:moveTo>
                <a:lnTo>
                  <a:pt x="4015905" y="1335747"/>
                </a:lnTo>
                <a:lnTo>
                  <a:pt x="4013466" y="1337144"/>
                </a:lnTo>
                <a:lnTo>
                  <a:pt x="4014876" y="1339570"/>
                </a:lnTo>
                <a:lnTo>
                  <a:pt x="4017302" y="1338173"/>
                </a:lnTo>
                <a:close/>
              </a:path>
              <a:path w="18288635" h="10287000">
                <a:moveTo>
                  <a:pt x="4028427" y="742454"/>
                </a:moveTo>
                <a:lnTo>
                  <a:pt x="4026217" y="738632"/>
                </a:lnTo>
                <a:lnTo>
                  <a:pt x="4022407" y="740841"/>
                </a:lnTo>
                <a:lnTo>
                  <a:pt x="4024604" y="744651"/>
                </a:lnTo>
                <a:lnTo>
                  <a:pt x="4028427" y="742454"/>
                </a:lnTo>
                <a:close/>
              </a:path>
              <a:path w="18288635" h="10287000">
                <a:moveTo>
                  <a:pt x="4030446" y="1566214"/>
                </a:moveTo>
                <a:lnTo>
                  <a:pt x="4029456" y="1564474"/>
                </a:lnTo>
                <a:lnTo>
                  <a:pt x="4027716" y="1565478"/>
                </a:lnTo>
                <a:lnTo>
                  <a:pt x="4028719" y="1567218"/>
                </a:lnTo>
                <a:lnTo>
                  <a:pt x="4030446" y="1566214"/>
                </a:lnTo>
                <a:close/>
              </a:path>
              <a:path w="18288635" h="10287000">
                <a:moveTo>
                  <a:pt x="4038993" y="146583"/>
                </a:moveTo>
                <a:lnTo>
                  <a:pt x="4036390" y="142074"/>
                </a:lnTo>
                <a:lnTo>
                  <a:pt x="4031881" y="144678"/>
                </a:lnTo>
                <a:lnTo>
                  <a:pt x="4034485" y="149186"/>
                </a:lnTo>
                <a:lnTo>
                  <a:pt x="4038993" y="146583"/>
                </a:lnTo>
                <a:close/>
              </a:path>
              <a:path w="18288635" h="10287000">
                <a:moveTo>
                  <a:pt x="4041571" y="970483"/>
                </a:moveTo>
                <a:lnTo>
                  <a:pt x="4039768" y="967359"/>
                </a:lnTo>
                <a:lnTo>
                  <a:pt x="4036644" y="969162"/>
                </a:lnTo>
                <a:lnTo>
                  <a:pt x="4038447" y="972286"/>
                </a:lnTo>
                <a:lnTo>
                  <a:pt x="4041571" y="970483"/>
                </a:lnTo>
                <a:close/>
              </a:path>
              <a:path w="18288635" h="10287000">
                <a:moveTo>
                  <a:pt x="4043603" y="1794243"/>
                </a:moveTo>
                <a:lnTo>
                  <a:pt x="4043349" y="1793798"/>
                </a:lnTo>
                <a:lnTo>
                  <a:pt x="4041965" y="1793798"/>
                </a:lnTo>
                <a:lnTo>
                  <a:pt x="4042219" y="1794243"/>
                </a:lnTo>
                <a:lnTo>
                  <a:pt x="4043603" y="1794243"/>
                </a:lnTo>
                <a:close/>
              </a:path>
              <a:path w="18288635" h="10287000">
                <a:moveTo>
                  <a:pt x="4052430" y="374688"/>
                </a:moveTo>
                <a:lnTo>
                  <a:pt x="4050017" y="370522"/>
                </a:lnTo>
                <a:lnTo>
                  <a:pt x="4045851" y="372935"/>
                </a:lnTo>
                <a:lnTo>
                  <a:pt x="4048252" y="377088"/>
                </a:lnTo>
                <a:lnTo>
                  <a:pt x="4052430" y="374688"/>
                </a:lnTo>
                <a:close/>
              </a:path>
              <a:path w="18288635" h="10287000">
                <a:moveTo>
                  <a:pt x="4054995" y="1198600"/>
                </a:moveTo>
                <a:lnTo>
                  <a:pt x="4053395" y="1195819"/>
                </a:lnTo>
                <a:lnTo>
                  <a:pt x="4050614" y="1197419"/>
                </a:lnTo>
                <a:lnTo>
                  <a:pt x="4052214" y="1200200"/>
                </a:lnTo>
                <a:lnTo>
                  <a:pt x="4054995" y="1198600"/>
                </a:lnTo>
                <a:close/>
              </a:path>
              <a:path w="18288635" h="10287000">
                <a:moveTo>
                  <a:pt x="4065574" y="602729"/>
                </a:moveTo>
                <a:lnTo>
                  <a:pt x="4063568" y="599262"/>
                </a:lnTo>
                <a:lnTo>
                  <a:pt x="4060088" y="601256"/>
                </a:lnTo>
                <a:lnTo>
                  <a:pt x="4062095" y="604735"/>
                </a:lnTo>
                <a:lnTo>
                  <a:pt x="4065574" y="602729"/>
                </a:lnTo>
                <a:close/>
              </a:path>
              <a:path w="18288635" h="10287000">
                <a:moveTo>
                  <a:pt x="4068140" y="1426629"/>
                </a:moveTo>
                <a:lnTo>
                  <a:pt x="4066946" y="1424546"/>
                </a:lnTo>
                <a:lnTo>
                  <a:pt x="4064863" y="1425752"/>
                </a:lnTo>
                <a:lnTo>
                  <a:pt x="4066057" y="1427835"/>
                </a:lnTo>
                <a:lnTo>
                  <a:pt x="4068140" y="1426629"/>
                </a:lnTo>
                <a:close/>
              </a:path>
              <a:path w="18288635" h="10287000">
                <a:moveTo>
                  <a:pt x="4075874" y="6781"/>
                </a:moveTo>
                <a:lnTo>
                  <a:pt x="4073664" y="2971"/>
                </a:lnTo>
                <a:lnTo>
                  <a:pt x="4069854" y="5168"/>
                </a:lnTo>
                <a:lnTo>
                  <a:pt x="4072051" y="8991"/>
                </a:lnTo>
                <a:lnTo>
                  <a:pt x="4075874" y="6781"/>
                </a:lnTo>
                <a:close/>
              </a:path>
              <a:path w="18288635" h="10287000">
                <a:moveTo>
                  <a:pt x="4078998" y="830834"/>
                </a:moveTo>
                <a:lnTo>
                  <a:pt x="4077195" y="827709"/>
                </a:lnTo>
                <a:lnTo>
                  <a:pt x="4074058" y="829513"/>
                </a:lnTo>
                <a:lnTo>
                  <a:pt x="4075861" y="832637"/>
                </a:lnTo>
                <a:lnTo>
                  <a:pt x="4078998" y="830834"/>
                </a:lnTo>
                <a:close/>
              </a:path>
              <a:path w="18288635" h="10287000">
                <a:moveTo>
                  <a:pt x="4081297" y="1654670"/>
                </a:moveTo>
                <a:lnTo>
                  <a:pt x="4080497" y="1653286"/>
                </a:lnTo>
                <a:lnTo>
                  <a:pt x="4079100" y="1654086"/>
                </a:lnTo>
                <a:lnTo>
                  <a:pt x="4079913" y="1655470"/>
                </a:lnTo>
                <a:lnTo>
                  <a:pt x="4081297" y="1654670"/>
                </a:lnTo>
                <a:close/>
              </a:path>
              <a:path w="18288635" h="10287000">
                <a:moveTo>
                  <a:pt x="4089844" y="235038"/>
                </a:moveTo>
                <a:lnTo>
                  <a:pt x="4087431" y="230873"/>
                </a:lnTo>
                <a:lnTo>
                  <a:pt x="4083266" y="233286"/>
                </a:lnTo>
                <a:lnTo>
                  <a:pt x="4085666" y="237451"/>
                </a:lnTo>
                <a:lnTo>
                  <a:pt x="4089844" y="235038"/>
                </a:lnTo>
                <a:close/>
              </a:path>
              <a:path w="18288635" h="10287000">
                <a:moveTo>
                  <a:pt x="4092410" y="1058951"/>
                </a:moveTo>
                <a:lnTo>
                  <a:pt x="4090809" y="1056170"/>
                </a:lnTo>
                <a:lnTo>
                  <a:pt x="4088041" y="1057770"/>
                </a:lnTo>
                <a:lnTo>
                  <a:pt x="4089641" y="1060551"/>
                </a:lnTo>
                <a:lnTo>
                  <a:pt x="4092410" y="1058951"/>
                </a:lnTo>
                <a:close/>
              </a:path>
              <a:path w="18288635" h="10287000">
                <a:moveTo>
                  <a:pt x="4102989" y="463080"/>
                </a:moveTo>
                <a:lnTo>
                  <a:pt x="4100982" y="459613"/>
                </a:lnTo>
                <a:lnTo>
                  <a:pt x="4097515" y="461606"/>
                </a:lnTo>
                <a:lnTo>
                  <a:pt x="4099522" y="465086"/>
                </a:lnTo>
                <a:lnTo>
                  <a:pt x="4102989" y="463080"/>
                </a:lnTo>
                <a:close/>
              </a:path>
              <a:path w="18288635" h="10287000">
                <a:moveTo>
                  <a:pt x="4105567" y="1286992"/>
                </a:moveTo>
                <a:lnTo>
                  <a:pt x="4104360" y="1284897"/>
                </a:lnTo>
                <a:lnTo>
                  <a:pt x="4102277" y="1286103"/>
                </a:lnTo>
                <a:lnTo>
                  <a:pt x="4103484" y="1288186"/>
                </a:lnTo>
                <a:lnTo>
                  <a:pt x="4105567" y="1286992"/>
                </a:lnTo>
                <a:close/>
              </a:path>
              <a:path w="18288635" h="10287000">
                <a:moveTo>
                  <a:pt x="4116413" y="691184"/>
                </a:moveTo>
                <a:lnTo>
                  <a:pt x="4114609" y="688060"/>
                </a:lnTo>
                <a:lnTo>
                  <a:pt x="4111485" y="689864"/>
                </a:lnTo>
                <a:lnTo>
                  <a:pt x="4113288" y="692988"/>
                </a:lnTo>
                <a:lnTo>
                  <a:pt x="4116413" y="691184"/>
                </a:lnTo>
                <a:close/>
              </a:path>
              <a:path w="18288635" h="10287000">
                <a:moveTo>
                  <a:pt x="4118711" y="1515021"/>
                </a:moveTo>
                <a:lnTo>
                  <a:pt x="4117911" y="1513636"/>
                </a:lnTo>
                <a:lnTo>
                  <a:pt x="4116527" y="1514436"/>
                </a:lnTo>
                <a:lnTo>
                  <a:pt x="4117327" y="1515821"/>
                </a:lnTo>
                <a:lnTo>
                  <a:pt x="4118711" y="1515021"/>
                </a:lnTo>
                <a:close/>
              </a:path>
              <a:path w="18288635" h="10287000">
                <a:moveTo>
                  <a:pt x="4126979" y="95313"/>
                </a:moveTo>
                <a:lnTo>
                  <a:pt x="4124782" y="91503"/>
                </a:lnTo>
                <a:lnTo>
                  <a:pt x="4120959" y="93700"/>
                </a:lnTo>
                <a:lnTo>
                  <a:pt x="4123169" y="97523"/>
                </a:lnTo>
                <a:lnTo>
                  <a:pt x="4126979" y="95313"/>
                </a:lnTo>
                <a:close/>
              </a:path>
              <a:path w="18288635" h="10287000">
                <a:moveTo>
                  <a:pt x="4129836" y="919302"/>
                </a:moveTo>
                <a:lnTo>
                  <a:pt x="4128224" y="916520"/>
                </a:lnTo>
                <a:lnTo>
                  <a:pt x="4125455" y="918121"/>
                </a:lnTo>
                <a:lnTo>
                  <a:pt x="4127055" y="920902"/>
                </a:lnTo>
                <a:lnTo>
                  <a:pt x="4129836" y="919302"/>
                </a:lnTo>
                <a:close/>
              </a:path>
              <a:path w="18288635" h="10287000">
                <a:moveTo>
                  <a:pt x="4140416" y="323430"/>
                </a:moveTo>
                <a:lnTo>
                  <a:pt x="4138409" y="319963"/>
                </a:lnTo>
                <a:lnTo>
                  <a:pt x="4134929" y="321957"/>
                </a:lnTo>
                <a:lnTo>
                  <a:pt x="4136936" y="325437"/>
                </a:lnTo>
                <a:lnTo>
                  <a:pt x="4140416" y="323430"/>
                </a:lnTo>
                <a:close/>
              </a:path>
              <a:path w="18288635" h="10287000">
                <a:moveTo>
                  <a:pt x="4142981" y="1147330"/>
                </a:moveTo>
                <a:lnTo>
                  <a:pt x="4141774" y="1145247"/>
                </a:lnTo>
                <a:lnTo>
                  <a:pt x="4139704" y="1146454"/>
                </a:lnTo>
                <a:lnTo>
                  <a:pt x="4140898" y="1148537"/>
                </a:lnTo>
                <a:lnTo>
                  <a:pt x="4142981" y="1147330"/>
                </a:lnTo>
                <a:close/>
              </a:path>
              <a:path w="18288635" h="10287000">
                <a:moveTo>
                  <a:pt x="4153827" y="551535"/>
                </a:moveTo>
                <a:lnTo>
                  <a:pt x="4152023" y="548411"/>
                </a:lnTo>
                <a:lnTo>
                  <a:pt x="4148899" y="550214"/>
                </a:lnTo>
                <a:lnTo>
                  <a:pt x="4150703" y="553339"/>
                </a:lnTo>
                <a:lnTo>
                  <a:pt x="4153827" y="551535"/>
                </a:lnTo>
                <a:close/>
              </a:path>
              <a:path w="18288635" h="10287000">
                <a:moveTo>
                  <a:pt x="4156125" y="1375371"/>
                </a:moveTo>
                <a:lnTo>
                  <a:pt x="4155325" y="1373987"/>
                </a:lnTo>
                <a:lnTo>
                  <a:pt x="4153941" y="1374787"/>
                </a:lnTo>
                <a:lnTo>
                  <a:pt x="4154741" y="1376172"/>
                </a:lnTo>
                <a:lnTo>
                  <a:pt x="4156125" y="1375371"/>
                </a:lnTo>
                <a:close/>
              </a:path>
              <a:path w="18288635" h="10287000">
                <a:moveTo>
                  <a:pt x="4167251" y="779653"/>
                </a:moveTo>
                <a:lnTo>
                  <a:pt x="4165650" y="776871"/>
                </a:lnTo>
                <a:lnTo>
                  <a:pt x="4162869" y="778471"/>
                </a:lnTo>
                <a:lnTo>
                  <a:pt x="4164469" y="781253"/>
                </a:lnTo>
                <a:lnTo>
                  <a:pt x="4167251" y="779653"/>
                </a:lnTo>
                <a:close/>
              </a:path>
              <a:path w="18288635" h="10287000">
                <a:moveTo>
                  <a:pt x="4169549" y="1603476"/>
                </a:moveTo>
                <a:lnTo>
                  <a:pt x="4169308" y="1603044"/>
                </a:lnTo>
                <a:lnTo>
                  <a:pt x="4167911" y="1603044"/>
                </a:lnTo>
                <a:lnTo>
                  <a:pt x="4168165" y="1603476"/>
                </a:lnTo>
                <a:lnTo>
                  <a:pt x="4169549" y="1603476"/>
                </a:lnTo>
                <a:close/>
              </a:path>
              <a:path w="18288635" h="10287000">
                <a:moveTo>
                  <a:pt x="4177830" y="183781"/>
                </a:moveTo>
                <a:lnTo>
                  <a:pt x="4175823" y="180301"/>
                </a:lnTo>
                <a:lnTo>
                  <a:pt x="4172356" y="182308"/>
                </a:lnTo>
                <a:lnTo>
                  <a:pt x="4174363" y="185788"/>
                </a:lnTo>
                <a:lnTo>
                  <a:pt x="4177830" y="183781"/>
                </a:lnTo>
                <a:close/>
              </a:path>
              <a:path w="18288635" h="10287000">
                <a:moveTo>
                  <a:pt x="4180408" y="1007681"/>
                </a:moveTo>
                <a:lnTo>
                  <a:pt x="4179201" y="1005598"/>
                </a:lnTo>
                <a:lnTo>
                  <a:pt x="4177119" y="1006805"/>
                </a:lnTo>
                <a:lnTo>
                  <a:pt x="4178325" y="1008888"/>
                </a:lnTo>
                <a:lnTo>
                  <a:pt x="4180408" y="1007681"/>
                </a:lnTo>
                <a:close/>
              </a:path>
              <a:path w="18288635" h="10287000">
                <a:moveTo>
                  <a:pt x="4191254" y="411886"/>
                </a:moveTo>
                <a:lnTo>
                  <a:pt x="4189450" y="408762"/>
                </a:lnTo>
                <a:lnTo>
                  <a:pt x="4186313" y="410565"/>
                </a:lnTo>
                <a:lnTo>
                  <a:pt x="4188129" y="413689"/>
                </a:lnTo>
                <a:lnTo>
                  <a:pt x="4191254" y="411886"/>
                </a:lnTo>
                <a:close/>
              </a:path>
              <a:path w="18288635" h="10287000">
                <a:moveTo>
                  <a:pt x="4193832" y="1235786"/>
                </a:moveTo>
                <a:lnTo>
                  <a:pt x="4192828" y="1234059"/>
                </a:lnTo>
                <a:lnTo>
                  <a:pt x="4191089" y="1235062"/>
                </a:lnTo>
                <a:lnTo>
                  <a:pt x="4192092" y="1236789"/>
                </a:lnTo>
                <a:lnTo>
                  <a:pt x="4193832" y="1235786"/>
                </a:lnTo>
                <a:close/>
              </a:path>
              <a:path w="18288635" h="10287000">
                <a:moveTo>
                  <a:pt x="4204678" y="640003"/>
                </a:moveTo>
                <a:lnTo>
                  <a:pt x="4203065" y="637222"/>
                </a:lnTo>
                <a:lnTo>
                  <a:pt x="4200283" y="638822"/>
                </a:lnTo>
                <a:lnTo>
                  <a:pt x="4201896" y="641604"/>
                </a:lnTo>
                <a:lnTo>
                  <a:pt x="4204678" y="640003"/>
                </a:lnTo>
                <a:close/>
              </a:path>
              <a:path w="18288635" h="10287000">
                <a:moveTo>
                  <a:pt x="4206976" y="1463827"/>
                </a:moveTo>
                <a:lnTo>
                  <a:pt x="4206722" y="1463395"/>
                </a:lnTo>
                <a:lnTo>
                  <a:pt x="4205338" y="1463395"/>
                </a:lnTo>
                <a:lnTo>
                  <a:pt x="4205579" y="1463827"/>
                </a:lnTo>
                <a:lnTo>
                  <a:pt x="4206976" y="1463827"/>
                </a:lnTo>
                <a:close/>
              </a:path>
              <a:path w="18288635" h="10287000">
                <a:moveTo>
                  <a:pt x="4214977" y="44056"/>
                </a:moveTo>
                <a:lnTo>
                  <a:pt x="4213174" y="40932"/>
                </a:lnTo>
                <a:lnTo>
                  <a:pt x="4210050" y="42735"/>
                </a:lnTo>
                <a:lnTo>
                  <a:pt x="4211853" y="45859"/>
                </a:lnTo>
                <a:lnTo>
                  <a:pt x="4214977" y="44056"/>
                </a:lnTo>
                <a:close/>
              </a:path>
              <a:path w="18288635" h="10287000">
                <a:moveTo>
                  <a:pt x="4217822" y="868032"/>
                </a:moveTo>
                <a:lnTo>
                  <a:pt x="4216616" y="865949"/>
                </a:lnTo>
                <a:lnTo>
                  <a:pt x="4214533" y="867156"/>
                </a:lnTo>
                <a:lnTo>
                  <a:pt x="4215739" y="869238"/>
                </a:lnTo>
                <a:lnTo>
                  <a:pt x="4217822" y="868032"/>
                </a:lnTo>
                <a:close/>
              </a:path>
              <a:path w="18288635" h="10287000">
                <a:moveTo>
                  <a:pt x="4228401" y="272161"/>
                </a:moveTo>
                <a:lnTo>
                  <a:pt x="4226788" y="269392"/>
                </a:lnTo>
                <a:lnTo>
                  <a:pt x="4224020" y="270992"/>
                </a:lnTo>
                <a:lnTo>
                  <a:pt x="4225620" y="273773"/>
                </a:lnTo>
                <a:lnTo>
                  <a:pt x="4228401" y="272161"/>
                </a:lnTo>
                <a:close/>
              </a:path>
              <a:path w="18288635" h="10287000">
                <a:moveTo>
                  <a:pt x="4231246" y="1096149"/>
                </a:moveTo>
                <a:lnTo>
                  <a:pt x="4230243" y="1094409"/>
                </a:lnTo>
                <a:lnTo>
                  <a:pt x="4228503" y="1095413"/>
                </a:lnTo>
                <a:lnTo>
                  <a:pt x="4229506" y="1097153"/>
                </a:lnTo>
                <a:lnTo>
                  <a:pt x="4231246" y="1096149"/>
                </a:lnTo>
                <a:close/>
              </a:path>
              <a:path w="18288635" h="10287000">
                <a:moveTo>
                  <a:pt x="4241825" y="500278"/>
                </a:moveTo>
                <a:lnTo>
                  <a:pt x="4240415" y="497840"/>
                </a:lnTo>
                <a:lnTo>
                  <a:pt x="4237977" y="499249"/>
                </a:lnTo>
                <a:lnTo>
                  <a:pt x="4239387" y="501675"/>
                </a:lnTo>
                <a:lnTo>
                  <a:pt x="4241825" y="500278"/>
                </a:lnTo>
                <a:close/>
              </a:path>
              <a:path w="18288635" h="10287000">
                <a:moveTo>
                  <a:pt x="4244391" y="1324190"/>
                </a:moveTo>
                <a:lnTo>
                  <a:pt x="4244137" y="1323746"/>
                </a:lnTo>
                <a:lnTo>
                  <a:pt x="4242752" y="1323746"/>
                </a:lnTo>
                <a:lnTo>
                  <a:pt x="4243006" y="1324190"/>
                </a:lnTo>
                <a:lnTo>
                  <a:pt x="4244391" y="1324190"/>
                </a:lnTo>
                <a:close/>
              </a:path>
              <a:path w="18288635" h="10287000">
                <a:moveTo>
                  <a:pt x="4255236" y="728395"/>
                </a:moveTo>
                <a:lnTo>
                  <a:pt x="4254030" y="726300"/>
                </a:lnTo>
                <a:lnTo>
                  <a:pt x="4251947" y="727506"/>
                </a:lnTo>
                <a:lnTo>
                  <a:pt x="4253154" y="729589"/>
                </a:lnTo>
                <a:lnTo>
                  <a:pt x="4255236" y="728395"/>
                </a:lnTo>
                <a:close/>
              </a:path>
              <a:path w="18288635" h="10287000">
                <a:moveTo>
                  <a:pt x="4265815" y="132511"/>
                </a:moveTo>
                <a:lnTo>
                  <a:pt x="4264215" y="129730"/>
                </a:lnTo>
                <a:lnTo>
                  <a:pt x="4261434" y="131343"/>
                </a:lnTo>
                <a:lnTo>
                  <a:pt x="4263034" y="134124"/>
                </a:lnTo>
                <a:lnTo>
                  <a:pt x="4265815" y="132511"/>
                </a:lnTo>
                <a:close/>
              </a:path>
              <a:path w="18288635" h="10287000">
                <a:moveTo>
                  <a:pt x="4268660" y="956500"/>
                </a:moveTo>
                <a:lnTo>
                  <a:pt x="4267657" y="954760"/>
                </a:lnTo>
                <a:lnTo>
                  <a:pt x="4265930" y="955763"/>
                </a:lnTo>
                <a:lnTo>
                  <a:pt x="4266933" y="957503"/>
                </a:lnTo>
                <a:lnTo>
                  <a:pt x="4268660" y="956500"/>
                </a:lnTo>
                <a:close/>
              </a:path>
              <a:path w="18288635" h="10287000">
                <a:moveTo>
                  <a:pt x="4279239" y="360629"/>
                </a:moveTo>
                <a:lnTo>
                  <a:pt x="4277842" y="358190"/>
                </a:lnTo>
                <a:lnTo>
                  <a:pt x="4275404" y="359600"/>
                </a:lnTo>
                <a:lnTo>
                  <a:pt x="4276801" y="362026"/>
                </a:lnTo>
                <a:lnTo>
                  <a:pt x="4279239" y="360629"/>
                </a:lnTo>
                <a:close/>
              </a:path>
              <a:path w="18288635" h="10287000">
                <a:moveTo>
                  <a:pt x="4281817" y="1184529"/>
                </a:moveTo>
                <a:lnTo>
                  <a:pt x="4281563" y="1184097"/>
                </a:lnTo>
                <a:lnTo>
                  <a:pt x="4280166" y="1184097"/>
                </a:lnTo>
                <a:lnTo>
                  <a:pt x="4280420" y="1184529"/>
                </a:lnTo>
                <a:lnTo>
                  <a:pt x="4281817" y="1184529"/>
                </a:lnTo>
                <a:close/>
              </a:path>
              <a:path w="18288635" h="10287000">
                <a:moveTo>
                  <a:pt x="4292663" y="588733"/>
                </a:moveTo>
                <a:lnTo>
                  <a:pt x="4291457" y="586651"/>
                </a:lnTo>
                <a:lnTo>
                  <a:pt x="4289374" y="587857"/>
                </a:lnTo>
                <a:lnTo>
                  <a:pt x="4290580" y="589940"/>
                </a:lnTo>
                <a:lnTo>
                  <a:pt x="4292663" y="588733"/>
                </a:lnTo>
                <a:close/>
              </a:path>
              <a:path w="18288635" h="10287000">
                <a:moveTo>
                  <a:pt x="4306087" y="816851"/>
                </a:moveTo>
                <a:lnTo>
                  <a:pt x="4305084" y="815111"/>
                </a:lnTo>
                <a:lnTo>
                  <a:pt x="4303344" y="816114"/>
                </a:lnTo>
                <a:lnTo>
                  <a:pt x="4304347" y="817854"/>
                </a:lnTo>
                <a:lnTo>
                  <a:pt x="4306087" y="816851"/>
                </a:lnTo>
                <a:close/>
              </a:path>
              <a:path w="18288635" h="10287000">
                <a:moveTo>
                  <a:pt x="4316654" y="220980"/>
                </a:moveTo>
                <a:lnTo>
                  <a:pt x="4315257" y="218554"/>
                </a:lnTo>
                <a:lnTo>
                  <a:pt x="4312818" y="219951"/>
                </a:lnTo>
                <a:lnTo>
                  <a:pt x="4314228" y="222377"/>
                </a:lnTo>
                <a:lnTo>
                  <a:pt x="4316654" y="220980"/>
                </a:lnTo>
                <a:close/>
              </a:path>
              <a:path w="18288635" h="10287000">
                <a:moveTo>
                  <a:pt x="4319232" y="1044879"/>
                </a:moveTo>
                <a:lnTo>
                  <a:pt x="4318978" y="1044448"/>
                </a:lnTo>
                <a:lnTo>
                  <a:pt x="4317581" y="1044448"/>
                </a:lnTo>
                <a:lnTo>
                  <a:pt x="4317835" y="1044879"/>
                </a:lnTo>
                <a:lnTo>
                  <a:pt x="4319232" y="1044879"/>
                </a:lnTo>
                <a:close/>
              </a:path>
              <a:path w="18288635" h="10287000">
                <a:moveTo>
                  <a:pt x="4330077" y="449084"/>
                </a:moveTo>
                <a:lnTo>
                  <a:pt x="4328884" y="447001"/>
                </a:lnTo>
                <a:lnTo>
                  <a:pt x="4326788" y="448208"/>
                </a:lnTo>
                <a:lnTo>
                  <a:pt x="4327995" y="450291"/>
                </a:lnTo>
                <a:lnTo>
                  <a:pt x="4330077" y="449084"/>
                </a:lnTo>
                <a:close/>
              </a:path>
              <a:path w="18288635" h="10287000">
                <a:moveTo>
                  <a:pt x="4343501" y="677202"/>
                </a:moveTo>
                <a:lnTo>
                  <a:pt x="4342498" y="675462"/>
                </a:lnTo>
                <a:lnTo>
                  <a:pt x="4340758" y="676465"/>
                </a:lnTo>
                <a:lnTo>
                  <a:pt x="4341761" y="678192"/>
                </a:lnTo>
                <a:lnTo>
                  <a:pt x="4343501" y="677202"/>
                </a:lnTo>
                <a:close/>
              </a:path>
              <a:path w="18288635" h="10287000">
                <a:moveTo>
                  <a:pt x="4353801" y="81254"/>
                </a:moveTo>
                <a:lnTo>
                  <a:pt x="4352595" y="79171"/>
                </a:lnTo>
                <a:lnTo>
                  <a:pt x="4350512" y="80378"/>
                </a:lnTo>
                <a:lnTo>
                  <a:pt x="4351718" y="82461"/>
                </a:lnTo>
                <a:lnTo>
                  <a:pt x="4353801" y="81254"/>
                </a:lnTo>
                <a:close/>
              </a:path>
              <a:path w="18288635" h="10287000">
                <a:moveTo>
                  <a:pt x="4356646" y="905230"/>
                </a:moveTo>
                <a:lnTo>
                  <a:pt x="4356392" y="904798"/>
                </a:lnTo>
                <a:lnTo>
                  <a:pt x="4355008" y="904798"/>
                </a:lnTo>
                <a:lnTo>
                  <a:pt x="4355262" y="905230"/>
                </a:lnTo>
                <a:lnTo>
                  <a:pt x="4356646" y="905230"/>
                </a:lnTo>
                <a:close/>
              </a:path>
              <a:path w="18288635" h="10287000">
                <a:moveTo>
                  <a:pt x="4367492" y="309435"/>
                </a:moveTo>
                <a:lnTo>
                  <a:pt x="4366298" y="307352"/>
                </a:lnTo>
                <a:lnTo>
                  <a:pt x="4364215" y="308559"/>
                </a:lnTo>
                <a:lnTo>
                  <a:pt x="4365409" y="310642"/>
                </a:lnTo>
                <a:lnTo>
                  <a:pt x="4367492" y="309435"/>
                </a:lnTo>
                <a:close/>
              </a:path>
              <a:path w="18288635" h="10287000">
                <a:moveTo>
                  <a:pt x="4380916" y="537552"/>
                </a:moveTo>
                <a:lnTo>
                  <a:pt x="4379912" y="535813"/>
                </a:lnTo>
                <a:lnTo>
                  <a:pt x="4378185" y="536816"/>
                </a:lnTo>
                <a:lnTo>
                  <a:pt x="4379188" y="538556"/>
                </a:lnTo>
                <a:lnTo>
                  <a:pt x="4380916" y="537552"/>
                </a:lnTo>
                <a:close/>
              </a:path>
              <a:path w="18288635" h="10287000">
                <a:moveTo>
                  <a:pt x="4394073" y="765594"/>
                </a:moveTo>
                <a:lnTo>
                  <a:pt x="4393806" y="765149"/>
                </a:lnTo>
                <a:lnTo>
                  <a:pt x="4392422" y="765149"/>
                </a:lnTo>
                <a:lnTo>
                  <a:pt x="4392688" y="765594"/>
                </a:lnTo>
                <a:lnTo>
                  <a:pt x="4394073" y="765594"/>
                </a:lnTo>
                <a:close/>
              </a:path>
              <a:path w="18288635" h="10287000">
                <a:moveTo>
                  <a:pt x="4404639" y="169710"/>
                </a:moveTo>
                <a:lnTo>
                  <a:pt x="4403636" y="167982"/>
                </a:lnTo>
                <a:lnTo>
                  <a:pt x="4401909" y="168986"/>
                </a:lnTo>
                <a:lnTo>
                  <a:pt x="4402912" y="170713"/>
                </a:lnTo>
                <a:lnTo>
                  <a:pt x="4404639" y="169710"/>
                </a:lnTo>
                <a:close/>
              </a:path>
              <a:path w="18288635" h="10287000">
                <a:moveTo>
                  <a:pt x="4418063" y="397827"/>
                </a:moveTo>
                <a:lnTo>
                  <a:pt x="4417263" y="396430"/>
                </a:lnTo>
                <a:lnTo>
                  <a:pt x="4415879" y="397243"/>
                </a:lnTo>
                <a:lnTo>
                  <a:pt x="4416679" y="398627"/>
                </a:lnTo>
                <a:lnTo>
                  <a:pt x="4418063" y="397827"/>
                </a:lnTo>
                <a:close/>
              </a:path>
              <a:path w="18288635" h="10287000">
                <a:moveTo>
                  <a:pt x="4431487" y="625932"/>
                </a:moveTo>
                <a:lnTo>
                  <a:pt x="4431233" y="625500"/>
                </a:lnTo>
                <a:lnTo>
                  <a:pt x="4429849" y="625500"/>
                </a:lnTo>
                <a:lnTo>
                  <a:pt x="4430103" y="625932"/>
                </a:lnTo>
                <a:lnTo>
                  <a:pt x="4431487" y="625932"/>
                </a:lnTo>
                <a:close/>
              </a:path>
              <a:path w="18288635" h="10287000">
                <a:moveTo>
                  <a:pt x="4441787" y="29997"/>
                </a:moveTo>
                <a:lnTo>
                  <a:pt x="4440987" y="28600"/>
                </a:lnTo>
                <a:lnTo>
                  <a:pt x="4439602" y="29413"/>
                </a:lnTo>
                <a:lnTo>
                  <a:pt x="4440402" y="30797"/>
                </a:lnTo>
                <a:lnTo>
                  <a:pt x="4441787" y="29997"/>
                </a:lnTo>
                <a:close/>
              </a:path>
              <a:path w="18288635" h="10287000">
                <a:moveTo>
                  <a:pt x="4455477" y="258178"/>
                </a:moveTo>
                <a:lnTo>
                  <a:pt x="4454677" y="256794"/>
                </a:lnTo>
                <a:lnTo>
                  <a:pt x="4453293" y="257594"/>
                </a:lnTo>
                <a:lnTo>
                  <a:pt x="4454093" y="258978"/>
                </a:lnTo>
                <a:lnTo>
                  <a:pt x="4455477" y="258178"/>
                </a:lnTo>
                <a:close/>
              </a:path>
              <a:path w="18288635" h="10287000">
                <a:moveTo>
                  <a:pt x="4468914" y="486283"/>
                </a:moveTo>
                <a:lnTo>
                  <a:pt x="4468647" y="485851"/>
                </a:lnTo>
                <a:lnTo>
                  <a:pt x="4467263" y="485851"/>
                </a:lnTo>
                <a:lnTo>
                  <a:pt x="4467517" y="486283"/>
                </a:lnTo>
                <a:lnTo>
                  <a:pt x="4468914" y="486283"/>
                </a:lnTo>
                <a:close/>
              </a:path>
              <a:path w="18288635" h="10287000">
                <a:moveTo>
                  <a:pt x="4492904" y="118529"/>
                </a:moveTo>
                <a:lnTo>
                  <a:pt x="4492104" y="117144"/>
                </a:lnTo>
                <a:lnTo>
                  <a:pt x="4490720" y="117944"/>
                </a:lnTo>
                <a:lnTo>
                  <a:pt x="4491520" y="119329"/>
                </a:lnTo>
                <a:lnTo>
                  <a:pt x="4492904" y="118529"/>
                </a:lnTo>
                <a:close/>
              </a:path>
              <a:path w="18288635" h="10287000">
                <a:moveTo>
                  <a:pt x="4506328" y="346633"/>
                </a:moveTo>
                <a:lnTo>
                  <a:pt x="4506074" y="346202"/>
                </a:lnTo>
                <a:lnTo>
                  <a:pt x="4504690" y="346202"/>
                </a:lnTo>
                <a:lnTo>
                  <a:pt x="4504931" y="346633"/>
                </a:lnTo>
                <a:lnTo>
                  <a:pt x="4506328" y="346633"/>
                </a:lnTo>
                <a:close/>
              </a:path>
              <a:path w="18288635" h="10287000">
                <a:moveTo>
                  <a:pt x="13803960" y="10023373"/>
                </a:moveTo>
                <a:lnTo>
                  <a:pt x="13803706" y="10022942"/>
                </a:lnTo>
                <a:lnTo>
                  <a:pt x="13802322" y="10022942"/>
                </a:lnTo>
                <a:lnTo>
                  <a:pt x="13802576" y="10023373"/>
                </a:lnTo>
                <a:lnTo>
                  <a:pt x="13803960" y="10023373"/>
                </a:lnTo>
                <a:close/>
              </a:path>
              <a:path w="18288635" h="10287000">
                <a:moveTo>
                  <a:pt x="13817930" y="10251630"/>
                </a:moveTo>
                <a:lnTo>
                  <a:pt x="13817130" y="10250246"/>
                </a:lnTo>
                <a:lnTo>
                  <a:pt x="13815746" y="10251046"/>
                </a:lnTo>
                <a:lnTo>
                  <a:pt x="13816546" y="10252431"/>
                </a:lnTo>
                <a:lnTo>
                  <a:pt x="13817930" y="10251630"/>
                </a:lnTo>
                <a:close/>
              </a:path>
              <a:path w="18288635" h="10287000">
                <a:moveTo>
                  <a:pt x="13841387" y="9883724"/>
                </a:moveTo>
                <a:lnTo>
                  <a:pt x="13841133" y="9883292"/>
                </a:lnTo>
                <a:lnTo>
                  <a:pt x="13839736" y="9883292"/>
                </a:lnTo>
                <a:lnTo>
                  <a:pt x="13839990" y="9883724"/>
                </a:lnTo>
                <a:lnTo>
                  <a:pt x="13841387" y="9883724"/>
                </a:lnTo>
                <a:close/>
              </a:path>
              <a:path w="18288635" h="10287000">
                <a:moveTo>
                  <a:pt x="13855357" y="10111981"/>
                </a:moveTo>
                <a:lnTo>
                  <a:pt x="13854557" y="10110597"/>
                </a:lnTo>
                <a:lnTo>
                  <a:pt x="13853160" y="10111397"/>
                </a:lnTo>
                <a:lnTo>
                  <a:pt x="13853973" y="10112781"/>
                </a:lnTo>
                <a:lnTo>
                  <a:pt x="13855357" y="10111981"/>
                </a:lnTo>
                <a:close/>
              </a:path>
              <a:path w="18288635" h="10287000">
                <a:moveTo>
                  <a:pt x="13878801" y="9744075"/>
                </a:moveTo>
                <a:lnTo>
                  <a:pt x="13878547" y="9743643"/>
                </a:lnTo>
                <a:lnTo>
                  <a:pt x="13877163" y="9743643"/>
                </a:lnTo>
                <a:lnTo>
                  <a:pt x="13877417" y="9744075"/>
                </a:lnTo>
                <a:lnTo>
                  <a:pt x="13878801" y="9744075"/>
                </a:lnTo>
                <a:close/>
              </a:path>
              <a:path w="18288635" h="10287000">
                <a:moveTo>
                  <a:pt x="13892771" y="9972332"/>
                </a:moveTo>
                <a:lnTo>
                  <a:pt x="13891971" y="9970948"/>
                </a:lnTo>
                <a:lnTo>
                  <a:pt x="13890574" y="9971748"/>
                </a:lnTo>
                <a:lnTo>
                  <a:pt x="13891387" y="9973145"/>
                </a:lnTo>
                <a:lnTo>
                  <a:pt x="13892771" y="9972332"/>
                </a:lnTo>
                <a:close/>
              </a:path>
              <a:path w="18288635" h="10287000">
                <a:moveTo>
                  <a:pt x="13906741" y="10200589"/>
                </a:moveTo>
                <a:lnTo>
                  <a:pt x="13905738" y="10198849"/>
                </a:lnTo>
                <a:lnTo>
                  <a:pt x="13904011" y="10199853"/>
                </a:lnTo>
                <a:lnTo>
                  <a:pt x="13905002" y="10201592"/>
                </a:lnTo>
                <a:lnTo>
                  <a:pt x="13906741" y="10200589"/>
                </a:lnTo>
                <a:close/>
              </a:path>
              <a:path w="18288635" h="10287000">
                <a:moveTo>
                  <a:pt x="13916216" y="9604426"/>
                </a:moveTo>
                <a:lnTo>
                  <a:pt x="13915962" y="9603981"/>
                </a:lnTo>
                <a:lnTo>
                  <a:pt x="13914577" y="9603981"/>
                </a:lnTo>
                <a:lnTo>
                  <a:pt x="13914831" y="9604426"/>
                </a:lnTo>
                <a:lnTo>
                  <a:pt x="13916216" y="9604426"/>
                </a:lnTo>
                <a:close/>
              </a:path>
              <a:path w="18288635" h="10287000">
                <a:moveTo>
                  <a:pt x="13930465" y="9832759"/>
                </a:moveTo>
                <a:lnTo>
                  <a:pt x="13929462" y="9831019"/>
                </a:lnTo>
                <a:lnTo>
                  <a:pt x="13927735" y="9832022"/>
                </a:lnTo>
                <a:lnTo>
                  <a:pt x="13928738" y="9833762"/>
                </a:lnTo>
                <a:lnTo>
                  <a:pt x="13930465" y="9832759"/>
                </a:lnTo>
                <a:close/>
              </a:path>
              <a:path w="18288635" h="10287000">
                <a:moveTo>
                  <a:pt x="13944435" y="10061016"/>
                </a:moveTo>
                <a:lnTo>
                  <a:pt x="13943229" y="10058933"/>
                </a:lnTo>
                <a:lnTo>
                  <a:pt x="13941158" y="10060140"/>
                </a:lnTo>
                <a:lnTo>
                  <a:pt x="13942352" y="10062223"/>
                </a:lnTo>
                <a:lnTo>
                  <a:pt x="13944435" y="10061016"/>
                </a:lnTo>
                <a:close/>
              </a:path>
              <a:path w="18288635" h="10287000">
                <a:moveTo>
                  <a:pt x="13953643" y="9464777"/>
                </a:moveTo>
                <a:lnTo>
                  <a:pt x="13953389" y="9464345"/>
                </a:lnTo>
                <a:lnTo>
                  <a:pt x="13952004" y="9464345"/>
                </a:lnTo>
                <a:lnTo>
                  <a:pt x="13952246" y="9464777"/>
                </a:lnTo>
                <a:lnTo>
                  <a:pt x="13953643" y="9464777"/>
                </a:lnTo>
                <a:close/>
              </a:path>
              <a:path w="18288635" h="10287000">
                <a:moveTo>
                  <a:pt x="13967879" y="9693110"/>
                </a:moveTo>
                <a:lnTo>
                  <a:pt x="13966889" y="9691370"/>
                </a:lnTo>
                <a:lnTo>
                  <a:pt x="13965149" y="9692373"/>
                </a:lnTo>
                <a:lnTo>
                  <a:pt x="13966152" y="9694113"/>
                </a:lnTo>
                <a:lnTo>
                  <a:pt x="13967879" y="9693110"/>
                </a:lnTo>
                <a:close/>
              </a:path>
              <a:path w="18288635" h="10287000">
                <a:moveTo>
                  <a:pt x="13981849" y="9921367"/>
                </a:moveTo>
                <a:lnTo>
                  <a:pt x="13980655" y="9919284"/>
                </a:lnTo>
                <a:lnTo>
                  <a:pt x="13978573" y="9920491"/>
                </a:lnTo>
                <a:lnTo>
                  <a:pt x="13979766" y="9922561"/>
                </a:lnTo>
                <a:lnTo>
                  <a:pt x="13981849" y="9921367"/>
                </a:lnTo>
                <a:close/>
              </a:path>
              <a:path w="18288635" h="10287000">
                <a:moveTo>
                  <a:pt x="13991057" y="9325127"/>
                </a:moveTo>
                <a:lnTo>
                  <a:pt x="13990803" y="9324683"/>
                </a:lnTo>
                <a:lnTo>
                  <a:pt x="13989418" y="9324683"/>
                </a:lnTo>
                <a:lnTo>
                  <a:pt x="13989672" y="9325127"/>
                </a:lnTo>
                <a:lnTo>
                  <a:pt x="13991057" y="9325127"/>
                </a:lnTo>
                <a:close/>
              </a:path>
              <a:path w="18288635" h="10287000">
                <a:moveTo>
                  <a:pt x="13995832" y="10149624"/>
                </a:moveTo>
                <a:lnTo>
                  <a:pt x="13994422" y="10147198"/>
                </a:lnTo>
                <a:lnTo>
                  <a:pt x="13991997" y="10148595"/>
                </a:lnTo>
                <a:lnTo>
                  <a:pt x="13993394" y="10151021"/>
                </a:lnTo>
                <a:lnTo>
                  <a:pt x="13995832" y="10149624"/>
                </a:lnTo>
                <a:close/>
              </a:path>
              <a:path w="18288635" h="10287000">
                <a:moveTo>
                  <a:pt x="14005306" y="9553461"/>
                </a:moveTo>
                <a:lnTo>
                  <a:pt x="14004303" y="9551721"/>
                </a:lnTo>
                <a:lnTo>
                  <a:pt x="14002563" y="9552724"/>
                </a:lnTo>
                <a:lnTo>
                  <a:pt x="14003566" y="9554464"/>
                </a:lnTo>
                <a:lnTo>
                  <a:pt x="14005306" y="9553461"/>
                </a:lnTo>
                <a:close/>
              </a:path>
              <a:path w="18288635" h="10287000">
                <a:moveTo>
                  <a:pt x="14019276" y="9781718"/>
                </a:moveTo>
                <a:lnTo>
                  <a:pt x="14018070" y="9779635"/>
                </a:lnTo>
                <a:lnTo>
                  <a:pt x="14015987" y="9780841"/>
                </a:lnTo>
                <a:lnTo>
                  <a:pt x="14017193" y="9782912"/>
                </a:lnTo>
                <a:lnTo>
                  <a:pt x="14019276" y="9781718"/>
                </a:lnTo>
                <a:close/>
              </a:path>
              <a:path w="18288635" h="10287000">
                <a:moveTo>
                  <a:pt x="14028484" y="9185478"/>
                </a:moveTo>
                <a:lnTo>
                  <a:pt x="14028230" y="9185046"/>
                </a:lnTo>
                <a:lnTo>
                  <a:pt x="14026833" y="9185046"/>
                </a:lnTo>
                <a:lnTo>
                  <a:pt x="14027087" y="9185478"/>
                </a:lnTo>
                <a:lnTo>
                  <a:pt x="14028484" y="9185478"/>
                </a:lnTo>
                <a:close/>
              </a:path>
              <a:path w="18288635" h="10287000">
                <a:moveTo>
                  <a:pt x="14033246" y="10009975"/>
                </a:moveTo>
                <a:lnTo>
                  <a:pt x="14031836" y="10007536"/>
                </a:lnTo>
                <a:lnTo>
                  <a:pt x="14029411" y="10008946"/>
                </a:lnTo>
                <a:lnTo>
                  <a:pt x="14030808" y="10011372"/>
                </a:lnTo>
                <a:lnTo>
                  <a:pt x="14033246" y="10009975"/>
                </a:lnTo>
                <a:close/>
              </a:path>
              <a:path w="18288635" h="10287000">
                <a:moveTo>
                  <a:pt x="14042720" y="9413811"/>
                </a:moveTo>
                <a:lnTo>
                  <a:pt x="14041717" y="9412072"/>
                </a:lnTo>
                <a:lnTo>
                  <a:pt x="14039990" y="9413075"/>
                </a:lnTo>
                <a:lnTo>
                  <a:pt x="14040993" y="9414815"/>
                </a:lnTo>
                <a:lnTo>
                  <a:pt x="14042720" y="9413811"/>
                </a:lnTo>
                <a:close/>
              </a:path>
              <a:path w="18288635" h="10287000">
                <a:moveTo>
                  <a:pt x="14047216" y="10238232"/>
                </a:moveTo>
                <a:lnTo>
                  <a:pt x="14045616" y="10235451"/>
                </a:lnTo>
                <a:lnTo>
                  <a:pt x="14042835" y="10237064"/>
                </a:lnTo>
                <a:lnTo>
                  <a:pt x="14044435" y="10239832"/>
                </a:lnTo>
                <a:lnTo>
                  <a:pt x="14047216" y="10238232"/>
                </a:lnTo>
                <a:close/>
              </a:path>
              <a:path w="18288635" h="10287000">
                <a:moveTo>
                  <a:pt x="14056690" y="9642069"/>
                </a:moveTo>
                <a:lnTo>
                  <a:pt x="14055497" y="9639986"/>
                </a:lnTo>
                <a:lnTo>
                  <a:pt x="14053414" y="9641180"/>
                </a:lnTo>
                <a:lnTo>
                  <a:pt x="14054620" y="9643262"/>
                </a:lnTo>
                <a:lnTo>
                  <a:pt x="14056690" y="9642069"/>
                </a:lnTo>
                <a:close/>
              </a:path>
              <a:path w="18288635" h="10287000">
                <a:moveTo>
                  <a:pt x="14065898" y="9045829"/>
                </a:moveTo>
                <a:lnTo>
                  <a:pt x="14065644" y="9045384"/>
                </a:lnTo>
                <a:lnTo>
                  <a:pt x="14064260" y="9045384"/>
                </a:lnTo>
                <a:lnTo>
                  <a:pt x="14064514" y="9045829"/>
                </a:lnTo>
                <a:lnTo>
                  <a:pt x="14065898" y="9045829"/>
                </a:lnTo>
                <a:close/>
              </a:path>
              <a:path w="18288635" h="10287000">
                <a:moveTo>
                  <a:pt x="14070660" y="9870326"/>
                </a:moveTo>
                <a:lnTo>
                  <a:pt x="14069263" y="9867887"/>
                </a:lnTo>
                <a:lnTo>
                  <a:pt x="14066825" y="9869297"/>
                </a:lnTo>
                <a:lnTo>
                  <a:pt x="14068235" y="9871723"/>
                </a:lnTo>
                <a:lnTo>
                  <a:pt x="14070660" y="9870326"/>
                </a:lnTo>
                <a:close/>
              </a:path>
              <a:path w="18288635" h="10287000">
                <a:moveTo>
                  <a:pt x="14080147" y="9274162"/>
                </a:moveTo>
                <a:lnTo>
                  <a:pt x="14079144" y="9272422"/>
                </a:lnTo>
                <a:lnTo>
                  <a:pt x="14077404" y="9273426"/>
                </a:lnTo>
                <a:lnTo>
                  <a:pt x="14078407" y="9275166"/>
                </a:lnTo>
                <a:lnTo>
                  <a:pt x="14080147" y="9274162"/>
                </a:lnTo>
                <a:close/>
              </a:path>
              <a:path w="18288635" h="10287000">
                <a:moveTo>
                  <a:pt x="14084630" y="10098583"/>
                </a:moveTo>
                <a:lnTo>
                  <a:pt x="14083030" y="10095801"/>
                </a:lnTo>
                <a:lnTo>
                  <a:pt x="14080249" y="10097402"/>
                </a:lnTo>
                <a:lnTo>
                  <a:pt x="14081862" y="10100183"/>
                </a:lnTo>
                <a:lnTo>
                  <a:pt x="14084630" y="10098583"/>
                </a:lnTo>
                <a:close/>
              </a:path>
              <a:path w="18288635" h="10287000">
                <a:moveTo>
                  <a:pt x="14094117" y="9502419"/>
                </a:moveTo>
                <a:lnTo>
                  <a:pt x="14092911" y="9500337"/>
                </a:lnTo>
                <a:lnTo>
                  <a:pt x="14090828" y="9501543"/>
                </a:lnTo>
                <a:lnTo>
                  <a:pt x="14092034" y="9503626"/>
                </a:lnTo>
                <a:lnTo>
                  <a:pt x="14094117" y="9502419"/>
                </a:lnTo>
                <a:close/>
              </a:path>
              <a:path w="18288635" h="10287000">
                <a:moveTo>
                  <a:pt x="14103312" y="8906180"/>
                </a:moveTo>
                <a:lnTo>
                  <a:pt x="14103071" y="8905748"/>
                </a:lnTo>
                <a:lnTo>
                  <a:pt x="14101674" y="8905748"/>
                </a:lnTo>
                <a:lnTo>
                  <a:pt x="14101928" y="8906180"/>
                </a:lnTo>
                <a:lnTo>
                  <a:pt x="14103312" y="8906180"/>
                </a:lnTo>
                <a:close/>
              </a:path>
              <a:path w="18288635" h="10287000">
                <a:moveTo>
                  <a:pt x="14108354" y="9730753"/>
                </a:moveTo>
                <a:lnTo>
                  <a:pt x="14106754" y="9727971"/>
                </a:lnTo>
                <a:lnTo>
                  <a:pt x="14103972" y="9729572"/>
                </a:lnTo>
                <a:lnTo>
                  <a:pt x="14105573" y="9732353"/>
                </a:lnTo>
                <a:lnTo>
                  <a:pt x="14108354" y="9730753"/>
                </a:lnTo>
                <a:close/>
              </a:path>
              <a:path w="18288635" h="10287000">
                <a:moveTo>
                  <a:pt x="14117561" y="9134513"/>
                </a:moveTo>
                <a:lnTo>
                  <a:pt x="14116558" y="9132773"/>
                </a:lnTo>
                <a:lnTo>
                  <a:pt x="14114818" y="9133776"/>
                </a:lnTo>
                <a:lnTo>
                  <a:pt x="14115822" y="9135516"/>
                </a:lnTo>
                <a:lnTo>
                  <a:pt x="14117561" y="9134513"/>
                </a:lnTo>
                <a:close/>
              </a:path>
              <a:path w="18288635" h="10287000">
                <a:moveTo>
                  <a:pt x="14122324" y="9959010"/>
                </a:moveTo>
                <a:lnTo>
                  <a:pt x="14120521" y="9955873"/>
                </a:lnTo>
                <a:lnTo>
                  <a:pt x="14117396" y="9957689"/>
                </a:lnTo>
                <a:lnTo>
                  <a:pt x="14119200" y="9960813"/>
                </a:lnTo>
                <a:lnTo>
                  <a:pt x="14122324" y="9959010"/>
                </a:lnTo>
                <a:close/>
              </a:path>
              <a:path w="18288635" h="10287000">
                <a:moveTo>
                  <a:pt x="14131531" y="9362770"/>
                </a:moveTo>
                <a:lnTo>
                  <a:pt x="14130325" y="9360687"/>
                </a:lnTo>
                <a:lnTo>
                  <a:pt x="14128242" y="9361894"/>
                </a:lnTo>
                <a:lnTo>
                  <a:pt x="14129449" y="9363964"/>
                </a:lnTo>
                <a:lnTo>
                  <a:pt x="14131531" y="9362770"/>
                </a:lnTo>
                <a:close/>
              </a:path>
              <a:path w="18288635" h="10287000">
                <a:moveTo>
                  <a:pt x="14136294" y="10187267"/>
                </a:moveTo>
                <a:lnTo>
                  <a:pt x="14134287" y="10183787"/>
                </a:lnTo>
                <a:lnTo>
                  <a:pt x="14130820" y="10185794"/>
                </a:lnTo>
                <a:lnTo>
                  <a:pt x="14132827" y="10189261"/>
                </a:lnTo>
                <a:lnTo>
                  <a:pt x="14136294" y="10187267"/>
                </a:lnTo>
                <a:close/>
              </a:path>
              <a:path w="18288635" h="10287000">
                <a:moveTo>
                  <a:pt x="14140739" y="8766531"/>
                </a:moveTo>
                <a:lnTo>
                  <a:pt x="14140485" y="8766099"/>
                </a:lnTo>
                <a:lnTo>
                  <a:pt x="14139088" y="8766099"/>
                </a:lnTo>
                <a:lnTo>
                  <a:pt x="14139342" y="8766531"/>
                </a:lnTo>
                <a:lnTo>
                  <a:pt x="14140739" y="8766531"/>
                </a:lnTo>
                <a:close/>
              </a:path>
              <a:path w="18288635" h="10287000">
                <a:moveTo>
                  <a:pt x="14145781" y="9591103"/>
                </a:moveTo>
                <a:lnTo>
                  <a:pt x="14144168" y="9588322"/>
                </a:lnTo>
                <a:lnTo>
                  <a:pt x="14141387" y="9589922"/>
                </a:lnTo>
                <a:lnTo>
                  <a:pt x="14143000" y="9592704"/>
                </a:lnTo>
                <a:lnTo>
                  <a:pt x="14145781" y="9591103"/>
                </a:lnTo>
                <a:close/>
              </a:path>
              <a:path w="18288635" h="10287000">
                <a:moveTo>
                  <a:pt x="14154709" y="8994788"/>
                </a:moveTo>
                <a:lnTo>
                  <a:pt x="14153909" y="8993403"/>
                </a:lnTo>
                <a:lnTo>
                  <a:pt x="14152512" y="8994203"/>
                </a:lnTo>
                <a:lnTo>
                  <a:pt x="14153325" y="8995588"/>
                </a:lnTo>
                <a:lnTo>
                  <a:pt x="14154709" y="8994788"/>
                </a:lnTo>
                <a:close/>
              </a:path>
              <a:path w="18288635" h="10287000">
                <a:moveTo>
                  <a:pt x="14159751" y="9819348"/>
                </a:moveTo>
                <a:lnTo>
                  <a:pt x="14157947" y="9816224"/>
                </a:lnTo>
                <a:lnTo>
                  <a:pt x="14154823" y="9818027"/>
                </a:lnTo>
                <a:lnTo>
                  <a:pt x="14156627" y="9821164"/>
                </a:lnTo>
                <a:lnTo>
                  <a:pt x="14159751" y="9819348"/>
                </a:lnTo>
                <a:close/>
              </a:path>
              <a:path w="18288635" h="10287000">
                <a:moveTo>
                  <a:pt x="14168946" y="9223121"/>
                </a:moveTo>
                <a:lnTo>
                  <a:pt x="14167752" y="9221038"/>
                </a:lnTo>
                <a:lnTo>
                  <a:pt x="14165669" y="9222245"/>
                </a:lnTo>
                <a:lnTo>
                  <a:pt x="14166863" y="9224327"/>
                </a:lnTo>
                <a:lnTo>
                  <a:pt x="14168946" y="9223121"/>
                </a:lnTo>
                <a:close/>
              </a:path>
              <a:path w="18288635" h="10287000">
                <a:moveTo>
                  <a:pt x="14173708" y="10047618"/>
                </a:moveTo>
                <a:lnTo>
                  <a:pt x="14171714" y="10044138"/>
                </a:lnTo>
                <a:lnTo>
                  <a:pt x="14168234" y="10046144"/>
                </a:lnTo>
                <a:lnTo>
                  <a:pt x="14170241" y="10049612"/>
                </a:lnTo>
                <a:lnTo>
                  <a:pt x="14173708" y="10047618"/>
                </a:lnTo>
                <a:close/>
              </a:path>
              <a:path w="18288635" h="10287000">
                <a:moveTo>
                  <a:pt x="14183195" y="9451442"/>
                </a:moveTo>
                <a:lnTo>
                  <a:pt x="14181595" y="9448673"/>
                </a:lnTo>
                <a:lnTo>
                  <a:pt x="14178814" y="9450273"/>
                </a:lnTo>
                <a:lnTo>
                  <a:pt x="14180414" y="9453054"/>
                </a:lnTo>
                <a:lnTo>
                  <a:pt x="14183195" y="9451442"/>
                </a:lnTo>
                <a:close/>
              </a:path>
              <a:path w="18288635" h="10287000">
                <a:moveTo>
                  <a:pt x="14187691" y="10275875"/>
                </a:moveTo>
                <a:lnTo>
                  <a:pt x="14185481" y="10272052"/>
                </a:lnTo>
                <a:lnTo>
                  <a:pt x="14181658" y="10274262"/>
                </a:lnTo>
                <a:lnTo>
                  <a:pt x="14183868" y="10278072"/>
                </a:lnTo>
                <a:lnTo>
                  <a:pt x="14187691" y="10275875"/>
                </a:lnTo>
                <a:close/>
              </a:path>
              <a:path w="18288635" h="10287000">
                <a:moveTo>
                  <a:pt x="14192123" y="8855138"/>
                </a:moveTo>
                <a:lnTo>
                  <a:pt x="14191323" y="8853754"/>
                </a:lnTo>
                <a:lnTo>
                  <a:pt x="14189939" y="8854554"/>
                </a:lnTo>
                <a:lnTo>
                  <a:pt x="14190739" y="8855939"/>
                </a:lnTo>
                <a:lnTo>
                  <a:pt x="14192123" y="8855138"/>
                </a:lnTo>
                <a:close/>
              </a:path>
              <a:path w="18288635" h="10287000">
                <a:moveTo>
                  <a:pt x="14197165" y="9679699"/>
                </a:moveTo>
                <a:lnTo>
                  <a:pt x="14195362" y="9676574"/>
                </a:lnTo>
                <a:lnTo>
                  <a:pt x="14192237" y="9678378"/>
                </a:lnTo>
                <a:lnTo>
                  <a:pt x="14194041" y="9681502"/>
                </a:lnTo>
                <a:lnTo>
                  <a:pt x="14197165" y="9679699"/>
                </a:lnTo>
                <a:close/>
              </a:path>
              <a:path w="18288635" h="10287000">
                <a:moveTo>
                  <a:pt x="14206373" y="9083472"/>
                </a:moveTo>
                <a:lnTo>
                  <a:pt x="14205166" y="9081389"/>
                </a:lnTo>
                <a:lnTo>
                  <a:pt x="14203083" y="9082583"/>
                </a:lnTo>
                <a:lnTo>
                  <a:pt x="14204290" y="9084678"/>
                </a:lnTo>
                <a:lnTo>
                  <a:pt x="14206373" y="9083472"/>
                </a:lnTo>
                <a:close/>
              </a:path>
              <a:path w="18288635" h="10287000">
                <a:moveTo>
                  <a:pt x="14211135" y="9907968"/>
                </a:moveTo>
                <a:lnTo>
                  <a:pt x="14209128" y="9904489"/>
                </a:lnTo>
                <a:lnTo>
                  <a:pt x="14205661" y="9906495"/>
                </a:lnTo>
                <a:lnTo>
                  <a:pt x="14207655" y="9909962"/>
                </a:lnTo>
                <a:lnTo>
                  <a:pt x="14211135" y="9907968"/>
                </a:lnTo>
                <a:close/>
              </a:path>
              <a:path w="18288635" h="10287000">
                <a:moveTo>
                  <a:pt x="14220609" y="9311805"/>
                </a:moveTo>
                <a:lnTo>
                  <a:pt x="14219009" y="9309024"/>
                </a:lnTo>
                <a:lnTo>
                  <a:pt x="14216228" y="9310624"/>
                </a:lnTo>
                <a:lnTo>
                  <a:pt x="14217841" y="9313405"/>
                </a:lnTo>
                <a:lnTo>
                  <a:pt x="14220609" y="9311805"/>
                </a:lnTo>
                <a:close/>
              </a:path>
              <a:path w="18288635" h="10287000">
                <a:moveTo>
                  <a:pt x="14225384" y="10136289"/>
                </a:moveTo>
                <a:lnTo>
                  <a:pt x="14222971" y="10132123"/>
                </a:lnTo>
                <a:lnTo>
                  <a:pt x="14218806" y="10134536"/>
                </a:lnTo>
                <a:lnTo>
                  <a:pt x="14221206" y="10138702"/>
                </a:lnTo>
                <a:lnTo>
                  <a:pt x="14225384" y="10136289"/>
                </a:lnTo>
                <a:close/>
              </a:path>
              <a:path w="18288635" h="10287000">
                <a:moveTo>
                  <a:pt x="14229550" y="8715489"/>
                </a:moveTo>
                <a:lnTo>
                  <a:pt x="14228737" y="8714105"/>
                </a:lnTo>
                <a:lnTo>
                  <a:pt x="14227353" y="8714905"/>
                </a:lnTo>
                <a:lnTo>
                  <a:pt x="14228153" y="8716289"/>
                </a:lnTo>
                <a:lnTo>
                  <a:pt x="14229550" y="8715489"/>
                </a:lnTo>
                <a:close/>
              </a:path>
              <a:path w="18288635" h="10287000">
                <a:moveTo>
                  <a:pt x="14234579" y="9540049"/>
                </a:moveTo>
                <a:lnTo>
                  <a:pt x="14232776" y="9536938"/>
                </a:lnTo>
                <a:lnTo>
                  <a:pt x="14229652" y="9538741"/>
                </a:lnTo>
                <a:lnTo>
                  <a:pt x="14231455" y="9541866"/>
                </a:lnTo>
                <a:lnTo>
                  <a:pt x="14234579" y="9540049"/>
                </a:lnTo>
                <a:close/>
              </a:path>
              <a:path w="18288635" h="10287000">
                <a:moveTo>
                  <a:pt x="14243787" y="8943823"/>
                </a:moveTo>
                <a:lnTo>
                  <a:pt x="14242593" y="8941740"/>
                </a:lnTo>
                <a:lnTo>
                  <a:pt x="14240510" y="8942946"/>
                </a:lnTo>
                <a:lnTo>
                  <a:pt x="14241704" y="8945029"/>
                </a:lnTo>
                <a:lnTo>
                  <a:pt x="14243787" y="8943823"/>
                </a:lnTo>
                <a:close/>
              </a:path>
              <a:path w="18288635" h="10287000">
                <a:moveTo>
                  <a:pt x="14248549" y="9768319"/>
                </a:moveTo>
                <a:lnTo>
                  <a:pt x="14246555" y="9764839"/>
                </a:lnTo>
                <a:lnTo>
                  <a:pt x="14243076" y="9766846"/>
                </a:lnTo>
                <a:lnTo>
                  <a:pt x="14245082" y="9770313"/>
                </a:lnTo>
                <a:lnTo>
                  <a:pt x="14248549" y="9768319"/>
                </a:lnTo>
                <a:close/>
              </a:path>
              <a:path w="18288635" h="10287000">
                <a:moveTo>
                  <a:pt x="14258036" y="9172156"/>
                </a:moveTo>
                <a:lnTo>
                  <a:pt x="14256436" y="9169375"/>
                </a:lnTo>
                <a:lnTo>
                  <a:pt x="14253655" y="9170975"/>
                </a:lnTo>
                <a:lnTo>
                  <a:pt x="14255255" y="9173756"/>
                </a:lnTo>
                <a:lnTo>
                  <a:pt x="14258036" y="9172156"/>
                </a:lnTo>
                <a:close/>
              </a:path>
              <a:path w="18288635" h="10287000">
                <a:moveTo>
                  <a:pt x="14262799" y="9996640"/>
                </a:moveTo>
                <a:lnTo>
                  <a:pt x="14260386" y="9992487"/>
                </a:lnTo>
                <a:lnTo>
                  <a:pt x="14256220" y="9994887"/>
                </a:lnTo>
                <a:lnTo>
                  <a:pt x="14258633" y="9999053"/>
                </a:lnTo>
                <a:lnTo>
                  <a:pt x="14262799" y="9996640"/>
                </a:lnTo>
                <a:close/>
              </a:path>
              <a:path w="18288635" h="10287000">
                <a:moveTo>
                  <a:pt x="14266685" y="8575777"/>
                </a:moveTo>
                <a:lnTo>
                  <a:pt x="14266431" y="8575332"/>
                </a:lnTo>
                <a:lnTo>
                  <a:pt x="14265047" y="8575332"/>
                </a:lnTo>
                <a:lnTo>
                  <a:pt x="14265301" y="8575777"/>
                </a:lnTo>
                <a:lnTo>
                  <a:pt x="14266685" y="8575777"/>
                </a:lnTo>
                <a:close/>
              </a:path>
              <a:path w="18288635" h="10287000">
                <a:moveTo>
                  <a:pt x="14272006" y="9400413"/>
                </a:moveTo>
                <a:lnTo>
                  <a:pt x="14270203" y="9397289"/>
                </a:lnTo>
                <a:lnTo>
                  <a:pt x="14267079" y="9399092"/>
                </a:lnTo>
                <a:lnTo>
                  <a:pt x="14268882" y="9402216"/>
                </a:lnTo>
                <a:lnTo>
                  <a:pt x="14272006" y="9400413"/>
                </a:lnTo>
                <a:close/>
              </a:path>
              <a:path w="18288635" h="10287000">
                <a:moveTo>
                  <a:pt x="14276769" y="10224897"/>
                </a:moveTo>
                <a:lnTo>
                  <a:pt x="14274165" y="10220388"/>
                </a:lnTo>
                <a:lnTo>
                  <a:pt x="14269644" y="10222992"/>
                </a:lnTo>
                <a:lnTo>
                  <a:pt x="14272260" y="10227500"/>
                </a:lnTo>
                <a:lnTo>
                  <a:pt x="14276769" y="10224897"/>
                </a:lnTo>
                <a:close/>
              </a:path>
              <a:path w="18288635" h="10287000">
                <a:moveTo>
                  <a:pt x="14280934" y="8804097"/>
                </a:moveTo>
                <a:lnTo>
                  <a:pt x="14279931" y="8802357"/>
                </a:lnTo>
                <a:lnTo>
                  <a:pt x="14278191" y="8803361"/>
                </a:lnTo>
                <a:lnTo>
                  <a:pt x="14279194" y="8805100"/>
                </a:lnTo>
                <a:lnTo>
                  <a:pt x="14280934" y="8804097"/>
                </a:lnTo>
                <a:close/>
              </a:path>
              <a:path w="18288635" h="10287000">
                <a:moveTo>
                  <a:pt x="14286243" y="9628734"/>
                </a:moveTo>
                <a:lnTo>
                  <a:pt x="14284046" y="9624924"/>
                </a:lnTo>
                <a:lnTo>
                  <a:pt x="14280223" y="9627121"/>
                </a:lnTo>
                <a:lnTo>
                  <a:pt x="14282433" y="9630943"/>
                </a:lnTo>
                <a:lnTo>
                  <a:pt x="14286243" y="9628734"/>
                </a:lnTo>
                <a:close/>
              </a:path>
              <a:path w="18288635" h="10287000">
                <a:moveTo>
                  <a:pt x="14295184" y="9032430"/>
                </a:moveTo>
                <a:lnTo>
                  <a:pt x="14293774" y="9030005"/>
                </a:lnTo>
                <a:lnTo>
                  <a:pt x="14291348" y="9031402"/>
                </a:lnTo>
                <a:lnTo>
                  <a:pt x="14292745" y="9033827"/>
                </a:lnTo>
                <a:lnTo>
                  <a:pt x="14295184" y="9032430"/>
                </a:lnTo>
                <a:close/>
              </a:path>
              <a:path w="18288635" h="10287000">
                <a:moveTo>
                  <a:pt x="14300213" y="9856991"/>
                </a:moveTo>
                <a:lnTo>
                  <a:pt x="14297813" y="9852825"/>
                </a:lnTo>
                <a:lnTo>
                  <a:pt x="14293647" y="9855238"/>
                </a:lnTo>
                <a:lnTo>
                  <a:pt x="14296047" y="9859404"/>
                </a:lnTo>
                <a:lnTo>
                  <a:pt x="14300213" y="9856991"/>
                </a:lnTo>
                <a:close/>
              </a:path>
              <a:path w="18288635" h="10287000">
                <a:moveTo>
                  <a:pt x="14304112" y="8436127"/>
                </a:moveTo>
                <a:lnTo>
                  <a:pt x="14303858" y="8435683"/>
                </a:lnTo>
                <a:lnTo>
                  <a:pt x="14302461" y="8435683"/>
                </a:lnTo>
                <a:lnTo>
                  <a:pt x="14302715" y="8436127"/>
                </a:lnTo>
                <a:lnTo>
                  <a:pt x="14304112" y="8436127"/>
                </a:lnTo>
                <a:close/>
              </a:path>
              <a:path w="18288635" h="10287000">
                <a:moveTo>
                  <a:pt x="14309420" y="9260764"/>
                </a:moveTo>
                <a:lnTo>
                  <a:pt x="14307617" y="9257640"/>
                </a:lnTo>
                <a:lnTo>
                  <a:pt x="14304493" y="9259430"/>
                </a:lnTo>
                <a:lnTo>
                  <a:pt x="14306296" y="9262567"/>
                </a:lnTo>
                <a:lnTo>
                  <a:pt x="14309420" y="9260764"/>
                </a:lnTo>
                <a:close/>
              </a:path>
              <a:path w="18288635" h="10287000">
                <a:moveTo>
                  <a:pt x="14314462" y="10085324"/>
                </a:moveTo>
                <a:lnTo>
                  <a:pt x="14311656" y="10080460"/>
                </a:lnTo>
                <a:lnTo>
                  <a:pt x="14306791" y="10083267"/>
                </a:lnTo>
                <a:lnTo>
                  <a:pt x="14309598" y="10088131"/>
                </a:lnTo>
                <a:lnTo>
                  <a:pt x="14314462" y="10085324"/>
                </a:lnTo>
                <a:close/>
              </a:path>
              <a:path w="18288635" h="10287000">
                <a:moveTo>
                  <a:pt x="14318361" y="8664448"/>
                </a:moveTo>
                <a:lnTo>
                  <a:pt x="14317358" y="8662721"/>
                </a:lnTo>
                <a:lnTo>
                  <a:pt x="14315618" y="8663724"/>
                </a:lnTo>
                <a:lnTo>
                  <a:pt x="14316621" y="8665451"/>
                </a:lnTo>
                <a:lnTo>
                  <a:pt x="14318361" y="8664448"/>
                </a:lnTo>
                <a:close/>
              </a:path>
              <a:path w="18288635" h="10287000">
                <a:moveTo>
                  <a:pt x="14323670" y="9489097"/>
                </a:moveTo>
                <a:lnTo>
                  <a:pt x="14321460" y="9485274"/>
                </a:lnTo>
                <a:lnTo>
                  <a:pt x="14317637" y="9487471"/>
                </a:lnTo>
                <a:lnTo>
                  <a:pt x="14319847" y="9491294"/>
                </a:lnTo>
                <a:lnTo>
                  <a:pt x="14323670" y="9489097"/>
                </a:lnTo>
                <a:close/>
              </a:path>
              <a:path w="18288635" h="10287000">
                <a:moveTo>
                  <a:pt x="14332598" y="8892781"/>
                </a:moveTo>
                <a:lnTo>
                  <a:pt x="14331188" y="8890356"/>
                </a:lnTo>
                <a:lnTo>
                  <a:pt x="14328762" y="8891753"/>
                </a:lnTo>
                <a:lnTo>
                  <a:pt x="14330172" y="8894178"/>
                </a:lnTo>
                <a:lnTo>
                  <a:pt x="14332598" y="8892781"/>
                </a:lnTo>
                <a:close/>
              </a:path>
              <a:path w="18288635" h="10287000">
                <a:moveTo>
                  <a:pt x="14337906" y="9717418"/>
                </a:moveTo>
                <a:lnTo>
                  <a:pt x="14335303" y="9712909"/>
                </a:lnTo>
                <a:lnTo>
                  <a:pt x="14330794" y="9715513"/>
                </a:lnTo>
                <a:lnTo>
                  <a:pt x="14333398" y="9720021"/>
                </a:lnTo>
                <a:lnTo>
                  <a:pt x="14337906" y="9717418"/>
                </a:lnTo>
                <a:close/>
              </a:path>
              <a:path w="18288635" h="10287000">
                <a:moveTo>
                  <a:pt x="14346835" y="9121115"/>
                </a:moveTo>
                <a:lnTo>
                  <a:pt x="14345031" y="9117990"/>
                </a:lnTo>
                <a:lnTo>
                  <a:pt x="14341907" y="9119794"/>
                </a:lnTo>
                <a:lnTo>
                  <a:pt x="14343723" y="9122918"/>
                </a:lnTo>
                <a:lnTo>
                  <a:pt x="14346835" y="9121115"/>
                </a:lnTo>
                <a:close/>
              </a:path>
              <a:path w="18288635" h="10287000">
                <a:moveTo>
                  <a:pt x="14351876" y="9945675"/>
                </a:moveTo>
                <a:lnTo>
                  <a:pt x="14349070" y="9940823"/>
                </a:lnTo>
                <a:lnTo>
                  <a:pt x="14344218" y="9943617"/>
                </a:lnTo>
                <a:lnTo>
                  <a:pt x="14347025" y="9948481"/>
                </a:lnTo>
                <a:lnTo>
                  <a:pt x="14351876" y="9945675"/>
                </a:lnTo>
                <a:close/>
              </a:path>
              <a:path w="18288635" h="10287000">
                <a:moveTo>
                  <a:pt x="14355496" y="8524723"/>
                </a:moveTo>
                <a:lnTo>
                  <a:pt x="14354696" y="8523338"/>
                </a:lnTo>
                <a:lnTo>
                  <a:pt x="14353312" y="8524138"/>
                </a:lnTo>
                <a:lnTo>
                  <a:pt x="14354112" y="8525523"/>
                </a:lnTo>
                <a:lnTo>
                  <a:pt x="14355496" y="8524723"/>
                </a:lnTo>
                <a:close/>
              </a:path>
              <a:path w="18288635" h="10287000">
                <a:moveTo>
                  <a:pt x="14360805" y="9349372"/>
                </a:moveTo>
                <a:lnTo>
                  <a:pt x="14358798" y="9345892"/>
                </a:lnTo>
                <a:lnTo>
                  <a:pt x="14355331" y="9347898"/>
                </a:lnTo>
                <a:lnTo>
                  <a:pt x="14357337" y="9351366"/>
                </a:lnTo>
                <a:lnTo>
                  <a:pt x="14360805" y="9349372"/>
                </a:lnTo>
                <a:close/>
              </a:path>
              <a:path w="18288635" h="10287000">
                <a:moveTo>
                  <a:pt x="14365846" y="10173932"/>
                </a:moveTo>
                <a:lnTo>
                  <a:pt x="14362849" y="10168725"/>
                </a:lnTo>
                <a:lnTo>
                  <a:pt x="14357642" y="10171735"/>
                </a:lnTo>
                <a:lnTo>
                  <a:pt x="14360639" y="10176942"/>
                </a:lnTo>
                <a:lnTo>
                  <a:pt x="14365846" y="10173932"/>
                </a:lnTo>
                <a:close/>
              </a:path>
              <a:path w="18288635" h="10287000">
                <a:moveTo>
                  <a:pt x="14370012" y="8753132"/>
                </a:moveTo>
                <a:lnTo>
                  <a:pt x="14368615" y="8750706"/>
                </a:lnTo>
                <a:lnTo>
                  <a:pt x="14366177" y="8752103"/>
                </a:lnTo>
                <a:lnTo>
                  <a:pt x="14367586" y="8754542"/>
                </a:lnTo>
                <a:lnTo>
                  <a:pt x="14370012" y="8753132"/>
                </a:lnTo>
                <a:close/>
              </a:path>
              <a:path w="18288635" h="10287000">
                <a:moveTo>
                  <a:pt x="14375333" y="9577768"/>
                </a:moveTo>
                <a:lnTo>
                  <a:pt x="14372717" y="9573260"/>
                </a:lnTo>
                <a:lnTo>
                  <a:pt x="14368209" y="9575863"/>
                </a:lnTo>
                <a:lnTo>
                  <a:pt x="14370825" y="9580372"/>
                </a:lnTo>
                <a:lnTo>
                  <a:pt x="14375333" y="9577768"/>
                </a:lnTo>
                <a:close/>
              </a:path>
              <a:path w="18288635" h="10287000">
                <a:moveTo>
                  <a:pt x="14384261" y="8981465"/>
                </a:moveTo>
                <a:lnTo>
                  <a:pt x="14382458" y="8978341"/>
                </a:lnTo>
                <a:lnTo>
                  <a:pt x="14379334" y="8980145"/>
                </a:lnTo>
                <a:lnTo>
                  <a:pt x="14381137" y="8983269"/>
                </a:lnTo>
                <a:lnTo>
                  <a:pt x="14384261" y="8981465"/>
                </a:lnTo>
                <a:close/>
              </a:path>
              <a:path w="18288635" h="10287000">
                <a:moveTo>
                  <a:pt x="14389303" y="9806026"/>
                </a:moveTo>
                <a:lnTo>
                  <a:pt x="14386497" y="9801174"/>
                </a:lnTo>
                <a:lnTo>
                  <a:pt x="14381633" y="9803968"/>
                </a:lnTo>
                <a:lnTo>
                  <a:pt x="14384439" y="9808832"/>
                </a:lnTo>
                <a:lnTo>
                  <a:pt x="14389303" y="9806026"/>
                </a:lnTo>
                <a:close/>
              </a:path>
              <a:path w="18288635" h="10287000">
                <a:moveTo>
                  <a:pt x="14392910" y="8385073"/>
                </a:moveTo>
                <a:lnTo>
                  <a:pt x="14392110" y="8383689"/>
                </a:lnTo>
                <a:lnTo>
                  <a:pt x="14390726" y="8384489"/>
                </a:lnTo>
                <a:lnTo>
                  <a:pt x="14391526" y="8385873"/>
                </a:lnTo>
                <a:lnTo>
                  <a:pt x="14392910" y="8385073"/>
                </a:lnTo>
                <a:close/>
              </a:path>
              <a:path w="18288635" h="10287000">
                <a:moveTo>
                  <a:pt x="14398231" y="9209722"/>
                </a:moveTo>
                <a:lnTo>
                  <a:pt x="14396225" y="9206243"/>
                </a:lnTo>
                <a:lnTo>
                  <a:pt x="14392758" y="9208249"/>
                </a:lnTo>
                <a:lnTo>
                  <a:pt x="14394764" y="9211716"/>
                </a:lnTo>
                <a:lnTo>
                  <a:pt x="14398231" y="9209722"/>
                </a:lnTo>
                <a:close/>
              </a:path>
              <a:path w="18288635" h="10287000">
                <a:moveTo>
                  <a:pt x="14403273" y="10034283"/>
                </a:moveTo>
                <a:lnTo>
                  <a:pt x="14400263" y="10029076"/>
                </a:lnTo>
                <a:lnTo>
                  <a:pt x="14395056" y="10032086"/>
                </a:lnTo>
                <a:lnTo>
                  <a:pt x="14398066" y="10037293"/>
                </a:lnTo>
                <a:lnTo>
                  <a:pt x="14403273" y="10034283"/>
                </a:lnTo>
                <a:close/>
              </a:path>
              <a:path w="18288635" h="10287000">
                <a:moveTo>
                  <a:pt x="14407160" y="8613407"/>
                </a:moveTo>
                <a:lnTo>
                  <a:pt x="14405953" y="8611324"/>
                </a:lnTo>
                <a:lnTo>
                  <a:pt x="14403870" y="8612530"/>
                </a:lnTo>
                <a:lnTo>
                  <a:pt x="14405077" y="8614613"/>
                </a:lnTo>
                <a:lnTo>
                  <a:pt x="14407160" y="8613407"/>
                </a:lnTo>
                <a:close/>
              </a:path>
              <a:path w="18288635" h="10287000">
                <a:moveTo>
                  <a:pt x="14412748" y="9438119"/>
                </a:moveTo>
                <a:lnTo>
                  <a:pt x="14410144" y="9433611"/>
                </a:lnTo>
                <a:lnTo>
                  <a:pt x="14405623" y="9436214"/>
                </a:lnTo>
                <a:lnTo>
                  <a:pt x="14408226" y="9440723"/>
                </a:lnTo>
                <a:lnTo>
                  <a:pt x="14412748" y="9438119"/>
                </a:lnTo>
                <a:close/>
              </a:path>
              <a:path w="18288635" h="10287000">
                <a:moveTo>
                  <a:pt x="14417243" y="10262540"/>
                </a:moveTo>
                <a:lnTo>
                  <a:pt x="14414030" y="10256990"/>
                </a:lnTo>
                <a:lnTo>
                  <a:pt x="14408480" y="10260190"/>
                </a:lnTo>
                <a:lnTo>
                  <a:pt x="14411681" y="10265740"/>
                </a:lnTo>
                <a:lnTo>
                  <a:pt x="14417243" y="10262540"/>
                </a:lnTo>
                <a:close/>
              </a:path>
              <a:path w="18288635" h="10287000">
                <a:moveTo>
                  <a:pt x="14421409" y="8841740"/>
                </a:moveTo>
                <a:lnTo>
                  <a:pt x="14419796" y="8838959"/>
                </a:lnTo>
                <a:lnTo>
                  <a:pt x="14417027" y="8840559"/>
                </a:lnTo>
                <a:lnTo>
                  <a:pt x="14418628" y="8843340"/>
                </a:lnTo>
                <a:lnTo>
                  <a:pt x="14421409" y="8841740"/>
                </a:lnTo>
                <a:close/>
              </a:path>
              <a:path w="18288635" h="10287000">
                <a:moveTo>
                  <a:pt x="14426718" y="9666376"/>
                </a:moveTo>
                <a:lnTo>
                  <a:pt x="14423911" y="9661512"/>
                </a:lnTo>
                <a:lnTo>
                  <a:pt x="14419047" y="9664319"/>
                </a:lnTo>
                <a:lnTo>
                  <a:pt x="14421853" y="9669183"/>
                </a:lnTo>
                <a:lnTo>
                  <a:pt x="14426718" y="9666376"/>
                </a:lnTo>
                <a:close/>
              </a:path>
              <a:path w="18288635" h="10287000">
                <a:moveTo>
                  <a:pt x="14430058" y="8245361"/>
                </a:moveTo>
                <a:lnTo>
                  <a:pt x="14429804" y="8244916"/>
                </a:lnTo>
                <a:lnTo>
                  <a:pt x="14428419" y="8244916"/>
                </a:lnTo>
                <a:lnTo>
                  <a:pt x="14428673" y="8245361"/>
                </a:lnTo>
                <a:lnTo>
                  <a:pt x="14430058" y="8245361"/>
                </a:lnTo>
                <a:close/>
              </a:path>
              <a:path w="18288635" h="10287000">
                <a:moveTo>
                  <a:pt x="14435646" y="9070073"/>
                </a:moveTo>
                <a:lnTo>
                  <a:pt x="14433639" y="9066593"/>
                </a:lnTo>
                <a:lnTo>
                  <a:pt x="14430172" y="9068600"/>
                </a:lnTo>
                <a:lnTo>
                  <a:pt x="14432179" y="9072080"/>
                </a:lnTo>
                <a:lnTo>
                  <a:pt x="14435646" y="9070073"/>
                </a:lnTo>
                <a:close/>
              </a:path>
              <a:path w="18288635" h="10287000">
                <a:moveTo>
                  <a:pt x="14440967" y="9894710"/>
                </a:moveTo>
                <a:lnTo>
                  <a:pt x="14437754" y="9889147"/>
                </a:lnTo>
                <a:lnTo>
                  <a:pt x="14432191" y="9892360"/>
                </a:lnTo>
                <a:lnTo>
                  <a:pt x="14435404" y="9897910"/>
                </a:lnTo>
                <a:lnTo>
                  <a:pt x="14440967" y="9894710"/>
                </a:lnTo>
                <a:close/>
              </a:path>
              <a:path w="18288635" h="10287000">
                <a:moveTo>
                  <a:pt x="14444574" y="8473757"/>
                </a:moveTo>
                <a:lnTo>
                  <a:pt x="14443380" y="8471675"/>
                </a:lnTo>
                <a:lnTo>
                  <a:pt x="14441297" y="8472881"/>
                </a:lnTo>
                <a:lnTo>
                  <a:pt x="14442491" y="8474964"/>
                </a:lnTo>
                <a:lnTo>
                  <a:pt x="14444574" y="8473757"/>
                </a:lnTo>
                <a:close/>
              </a:path>
              <a:path w="18288635" h="10287000">
                <a:moveTo>
                  <a:pt x="14449895" y="9298394"/>
                </a:moveTo>
                <a:lnTo>
                  <a:pt x="14447482" y="9294228"/>
                </a:lnTo>
                <a:lnTo>
                  <a:pt x="14443316" y="9296641"/>
                </a:lnTo>
                <a:lnTo>
                  <a:pt x="14445729" y="9300807"/>
                </a:lnTo>
                <a:lnTo>
                  <a:pt x="14449895" y="9298394"/>
                </a:lnTo>
                <a:close/>
              </a:path>
              <a:path w="18288635" h="10287000">
                <a:moveTo>
                  <a:pt x="14454937" y="10122967"/>
                </a:moveTo>
                <a:lnTo>
                  <a:pt x="14451521" y="10117061"/>
                </a:lnTo>
                <a:lnTo>
                  <a:pt x="14445628" y="10120465"/>
                </a:lnTo>
                <a:lnTo>
                  <a:pt x="14449031" y="10126370"/>
                </a:lnTo>
                <a:lnTo>
                  <a:pt x="14454937" y="10122967"/>
                </a:lnTo>
                <a:close/>
              </a:path>
              <a:path w="18288635" h="10287000">
                <a:moveTo>
                  <a:pt x="14458823" y="8702091"/>
                </a:moveTo>
                <a:lnTo>
                  <a:pt x="14457223" y="8699309"/>
                </a:lnTo>
                <a:lnTo>
                  <a:pt x="14454442" y="8700922"/>
                </a:lnTo>
                <a:lnTo>
                  <a:pt x="14456042" y="8703691"/>
                </a:lnTo>
                <a:lnTo>
                  <a:pt x="14458823" y="8702091"/>
                </a:lnTo>
                <a:close/>
              </a:path>
              <a:path w="18288635" h="10287000">
                <a:moveTo>
                  <a:pt x="14464144" y="9526727"/>
                </a:moveTo>
                <a:lnTo>
                  <a:pt x="14461325" y="9521863"/>
                </a:lnTo>
                <a:lnTo>
                  <a:pt x="14456474" y="9524670"/>
                </a:lnTo>
                <a:lnTo>
                  <a:pt x="14459280" y="9529534"/>
                </a:lnTo>
                <a:lnTo>
                  <a:pt x="14464144" y="9526727"/>
                </a:lnTo>
                <a:close/>
              </a:path>
              <a:path w="18288635" h="10287000">
                <a:moveTo>
                  <a:pt x="14467472" y="8105711"/>
                </a:moveTo>
                <a:lnTo>
                  <a:pt x="14467218" y="8105267"/>
                </a:lnTo>
                <a:lnTo>
                  <a:pt x="14465846" y="8105267"/>
                </a:lnTo>
                <a:lnTo>
                  <a:pt x="14466088" y="8105711"/>
                </a:lnTo>
                <a:lnTo>
                  <a:pt x="14467472" y="8105711"/>
                </a:lnTo>
                <a:close/>
              </a:path>
              <a:path w="18288635" h="10287000">
                <a:moveTo>
                  <a:pt x="14473073" y="8930424"/>
                </a:moveTo>
                <a:lnTo>
                  <a:pt x="14471066" y="8926944"/>
                </a:lnTo>
                <a:lnTo>
                  <a:pt x="14467599" y="8928951"/>
                </a:lnTo>
                <a:lnTo>
                  <a:pt x="14469593" y="8932431"/>
                </a:lnTo>
                <a:lnTo>
                  <a:pt x="14473073" y="8930424"/>
                </a:lnTo>
                <a:close/>
              </a:path>
              <a:path w="18288635" h="10287000">
                <a:moveTo>
                  <a:pt x="14478381" y="9755060"/>
                </a:moveTo>
                <a:lnTo>
                  <a:pt x="14475181" y="9749511"/>
                </a:lnTo>
                <a:lnTo>
                  <a:pt x="14469618" y="9752711"/>
                </a:lnTo>
                <a:lnTo>
                  <a:pt x="14472831" y="9758274"/>
                </a:lnTo>
                <a:lnTo>
                  <a:pt x="14478381" y="9755060"/>
                </a:lnTo>
                <a:close/>
              </a:path>
              <a:path w="18288635" h="10287000">
                <a:moveTo>
                  <a:pt x="14481721" y="8334045"/>
                </a:moveTo>
                <a:lnTo>
                  <a:pt x="14480718" y="8332305"/>
                </a:lnTo>
                <a:lnTo>
                  <a:pt x="14478991" y="8333308"/>
                </a:lnTo>
                <a:lnTo>
                  <a:pt x="14479994" y="8335035"/>
                </a:lnTo>
                <a:lnTo>
                  <a:pt x="14481721" y="8334045"/>
                </a:lnTo>
                <a:close/>
              </a:path>
              <a:path w="18288635" h="10287000">
                <a:moveTo>
                  <a:pt x="14487309" y="9158745"/>
                </a:moveTo>
                <a:lnTo>
                  <a:pt x="14484909" y="9154579"/>
                </a:lnTo>
                <a:lnTo>
                  <a:pt x="14480743" y="9156992"/>
                </a:lnTo>
                <a:lnTo>
                  <a:pt x="14483144" y="9161158"/>
                </a:lnTo>
                <a:lnTo>
                  <a:pt x="14487309" y="9158745"/>
                </a:lnTo>
                <a:close/>
              </a:path>
              <a:path w="18288635" h="10287000">
                <a:moveTo>
                  <a:pt x="14492351" y="9983318"/>
                </a:moveTo>
                <a:lnTo>
                  <a:pt x="14488948" y="9977412"/>
                </a:lnTo>
                <a:lnTo>
                  <a:pt x="14483042" y="9980828"/>
                </a:lnTo>
                <a:lnTo>
                  <a:pt x="14486446" y="9986721"/>
                </a:lnTo>
                <a:lnTo>
                  <a:pt x="14492351" y="9983318"/>
                </a:lnTo>
                <a:close/>
              </a:path>
              <a:path w="18288635" h="10287000">
                <a:moveTo>
                  <a:pt x="14495971" y="8562365"/>
                </a:moveTo>
                <a:lnTo>
                  <a:pt x="14494561" y="8559940"/>
                </a:lnTo>
                <a:lnTo>
                  <a:pt x="14492135" y="8561337"/>
                </a:lnTo>
                <a:lnTo>
                  <a:pt x="14493545" y="8563775"/>
                </a:lnTo>
                <a:lnTo>
                  <a:pt x="14495971" y="8562365"/>
                </a:lnTo>
                <a:close/>
              </a:path>
              <a:path w="18288635" h="10287000">
                <a:moveTo>
                  <a:pt x="14501559" y="9387078"/>
                </a:moveTo>
                <a:lnTo>
                  <a:pt x="14498752" y="9382227"/>
                </a:lnTo>
                <a:lnTo>
                  <a:pt x="14493888" y="9385033"/>
                </a:lnTo>
                <a:lnTo>
                  <a:pt x="14496695" y="9389885"/>
                </a:lnTo>
                <a:lnTo>
                  <a:pt x="14501559" y="9387078"/>
                </a:lnTo>
                <a:close/>
              </a:path>
              <a:path w="18288635" h="10287000">
                <a:moveTo>
                  <a:pt x="14506321" y="10211575"/>
                </a:moveTo>
                <a:lnTo>
                  <a:pt x="14502714" y="10205326"/>
                </a:lnTo>
                <a:lnTo>
                  <a:pt x="14496466" y="10208933"/>
                </a:lnTo>
                <a:lnTo>
                  <a:pt x="14500073" y="10215181"/>
                </a:lnTo>
                <a:lnTo>
                  <a:pt x="14506321" y="10211575"/>
                </a:lnTo>
                <a:close/>
              </a:path>
              <a:path w="18288635" h="10287000">
                <a:moveTo>
                  <a:pt x="14510207" y="8790699"/>
                </a:moveTo>
                <a:lnTo>
                  <a:pt x="14508417" y="8787574"/>
                </a:lnTo>
                <a:lnTo>
                  <a:pt x="14505292" y="8789378"/>
                </a:lnTo>
                <a:lnTo>
                  <a:pt x="14507083" y="8792502"/>
                </a:lnTo>
                <a:lnTo>
                  <a:pt x="14510207" y="8790699"/>
                </a:lnTo>
                <a:close/>
              </a:path>
              <a:path w="18288635" h="10287000">
                <a:moveTo>
                  <a:pt x="14515795" y="9615411"/>
                </a:moveTo>
                <a:lnTo>
                  <a:pt x="14512595" y="9609849"/>
                </a:lnTo>
                <a:lnTo>
                  <a:pt x="14507045" y="9613062"/>
                </a:lnTo>
                <a:lnTo>
                  <a:pt x="14510245" y="9618612"/>
                </a:lnTo>
                <a:lnTo>
                  <a:pt x="14515795" y="9615411"/>
                </a:lnTo>
                <a:close/>
              </a:path>
              <a:path w="18288635" h="10287000">
                <a:moveTo>
                  <a:pt x="14518869" y="8194319"/>
                </a:moveTo>
                <a:lnTo>
                  <a:pt x="14518069" y="8192922"/>
                </a:lnTo>
                <a:lnTo>
                  <a:pt x="14516684" y="8193735"/>
                </a:lnTo>
                <a:lnTo>
                  <a:pt x="14517484" y="8195119"/>
                </a:lnTo>
                <a:lnTo>
                  <a:pt x="14518869" y="8194319"/>
                </a:lnTo>
                <a:close/>
              </a:path>
              <a:path w="18288635" h="10287000">
                <a:moveTo>
                  <a:pt x="14524736" y="9019095"/>
                </a:moveTo>
                <a:lnTo>
                  <a:pt x="14522323" y="9014930"/>
                </a:lnTo>
                <a:lnTo>
                  <a:pt x="14518158" y="9017343"/>
                </a:lnTo>
                <a:lnTo>
                  <a:pt x="14520558" y="9021508"/>
                </a:lnTo>
                <a:lnTo>
                  <a:pt x="14524736" y="9019095"/>
                </a:lnTo>
                <a:close/>
              </a:path>
              <a:path w="18288635" h="10287000">
                <a:moveTo>
                  <a:pt x="14529765" y="9843668"/>
                </a:moveTo>
                <a:lnTo>
                  <a:pt x="14526362" y="9837763"/>
                </a:lnTo>
                <a:lnTo>
                  <a:pt x="14520456" y="9841179"/>
                </a:lnTo>
                <a:lnTo>
                  <a:pt x="14523860" y="9847072"/>
                </a:lnTo>
                <a:lnTo>
                  <a:pt x="14529765" y="9843668"/>
                </a:lnTo>
                <a:close/>
              </a:path>
              <a:path w="18288635" h="10287000">
                <a:moveTo>
                  <a:pt x="14533385" y="8422716"/>
                </a:moveTo>
                <a:lnTo>
                  <a:pt x="14531988" y="8420290"/>
                </a:lnTo>
                <a:lnTo>
                  <a:pt x="14529549" y="8421687"/>
                </a:lnTo>
                <a:lnTo>
                  <a:pt x="14530959" y="8424126"/>
                </a:lnTo>
                <a:lnTo>
                  <a:pt x="14533385" y="8422716"/>
                </a:lnTo>
                <a:close/>
              </a:path>
              <a:path w="18288635" h="10287000">
                <a:moveTo>
                  <a:pt x="14538973" y="9247429"/>
                </a:moveTo>
                <a:lnTo>
                  <a:pt x="14536166" y="9242577"/>
                </a:lnTo>
                <a:lnTo>
                  <a:pt x="14531315" y="9245384"/>
                </a:lnTo>
                <a:lnTo>
                  <a:pt x="14534109" y="9250235"/>
                </a:lnTo>
                <a:lnTo>
                  <a:pt x="14538973" y="9247429"/>
                </a:lnTo>
                <a:close/>
              </a:path>
              <a:path w="18288635" h="10287000">
                <a:moveTo>
                  <a:pt x="14543735" y="10071925"/>
                </a:moveTo>
                <a:lnTo>
                  <a:pt x="14540141" y="10065677"/>
                </a:lnTo>
                <a:lnTo>
                  <a:pt x="14533880" y="10069284"/>
                </a:lnTo>
                <a:lnTo>
                  <a:pt x="14537487" y="10075532"/>
                </a:lnTo>
                <a:lnTo>
                  <a:pt x="14543735" y="10071925"/>
                </a:lnTo>
                <a:close/>
              </a:path>
              <a:path w="18288635" h="10287000">
                <a:moveTo>
                  <a:pt x="14547634" y="8651049"/>
                </a:moveTo>
                <a:lnTo>
                  <a:pt x="14545831" y="8647925"/>
                </a:lnTo>
                <a:lnTo>
                  <a:pt x="14542707" y="8649729"/>
                </a:lnTo>
                <a:lnTo>
                  <a:pt x="14544510" y="8652853"/>
                </a:lnTo>
                <a:lnTo>
                  <a:pt x="14547634" y="8651049"/>
                </a:lnTo>
                <a:close/>
              </a:path>
              <a:path w="18288635" h="10287000">
                <a:moveTo>
                  <a:pt x="14553222" y="9475762"/>
                </a:moveTo>
                <a:lnTo>
                  <a:pt x="14550009" y="9470199"/>
                </a:lnTo>
                <a:lnTo>
                  <a:pt x="14544459" y="9473413"/>
                </a:lnTo>
                <a:lnTo>
                  <a:pt x="14547660" y="9478962"/>
                </a:lnTo>
                <a:lnTo>
                  <a:pt x="14553222" y="9475762"/>
                </a:lnTo>
                <a:close/>
              </a:path>
              <a:path w="18288635" h="10287000">
                <a:moveTo>
                  <a:pt x="14556296" y="8054670"/>
                </a:moveTo>
                <a:lnTo>
                  <a:pt x="14555483" y="8053273"/>
                </a:lnTo>
                <a:lnTo>
                  <a:pt x="14554099" y="8054073"/>
                </a:lnTo>
                <a:lnTo>
                  <a:pt x="14554899" y="8055470"/>
                </a:lnTo>
                <a:lnTo>
                  <a:pt x="14556296" y="8054670"/>
                </a:lnTo>
                <a:close/>
              </a:path>
              <a:path w="18288635" h="10287000">
                <a:moveTo>
                  <a:pt x="14561871" y="8879383"/>
                </a:moveTo>
                <a:lnTo>
                  <a:pt x="14559674" y="8875560"/>
                </a:lnTo>
                <a:lnTo>
                  <a:pt x="14555851" y="8877757"/>
                </a:lnTo>
                <a:lnTo>
                  <a:pt x="14558061" y="8881593"/>
                </a:lnTo>
                <a:lnTo>
                  <a:pt x="14561871" y="8879383"/>
                </a:lnTo>
                <a:close/>
              </a:path>
              <a:path w="18288635" h="10287000">
                <a:moveTo>
                  <a:pt x="14567192" y="9704019"/>
                </a:moveTo>
                <a:lnTo>
                  <a:pt x="14563776" y="9698114"/>
                </a:lnTo>
                <a:lnTo>
                  <a:pt x="14557883" y="9701517"/>
                </a:lnTo>
                <a:lnTo>
                  <a:pt x="14561287" y="9707423"/>
                </a:lnTo>
                <a:lnTo>
                  <a:pt x="14567192" y="9704019"/>
                </a:lnTo>
                <a:close/>
              </a:path>
              <a:path w="18288635" h="10287000">
                <a:moveTo>
                  <a:pt x="14570532" y="8283003"/>
                </a:moveTo>
                <a:lnTo>
                  <a:pt x="14569326" y="8280908"/>
                </a:lnTo>
                <a:lnTo>
                  <a:pt x="14567243" y="8282114"/>
                </a:lnTo>
                <a:lnTo>
                  <a:pt x="14568450" y="8284197"/>
                </a:lnTo>
                <a:lnTo>
                  <a:pt x="14570532" y="8283003"/>
                </a:lnTo>
                <a:close/>
              </a:path>
              <a:path w="18288635" h="10287000">
                <a:moveTo>
                  <a:pt x="14576387" y="9107780"/>
                </a:moveTo>
                <a:lnTo>
                  <a:pt x="14573593" y="9102915"/>
                </a:lnTo>
                <a:lnTo>
                  <a:pt x="14568729" y="9105735"/>
                </a:lnTo>
                <a:lnTo>
                  <a:pt x="14571536" y="9110586"/>
                </a:lnTo>
                <a:lnTo>
                  <a:pt x="14576387" y="9107780"/>
                </a:lnTo>
                <a:close/>
              </a:path>
              <a:path w="18288635" h="10287000">
                <a:moveTo>
                  <a:pt x="14581429" y="9932352"/>
                </a:moveTo>
                <a:lnTo>
                  <a:pt x="14577632" y="9925748"/>
                </a:lnTo>
                <a:lnTo>
                  <a:pt x="14571028" y="9929558"/>
                </a:lnTo>
                <a:lnTo>
                  <a:pt x="14574838" y="9936150"/>
                </a:lnTo>
                <a:lnTo>
                  <a:pt x="14581429" y="9932352"/>
                </a:lnTo>
                <a:close/>
              </a:path>
              <a:path w="18288635" h="10287000">
                <a:moveTo>
                  <a:pt x="14584782" y="8511324"/>
                </a:moveTo>
                <a:lnTo>
                  <a:pt x="14583169" y="8508543"/>
                </a:lnTo>
                <a:lnTo>
                  <a:pt x="14580400" y="8510156"/>
                </a:lnTo>
                <a:lnTo>
                  <a:pt x="14582000" y="8512924"/>
                </a:lnTo>
                <a:lnTo>
                  <a:pt x="14584782" y="8511324"/>
                </a:lnTo>
                <a:close/>
              </a:path>
              <a:path w="18288635" h="10287000">
                <a:moveTo>
                  <a:pt x="14590636" y="9336113"/>
                </a:moveTo>
                <a:lnTo>
                  <a:pt x="14587423" y="9330550"/>
                </a:lnTo>
                <a:lnTo>
                  <a:pt x="14581873" y="9333763"/>
                </a:lnTo>
                <a:lnTo>
                  <a:pt x="14585087" y="9339326"/>
                </a:lnTo>
                <a:lnTo>
                  <a:pt x="14590636" y="9336113"/>
                </a:lnTo>
                <a:close/>
              </a:path>
              <a:path w="18288635" h="10287000">
                <a:moveTo>
                  <a:pt x="14593430" y="7914945"/>
                </a:moveTo>
                <a:lnTo>
                  <a:pt x="14593176" y="7914500"/>
                </a:lnTo>
                <a:lnTo>
                  <a:pt x="14591792" y="7914500"/>
                </a:lnTo>
                <a:lnTo>
                  <a:pt x="14592046" y="7914945"/>
                </a:lnTo>
                <a:lnTo>
                  <a:pt x="14593430" y="7914945"/>
                </a:lnTo>
                <a:close/>
              </a:path>
              <a:path w="18288635" h="10287000">
                <a:moveTo>
                  <a:pt x="14595399" y="10160597"/>
                </a:moveTo>
                <a:lnTo>
                  <a:pt x="14591398" y="10153663"/>
                </a:lnTo>
                <a:lnTo>
                  <a:pt x="14584452" y="10157663"/>
                </a:lnTo>
                <a:lnTo>
                  <a:pt x="14588465" y="10164610"/>
                </a:lnTo>
                <a:lnTo>
                  <a:pt x="14595399" y="10160597"/>
                </a:lnTo>
                <a:close/>
              </a:path>
              <a:path w="18288635" h="10287000">
                <a:moveTo>
                  <a:pt x="14599298" y="8739734"/>
                </a:moveTo>
                <a:lnTo>
                  <a:pt x="14597088" y="8735911"/>
                </a:lnTo>
                <a:lnTo>
                  <a:pt x="14593265" y="8738121"/>
                </a:lnTo>
                <a:lnTo>
                  <a:pt x="14595475" y="8741943"/>
                </a:lnTo>
                <a:lnTo>
                  <a:pt x="14599298" y="8739734"/>
                </a:lnTo>
                <a:close/>
              </a:path>
              <a:path w="18288635" h="10287000">
                <a:moveTo>
                  <a:pt x="14604606" y="9564370"/>
                </a:moveTo>
                <a:lnTo>
                  <a:pt x="14601203" y="9558464"/>
                </a:lnTo>
                <a:lnTo>
                  <a:pt x="14595297" y="9561868"/>
                </a:lnTo>
                <a:lnTo>
                  <a:pt x="14598714" y="9567774"/>
                </a:lnTo>
                <a:lnTo>
                  <a:pt x="14604606" y="9564370"/>
                </a:lnTo>
                <a:close/>
              </a:path>
              <a:path w="18288635" h="10287000">
                <a:moveTo>
                  <a:pt x="14607680" y="8143278"/>
                </a:moveTo>
                <a:lnTo>
                  <a:pt x="14606677" y="8141538"/>
                </a:lnTo>
                <a:lnTo>
                  <a:pt x="14604937" y="8142541"/>
                </a:lnTo>
                <a:lnTo>
                  <a:pt x="14605940" y="8144281"/>
                </a:lnTo>
                <a:lnTo>
                  <a:pt x="14607680" y="8143278"/>
                </a:lnTo>
                <a:close/>
              </a:path>
              <a:path w="18288635" h="10287000">
                <a:moveTo>
                  <a:pt x="14613814" y="8968130"/>
                </a:moveTo>
                <a:lnTo>
                  <a:pt x="14611007" y="8963266"/>
                </a:lnTo>
                <a:lnTo>
                  <a:pt x="14606143" y="8966073"/>
                </a:lnTo>
                <a:lnTo>
                  <a:pt x="14608950" y="8970937"/>
                </a:lnTo>
                <a:lnTo>
                  <a:pt x="14613814" y="8968130"/>
                </a:lnTo>
                <a:close/>
              </a:path>
              <a:path w="18288635" h="10287000">
                <a:moveTo>
                  <a:pt x="14618856" y="9792691"/>
                </a:moveTo>
                <a:lnTo>
                  <a:pt x="14615046" y="9786099"/>
                </a:lnTo>
                <a:lnTo>
                  <a:pt x="14608442" y="9789909"/>
                </a:lnTo>
                <a:lnTo>
                  <a:pt x="14612252" y="9796501"/>
                </a:lnTo>
                <a:lnTo>
                  <a:pt x="14618856" y="9792691"/>
                </a:lnTo>
                <a:close/>
              </a:path>
              <a:path w="18288635" h="10287000">
                <a:moveTo>
                  <a:pt x="14622196" y="8371675"/>
                </a:moveTo>
                <a:lnTo>
                  <a:pt x="14620596" y="8368906"/>
                </a:lnTo>
                <a:lnTo>
                  <a:pt x="14617814" y="8370506"/>
                </a:lnTo>
                <a:lnTo>
                  <a:pt x="14619415" y="8373288"/>
                </a:lnTo>
                <a:lnTo>
                  <a:pt x="14622196" y="8371675"/>
                </a:lnTo>
                <a:close/>
              </a:path>
              <a:path w="18288635" h="10287000">
                <a:moveTo>
                  <a:pt x="14627784" y="9196387"/>
                </a:moveTo>
                <a:lnTo>
                  <a:pt x="14624774" y="9191180"/>
                </a:lnTo>
                <a:lnTo>
                  <a:pt x="14619567" y="9194190"/>
                </a:lnTo>
                <a:lnTo>
                  <a:pt x="14622577" y="9199397"/>
                </a:lnTo>
                <a:lnTo>
                  <a:pt x="14627784" y="9196387"/>
                </a:lnTo>
                <a:close/>
              </a:path>
              <a:path w="18288635" h="10287000">
                <a:moveTo>
                  <a:pt x="14633093" y="10021024"/>
                </a:moveTo>
                <a:lnTo>
                  <a:pt x="14628889" y="10013734"/>
                </a:lnTo>
                <a:lnTo>
                  <a:pt x="14621599" y="10017950"/>
                </a:lnTo>
                <a:lnTo>
                  <a:pt x="14625803" y="10025240"/>
                </a:lnTo>
                <a:lnTo>
                  <a:pt x="14633093" y="10021024"/>
                </a:lnTo>
                <a:close/>
              </a:path>
              <a:path w="18288635" h="10287000">
                <a:moveTo>
                  <a:pt x="14636445" y="8600008"/>
                </a:moveTo>
                <a:lnTo>
                  <a:pt x="14634439" y="8596528"/>
                </a:lnTo>
                <a:lnTo>
                  <a:pt x="14630959" y="8598535"/>
                </a:lnTo>
                <a:lnTo>
                  <a:pt x="14632966" y="8602015"/>
                </a:lnTo>
                <a:lnTo>
                  <a:pt x="14636445" y="8600008"/>
                </a:lnTo>
                <a:close/>
              </a:path>
              <a:path w="18288635" h="10287000">
                <a:moveTo>
                  <a:pt x="14642021" y="9424721"/>
                </a:moveTo>
                <a:lnTo>
                  <a:pt x="14638617" y="9418815"/>
                </a:lnTo>
                <a:lnTo>
                  <a:pt x="14632712" y="9422219"/>
                </a:lnTo>
                <a:lnTo>
                  <a:pt x="14636128" y="9428124"/>
                </a:lnTo>
                <a:lnTo>
                  <a:pt x="14642021" y="9424721"/>
                </a:lnTo>
                <a:close/>
              </a:path>
              <a:path w="18288635" h="10287000">
                <a:moveTo>
                  <a:pt x="14644827" y="8003553"/>
                </a:moveTo>
                <a:lnTo>
                  <a:pt x="14644027" y="8002156"/>
                </a:lnTo>
                <a:lnTo>
                  <a:pt x="14642630" y="8002968"/>
                </a:lnTo>
                <a:lnTo>
                  <a:pt x="14643430" y="8004353"/>
                </a:lnTo>
                <a:lnTo>
                  <a:pt x="14644827" y="8003553"/>
                </a:lnTo>
                <a:close/>
              </a:path>
              <a:path w="18288635" h="10287000">
                <a:moveTo>
                  <a:pt x="14647342" y="10249357"/>
                </a:moveTo>
                <a:lnTo>
                  <a:pt x="14642732" y="10241369"/>
                </a:lnTo>
                <a:lnTo>
                  <a:pt x="14634744" y="10245979"/>
                </a:lnTo>
                <a:lnTo>
                  <a:pt x="14639354" y="10253967"/>
                </a:lnTo>
                <a:lnTo>
                  <a:pt x="14647342" y="10249357"/>
                </a:lnTo>
                <a:close/>
              </a:path>
              <a:path w="18288635" h="10287000">
                <a:moveTo>
                  <a:pt x="14650961" y="8828418"/>
                </a:moveTo>
                <a:lnTo>
                  <a:pt x="14648345" y="8823896"/>
                </a:lnTo>
                <a:lnTo>
                  <a:pt x="14643837" y="8826500"/>
                </a:lnTo>
                <a:lnTo>
                  <a:pt x="14646440" y="8831021"/>
                </a:lnTo>
                <a:lnTo>
                  <a:pt x="14650961" y="8828418"/>
                </a:lnTo>
                <a:close/>
              </a:path>
              <a:path w="18288635" h="10287000">
                <a:moveTo>
                  <a:pt x="14656270" y="9653054"/>
                </a:moveTo>
                <a:lnTo>
                  <a:pt x="14652460" y="9646450"/>
                </a:lnTo>
                <a:lnTo>
                  <a:pt x="14645869" y="9650260"/>
                </a:lnTo>
                <a:lnTo>
                  <a:pt x="14649679" y="9656851"/>
                </a:lnTo>
                <a:lnTo>
                  <a:pt x="14656270" y="9653054"/>
                </a:lnTo>
                <a:close/>
              </a:path>
              <a:path w="18288635" h="10287000">
                <a:moveTo>
                  <a:pt x="14659343" y="8231949"/>
                </a:moveTo>
                <a:lnTo>
                  <a:pt x="14657946" y="8229524"/>
                </a:lnTo>
                <a:lnTo>
                  <a:pt x="14655508" y="8230933"/>
                </a:lnTo>
                <a:lnTo>
                  <a:pt x="14656905" y="8233359"/>
                </a:lnTo>
                <a:lnTo>
                  <a:pt x="14659343" y="8231949"/>
                </a:lnTo>
                <a:close/>
              </a:path>
              <a:path w="18288635" h="10287000">
                <a:moveTo>
                  <a:pt x="14665198" y="9056738"/>
                </a:moveTo>
                <a:lnTo>
                  <a:pt x="14662188" y="9051531"/>
                </a:lnTo>
                <a:lnTo>
                  <a:pt x="14656981" y="9054541"/>
                </a:lnTo>
                <a:lnTo>
                  <a:pt x="14659991" y="9059748"/>
                </a:lnTo>
                <a:lnTo>
                  <a:pt x="14665198" y="9056738"/>
                </a:lnTo>
                <a:close/>
              </a:path>
              <a:path w="18288635" h="10287000">
                <a:moveTo>
                  <a:pt x="14670519" y="9881375"/>
                </a:moveTo>
                <a:lnTo>
                  <a:pt x="14666303" y="9874085"/>
                </a:lnTo>
                <a:lnTo>
                  <a:pt x="14659013" y="9878301"/>
                </a:lnTo>
                <a:lnTo>
                  <a:pt x="14663230" y="9885591"/>
                </a:lnTo>
                <a:lnTo>
                  <a:pt x="14670519" y="9881375"/>
                </a:lnTo>
                <a:close/>
              </a:path>
              <a:path w="18288635" h="10287000">
                <a:moveTo>
                  <a:pt x="14673580" y="8460283"/>
                </a:moveTo>
                <a:lnTo>
                  <a:pt x="14671777" y="8457159"/>
                </a:lnTo>
                <a:lnTo>
                  <a:pt x="14668653" y="8458962"/>
                </a:lnTo>
                <a:lnTo>
                  <a:pt x="14670456" y="8462086"/>
                </a:lnTo>
                <a:lnTo>
                  <a:pt x="14673580" y="8460283"/>
                </a:lnTo>
                <a:close/>
              </a:path>
              <a:path w="18288635" h="10287000">
                <a:moveTo>
                  <a:pt x="14679448" y="9285072"/>
                </a:moveTo>
                <a:lnTo>
                  <a:pt x="14676044" y="9279166"/>
                </a:lnTo>
                <a:lnTo>
                  <a:pt x="14670138" y="9282582"/>
                </a:lnTo>
                <a:lnTo>
                  <a:pt x="14673542" y="9288475"/>
                </a:lnTo>
                <a:lnTo>
                  <a:pt x="14679448" y="9285072"/>
                </a:lnTo>
                <a:close/>
              </a:path>
              <a:path w="18288635" h="10287000">
                <a:moveTo>
                  <a:pt x="14682242" y="7863903"/>
                </a:moveTo>
                <a:lnTo>
                  <a:pt x="14681441" y="7862519"/>
                </a:lnTo>
                <a:lnTo>
                  <a:pt x="14680044" y="7863319"/>
                </a:lnTo>
                <a:lnTo>
                  <a:pt x="14680845" y="7864703"/>
                </a:lnTo>
                <a:lnTo>
                  <a:pt x="14682242" y="7863903"/>
                </a:lnTo>
                <a:close/>
              </a:path>
              <a:path w="18288635" h="10287000">
                <a:moveTo>
                  <a:pt x="14685036" y="10109784"/>
                </a:moveTo>
                <a:lnTo>
                  <a:pt x="14680222" y="10101453"/>
                </a:lnTo>
                <a:lnTo>
                  <a:pt x="14671891" y="10106254"/>
                </a:lnTo>
                <a:lnTo>
                  <a:pt x="14676704" y="10114597"/>
                </a:lnTo>
                <a:lnTo>
                  <a:pt x="14685036" y="10109784"/>
                </a:lnTo>
                <a:close/>
              </a:path>
              <a:path w="18288635" h="10287000">
                <a:moveTo>
                  <a:pt x="14688096" y="8688692"/>
                </a:moveTo>
                <a:lnTo>
                  <a:pt x="14685696" y="8684527"/>
                </a:lnTo>
                <a:lnTo>
                  <a:pt x="14681530" y="8686927"/>
                </a:lnTo>
                <a:lnTo>
                  <a:pt x="14683943" y="8691093"/>
                </a:lnTo>
                <a:lnTo>
                  <a:pt x="14688096" y="8688692"/>
                </a:lnTo>
                <a:close/>
              </a:path>
              <a:path w="18288635" h="10287000">
                <a:moveTo>
                  <a:pt x="14693684" y="9513405"/>
                </a:moveTo>
                <a:lnTo>
                  <a:pt x="14689874" y="9506801"/>
                </a:lnTo>
                <a:lnTo>
                  <a:pt x="14683283" y="9510611"/>
                </a:lnTo>
                <a:lnTo>
                  <a:pt x="14687093" y="9517215"/>
                </a:lnTo>
                <a:lnTo>
                  <a:pt x="14693684" y="9513405"/>
                </a:lnTo>
                <a:close/>
              </a:path>
              <a:path w="18288635" h="10287000">
                <a:moveTo>
                  <a:pt x="14696491" y="8092237"/>
                </a:moveTo>
                <a:lnTo>
                  <a:pt x="14695284" y="8090154"/>
                </a:lnTo>
                <a:lnTo>
                  <a:pt x="14693202" y="8091348"/>
                </a:lnTo>
                <a:lnTo>
                  <a:pt x="14694408" y="8093430"/>
                </a:lnTo>
                <a:lnTo>
                  <a:pt x="14696491" y="8092237"/>
                </a:lnTo>
                <a:close/>
              </a:path>
              <a:path w="18288635" h="10287000">
                <a:moveTo>
                  <a:pt x="14702625" y="8917089"/>
                </a:moveTo>
                <a:lnTo>
                  <a:pt x="14699615" y="8911882"/>
                </a:lnTo>
                <a:lnTo>
                  <a:pt x="14694408" y="8914892"/>
                </a:lnTo>
                <a:lnTo>
                  <a:pt x="14697418" y="8920099"/>
                </a:lnTo>
                <a:lnTo>
                  <a:pt x="14702625" y="8917089"/>
                </a:lnTo>
                <a:close/>
              </a:path>
              <a:path w="18288635" h="10287000">
                <a:moveTo>
                  <a:pt x="14708200" y="9741802"/>
                </a:moveTo>
                <a:lnTo>
                  <a:pt x="14703793" y="9734169"/>
                </a:lnTo>
                <a:lnTo>
                  <a:pt x="14696161" y="9738576"/>
                </a:lnTo>
                <a:lnTo>
                  <a:pt x="14700568" y="9746209"/>
                </a:lnTo>
                <a:lnTo>
                  <a:pt x="14708200" y="9741802"/>
                </a:lnTo>
                <a:close/>
              </a:path>
              <a:path w="18288635" h="10287000">
                <a:moveTo>
                  <a:pt x="14711007" y="8320633"/>
                </a:moveTo>
                <a:lnTo>
                  <a:pt x="14709204" y="8317509"/>
                </a:lnTo>
                <a:lnTo>
                  <a:pt x="14706079" y="8319313"/>
                </a:lnTo>
                <a:lnTo>
                  <a:pt x="14707883" y="8322437"/>
                </a:lnTo>
                <a:lnTo>
                  <a:pt x="14711007" y="8320633"/>
                </a:lnTo>
                <a:close/>
              </a:path>
              <a:path w="18288635" h="10287000">
                <a:moveTo>
                  <a:pt x="14716862" y="9145422"/>
                </a:moveTo>
                <a:lnTo>
                  <a:pt x="14713458" y="9139517"/>
                </a:lnTo>
                <a:lnTo>
                  <a:pt x="14707553" y="9142920"/>
                </a:lnTo>
                <a:lnTo>
                  <a:pt x="14710956" y="9148826"/>
                </a:lnTo>
                <a:lnTo>
                  <a:pt x="14716862" y="9145422"/>
                </a:lnTo>
                <a:close/>
              </a:path>
              <a:path w="18288635" h="10287000">
                <a:moveTo>
                  <a:pt x="14719376" y="7724178"/>
                </a:moveTo>
                <a:lnTo>
                  <a:pt x="14719122" y="7723733"/>
                </a:lnTo>
                <a:lnTo>
                  <a:pt x="14717738" y="7723733"/>
                </a:lnTo>
                <a:lnTo>
                  <a:pt x="14717992" y="7724178"/>
                </a:lnTo>
                <a:lnTo>
                  <a:pt x="14719376" y="7724178"/>
                </a:lnTo>
                <a:close/>
              </a:path>
              <a:path w="18288635" h="10287000">
                <a:moveTo>
                  <a:pt x="14722450" y="9970135"/>
                </a:moveTo>
                <a:lnTo>
                  <a:pt x="14717649" y="9961804"/>
                </a:lnTo>
                <a:lnTo>
                  <a:pt x="14709305" y="9966617"/>
                </a:lnTo>
                <a:lnTo>
                  <a:pt x="14714119" y="9974948"/>
                </a:lnTo>
                <a:lnTo>
                  <a:pt x="14722450" y="9970135"/>
                </a:lnTo>
                <a:close/>
              </a:path>
              <a:path w="18288635" h="10287000">
                <a:moveTo>
                  <a:pt x="14725244" y="8548967"/>
                </a:moveTo>
                <a:lnTo>
                  <a:pt x="14723047" y="8545144"/>
                </a:lnTo>
                <a:lnTo>
                  <a:pt x="14719224" y="8547354"/>
                </a:lnTo>
                <a:lnTo>
                  <a:pt x="14721434" y="8551177"/>
                </a:lnTo>
                <a:lnTo>
                  <a:pt x="14725244" y="8548967"/>
                </a:lnTo>
                <a:close/>
              </a:path>
              <a:path w="18288635" h="10287000">
                <a:moveTo>
                  <a:pt x="14731111" y="9373756"/>
                </a:moveTo>
                <a:lnTo>
                  <a:pt x="14727301" y="9367152"/>
                </a:lnTo>
                <a:lnTo>
                  <a:pt x="14720697" y="9370962"/>
                </a:lnTo>
                <a:lnTo>
                  <a:pt x="14724507" y="9377566"/>
                </a:lnTo>
                <a:lnTo>
                  <a:pt x="14731111" y="9373756"/>
                </a:lnTo>
                <a:close/>
              </a:path>
              <a:path w="18288635" h="10287000">
                <a:moveTo>
                  <a:pt x="14733626" y="7952511"/>
                </a:moveTo>
                <a:lnTo>
                  <a:pt x="14732635" y="7950771"/>
                </a:lnTo>
                <a:lnTo>
                  <a:pt x="14730895" y="7951775"/>
                </a:lnTo>
                <a:lnTo>
                  <a:pt x="14731899" y="7953515"/>
                </a:lnTo>
                <a:lnTo>
                  <a:pt x="14733626" y="7952511"/>
                </a:lnTo>
                <a:close/>
              </a:path>
              <a:path w="18288635" h="10287000">
                <a:moveTo>
                  <a:pt x="14736699" y="10198468"/>
                </a:moveTo>
                <a:lnTo>
                  <a:pt x="14731479" y="10189439"/>
                </a:lnTo>
                <a:lnTo>
                  <a:pt x="14722462" y="10194646"/>
                </a:lnTo>
                <a:lnTo>
                  <a:pt x="14727669" y="10203675"/>
                </a:lnTo>
                <a:lnTo>
                  <a:pt x="14736699" y="10198468"/>
                </a:lnTo>
                <a:close/>
              </a:path>
              <a:path w="18288635" h="10287000">
                <a:moveTo>
                  <a:pt x="14739760" y="8777364"/>
                </a:moveTo>
                <a:lnTo>
                  <a:pt x="14736953" y="8772512"/>
                </a:lnTo>
                <a:lnTo>
                  <a:pt x="14732102" y="8775319"/>
                </a:lnTo>
                <a:lnTo>
                  <a:pt x="14734908" y="8780183"/>
                </a:lnTo>
                <a:lnTo>
                  <a:pt x="14739760" y="8777364"/>
                </a:lnTo>
                <a:close/>
              </a:path>
              <a:path w="18288635" h="10287000">
                <a:moveTo>
                  <a:pt x="14745627" y="9602152"/>
                </a:moveTo>
                <a:lnTo>
                  <a:pt x="14741220" y="9594520"/>
                </a:lnTo>
                <a:lnTo>
                  <a:pt x="14733588" y="9598927"/>
                </a:lnTo>
                <a:lnTo>
                  <a:pt x="14737995" y="9606559"/>
                </a:lnTo>
                <a:lnTo>
                  <a:pt x="14745627" y="9602152"/>
                </a:lnTo>
                <a:close/>
              </a:path>
              <a:path w="18288635" h="10287000">
                <a:moveTo>
                  <a:pt x="14748155" y="8180908"/>
                </a:moveTo>
                <a:lnTo>
                  <a:pt x="14746542" y="8178139"/>
                </a:lnTo>
                <a:lnTo>
                  <a:pt x="14743760" y="8179740"/>
                </a:lnTo>
                <a:lnTo>
                  <a:pt x="14745373" y="8182521"/>
                </a:lnTo>
                <a:lnTo>
                  <a:pt x="14748155" y="8180908"/>
                </a:lnTo>
                <a:close/>
              </a:path>
              <a:path w="18288635" h="10287000">
                <a:moveTo>
                  <a:pt x="14754009" y="9005697"/>
                </a:moveTo>
                <a:lnTo>
                  <a:pt x="14750809" y="9000147"/>
                </a:lnTo>
                <a:lnTo>
                  <a:pt x="14745246" y="9003360"/>
                </a:lnTo>
                <a:lnTo>
                  <a:pt x="14748459" y="9008910"/>
                </a:lnTo>
                <a:lnTo>
                  <a:pt x="14754009" y="9005697"/>
                </a:lnTo>
                <a:close/>
              </a:path>
              <a:path w="18288635" h="10287000">
                <a:moveTo>
                  <a:pt x="14759864" y="9830486"/>
                </a:moveTo>
                <a:lnTo>
                  <a:pt x="14755051" y="9822155"/>
                </a:lnTo>
                <a:lnTo>
                  <a:pt x="14746732" y="9826968"/>
                </a:lnTo>
                <a:lnTo>
                  <a:pt x="14751546" y="9835299"/>
                </a:lnTo>
                <a:lnTo>
                  <a:pt x="14759864" y="9830486"/>
                </a:lnTo>
                <a:close/>
              </a:path>
              <a:path w="18288635" h="10287000">
                <a:moveTo>
                  <a:pt x="14762391" y="8409254"/>
                </a:moveTo>
                <a:lnTo>
                  <a:pt x="14760385" y="8405774"/>
                </a:lnTo>
                <a:lnTo>
                  <a:pt x="14756918" y="8407781"/>
                </a:lnTo>
                <a:lnTo>
                  <a:pt x="14758924" y="8411248"/>
                </a:lnTo>
                <a:lnTo>
                  <a:pt x="14762391" y="8409254"/>
                </a:lnTo>
                <a:close/>
              </a:path>
              <a:path w="18288635" h="10287000">
                <a:moveTo>
                  <a:pt x="14768525" y="9234094"/>
                </a:moveTo>
                <a:lnTo>
                  <a:pt x="14764715" y="9227515"/>
                </a:lnTo>
                <a:lnTo>
                  <a:pt x="14758124" y="9231312"/>
                </a:lnTo>
                <a:lnTo>
                  <a:pt x="14761934" y="9237916"/>
                </a:lnTo>
                <a:lnTo>
                  <a:pt x="14768525" y="9234094"/>
                </a:lnTo>
                <a:close/>
              </a:path>
              <a:path w="18288635" h="10287000">
                <a:moveTo>
                  <a:pt x="14770773" y="7812786"/>
                </a:moveTo>
                <a:lnTo>
                  <a:pt x="14769973" y="7811402"/>
                </a:lnTo>
                <a:lnTo>
                  <a:pt x="14768576" y="7812202"/>
                </a:lnTo>
                <a:lnTo>
                  <a:pt x="14769389" y="7813586"/>
                </a:lnTo>
                <a:lnTo>
                  <a:pt x="14770773" y="7812786"/>
                </a:lnTo>
                <a:close/>
              </a:path>
              <a:path w="18288635" h="10287000">
                <a:moveTo>
                  <a:pt x="14774113" y="10058819"/>
                </a:moveTo>
                <a:lnTo>
                  <a:pt x="14768906" y="10049789"/>
                </a:lnTo>
                <a:lnTo>
                  <a:pt x="14759877" y="10054996"/>
                </a:lnTo>
                <a:lnTo>
                  <a:pt x="14765084" y="10064026"/>
                </a:lnTo>
                <a:lnTo>
                  <a:pt x="14774113" y="10058819"/>
                </a:lnTo>
                <a:close/>
              </a:path>
              <a:path w="18288635" h="10287000">
                <a:moveTo>
                  <a:pt x="14777187" y="8637727"/>
                </a:moveTo>
                <a:lnTo>
                  <a:pt x="14774380" y="8632863"/>
                </a:lnTo>
                <a:lnTo>
                  <a:pt x="14769516" y="8635670"/>
                </a:lnTo>
                <a:lnTo>
                  <a:pt x="14772323" y="8640534"/>
                </a:lnTo>
                <a:lnTo>
                  <a:pt x="14777187" y="8637727"/>
                </a:lnTo>
                <a:close/>
              </a:path>
              <a:path w="18288635" h="10287000">
                <a:moveTo>
                  <a:pt x="14782775" y="9462440"/>
                </a:moveTo>
                <a:lnTo>
                  <a:pt x="14778558" y="9455150"/>
                </a:lnTo>
                <a:lnTo>
                  <a:pt x="14771269" y="9459354"/>
                </a:lnTo>
                <a:lnTo>
                  <a:pt x="14775485" y="9466643"/>
                </a:lnTo>
                <a:lnTo>
                  <a:pt x="14782775" y="9462440"/>
                </a:lnTo>
                <a:close/>
              </a:path>
              <a:path w="18288635" h="10287000">
                <a:moveTo>
                  <a:pt x="14785289" y="8041195"/>
                </a:moveTo>
                <a:lnTo>
                  <a:pt x="14783892" y="8038757"/>
                </a:lnTo>
                <a:lnTo>
                  <a:pt x="14781467" y="8040167"/>
                </a:lnTo>
                <a:lnTo>
                  <a:pt x="14782864" y="8042592"/>
                </a:lnTo>
                <a:lnTo>
                  <a:pt x="14785289" y="8041195"/>
                </a:lnTo>
                <a:close/>
              </a:path>
              <a:path w="18288635" h="10287000">
                <a:moveTo>
                  <a:pt x="14788083" y="10286987"/>
                </a:moveTo>
                <a:lnTo>
                  <a:pt x="14782673" y="10277704"/>
                </a:lnTo>
                <a:lnTo>
                  <a:pt x="14773301" y="10283114"/>
                </a:lnTo>
                <a:lnTo>
                  <a:pt x="14775536" y="10286987"/>
                </a:lnTo>
                <a:lnTo>
                  <a:pt x="14788083" y="10286987"/>
                </a:lnTo>
                <a:close/>
              </a:path>
              <a:path w="18288635" h="10287000">
                <a:moveTo>
                  <a:pt x="14791424" y="8866048"/>
                </a:moveTo>
                <a:lnTo>
                  <a:pt x="14788223" y="8860498"/>
                </a:lnTo>
                <a:lnTo>
                  <a:pt x="14782661" y="8863711"/>
                </a:lnTo>
                <a:lnTo>
                  <a:pt x="14785874" y="8869261"/>
                </a:lnTo>
                <a:lnTo>
                  <a:pt x="14791424" y="8866048"/>
                </a:lnTo>
                <a:close/>
              </a:path>
              <a:path w="18288635" h="10287000">
                <a:moveTo>
                  <a:pt x="14797291" y="9690837"/>
                </a:moveTo>
                <a:lnTo>
                  <a:pt x="14792478" y="9682505"/>
                </a:lnTo>
                <a:lnTo>
                  <a:pt x="14784146" y="9687319"/>
                </a:lnTo>
                <a:lnTo>
                  <a:pt x="14788960" y="9695650"/>
                </a:lnTo>
                <a:lnTo>
                  <a:pt x="14797291" y="9690837"/>
                </a:lnTo>
                <a:close/>
              </a:path>
              <a:path w="18288635" h="10287000">
                <a:moveTo>
                  <a:pt x="14799818" y="8269592"/>
                </a:moveTo>
                <a:lnTo>
                  <a:pt x="14797812" y="8266125"/>
                </a:lnTo>
                <a:lnTo>
                  <a:pt x="14794332" y="8268132"/>
                </a:lnTo>
                <a:lnTo>
                  <a:pt x="14796338" y="8271599"/>
                </a:lnTo>
                <a:lnTo>
                  <a:pt x="14799818" y="8269592"/>
                </a:lnTo>
                <a:close/>
              </a:path>
              <a:path w="18288635" h="10287000">
                <a:moveTo>
                  <a:pt x="14805673" y="9094381"/>
                </a:moveTo>
                <a:lnTo>
                  <a:pt x="14802066" y="9088133"/>
                </a:lnTo>
                <a:lnTo>
                  <a:pt x="14795818" y="9091739"/>
                </a:lnTo>
                <a:lnTo>
                  <a:pt x="14799425" y="9097988"/>
                </a:lnTo>
                <a:lnTo>
                  <a:pt x="14805673" y="9094381"/>
                </a:lnTo>
                <a:close/>
              </a:path>
              <a:path w="18288635" h="10287000">
                <a:moveTo>
                  <a:pt x="14807921" y="7673060"/>
                </a:moveTo>
                <a:lnTo>
                  <a:pt x="14807654" y="7672616"/>
                </a:lnTo>
                <a:lnTo>
                  <a:pt x="14806270" y="7672616"/>
                </a:lnTo>
                <a:lnTo>
                  <a:pt x="14806537" y="7673060"/>
                </a:lnTo>
                <a:lnTo>
                  <a:pt x="14807921" y="7673060"/>
                </a:lnTo>
                <a:close/>
              </a:path>
              <a:path w="18288635" h="10287000">
                <a:moveTo>
                  <a:pt x="14811528" y="9919157"/>
                </a:moveTo>
                <a:lnTo>
                  <a:pt x="14806321" y="9910140"/>
                </a:lnTo>
                <a:lnTo>
                  <a:pt x="14797291" y="9915347"/>
                </a:lnTo>
                <a:lnTo>
                  <a:pt x="14802511" y="9924377"/>
                </a:lnTo>
                <a:lnTo>
                  <a:pt x="14811528" y="9919157"/>
                </a:lnTo>
                <a:close/>
              </a:path>
              <a:path w="18288635" h="10287000">
                <a:moveTo>
                  <a:pt x="14814334" y="8498002"/>
                </a:moveTo>
                <a:lnTo>
                  <a:pt x="14811718" y="8493493"/>
                </a:lnTo>
                <a:lnTo>
                  <a:pt x="14807210" y="8496097"/>
                </a:lnTo>
                <a:lnTo>
                  <a:pt x="14809813" y="8500605"/>
                </a:lnTo>
                <a:lnTo>
                  <a:pt x="14814334" y="8498002"/>
                </a:lnTo>
                <a:close/>
              </a:path>
              <a:path w="18288635" h="10287000">
                <a:moveTo>
                  <a:pt x="14820189" y="9322778"/>
                </a:moveTo>
                <a:lnTo>
                  <a:pt x="14815985" y="9315488"/>
                </a:lnTo>
                <a:lnTo>
                  <a:pt x="14808696" y="9319704"/>
                </a:lnTo>
                <a:lnTo>
                  <a:pt x="14812899" y="9326994"/>
                </a:lnTo>
                <a:lnTo>
                  <a:pt x="14820189" y="9322778"/>
                </a:lnTo>
                <a:close/>
              </a:path>
              <a:path w="18288635" h="10287000">
                <a:moveTo>
                  <a:pt x="14822437" y="7901470"/>
                </a:moveTo>
                <a:lnTo>
                  <a:pt x="14821230" y="7899387"/>
                </a:lnTo>
                <a:lnTo>
                  <a:pt x="14819148" y="7900594"/>
                </a:lnTo>
                <a:lnTo>
                  <a:pt x="14820354" y="7902664"/>
                </a:lnTo>
                <a:lnTo>
                  <a:pt x="14822437" y="7901470"/>
                </a:lnTo>
                <a:close/>
              </a:path>
              <a:path w="18288635" h="10287000">
                <a:moveTo>
                  <a:pt x="14825777" y="10147503"/>
                </a:moveTo>
                <a:lnTo>
                  <a:pt x="14820164" y="10137775"/>
                </a:lnTo>
                <a:lnTo>
                  <a:pt x="14810448" y="10143388"/>
                </a:lnTo>
                <a:lnTo>
                  <a:pt x="14816062" y="10153117"/>
                </a:lnTo>
                <a:lnTo>
                  <a:pt x="14825777" y="10147503"/>
                </a:lnTo>
                <a:close/>
              </a:path>
              <a:path w="18288635" h="10287000">
                <a:moveTo>
                  <a:pt x="14828571" y="8726322"/>
                </a:moveTo>
                <a:lnTo>
                  <a:pt x="14825574" y="8721128"/>
                </a:lnTo>
                <a:lnTo>
                  <a:pt x="14820354" y="8724125"/>
                </a:lnTo>
                <a:lnTo>
                  <a:pt x="14823364" y="8729332"/>
                </a:lnTo>
                <a:lnTo>
                  <a:pt x="14828571" y="8726322"/>
                </a:lnTo>
                <a:close/>
              </a:path>
              <a:path w="18288635" h="10287000">
                <a:moveTo>
                  <a:pt x="14834705" y="9551187"/>
                </a:moveTo>
                <a:lnTo>
                  <a:pt x="14829892" y="9542856"/>
                </a:lnTo>
                <a:lnTo>
                  <a:pt x="14821561" y="9547669"/>
                </a:lnTo>
                <a:lnTo>
                  <a:pt x="14826374" y="9556001"/>
                </a:lnTo>
                <a:lnTo>
                  <a:pt x="14834705" y="9551187"/>
                </a:lnTo>
                <a:close/>
              </a:path>
              <a:path w="18288635" h="10287000">
                <a:moveTo>
                  <a:pt x="14836953" y="8129879"/>
                </a:moveTo>
                <a:lnTo>
                  <a:pt x="14835150" y="8126755"/>
                </a:lnTo>
                <a:lnTo>
                  <a:pt x="14832025" y="8128559"/>
                </a:lnTo>
                <a:lnTo>
                  <a:pt x="14833829" y="8131670"/>
                </a:lnTo>
                <a:lnTo>
                  <a:pt x="14836953" y="8129879"/>
                </a:lnTo>
                <a:close/>
              </a:path>
              <a:path w="18288635" h="10287000">
                <a:moveTo>
                  <a:pt x="14843087" y="8954732"/>
                </a:moveTo>
                <a:lnTo>
                  <a:pt x="14839480" y="8948483"/>
                </a:lnTo>
                <a:lnTo>
                  <a:pt x="14833232" y="8952090"/>
                </a:lnTo>
                <a:lnTo>
                  <a:pt x="14836839" y="8958339"/>
                </a:lnTo>
                <a:lnTo>
                  <a:pt x="14843087" y="8954732"/>
                </a:lnTo>
                <a:close/>
              </a:path>
              <a:path w="18288635" h="10287000">
                <a:moveTo>
                  <a:pt x="14848955" y="9779521"/>
                </a:moveTo>
                <a:lnTo>
                  <a:pt x="14843735" y="9770491"/>
                </a:lnTo>
                <a:lnTo>
                  <a:pt x="14834718" y="9775698"/>
                </a:lnTo>
                <a:lnTo>
                  <a:pt x="14839925" y="9784728"/>
                </a:lnTo>
                <a:lnTo>
                  <a:pt x="14848955" y="9779521"/>
                </a:lnTo>
                <a:close/>
              </a:path>
              <a:path w="18288635" h="10287000">
                <a:moveTo>
                  <a:pt x="14851469" y="8358276"/>
                </a:moveTo>
                <a:lnTo>
                  <a:pt x="14849069" y="8354111"/>
                </a:lnTo>
                <a:lnTo>
                  <a:pt x="14844903" y="8356511"/>
                </a:lnTo>
                <a:lnTo>
                  <a:pt x="14847304" y="8360677"/>
                </a:lnTo>
                <a:lnTo>
                  <a:pt x="14851469" y="8358276"/>
                </a:lnTo>
                <a:close/>
              </a:path>
              <a:path w="18288635" h="10287000">
                <a:moveTo>
                  <a:pt x="14857616" y="9183141"/>
                </a:moveTo>
                <a:lnTo>
                  <a:pt x="14853400" y="9175839"/>
                </a:lnTo>
                <a:lnTo>
                  <a:pt x="14846110" y="9180055"/>
                </a:lnTo>
                <a:lnTo>
                  <a:pt x="14850313" y="9187345"/>
                </a:lnTo>
                <a:lnTo>
                  <a:pt x="14857616" y="9183141"/>
                </a:lnTo>
                <a:close/>
              </a:path>
              <a:path w="18288635" h="10287000">
                <a:moveTo>
                  <a:pt x="14859584" y="7761745"/>
                </a:moveTo>
                <a:lnTo>
                  <a:pt x="14858581" y="7760017"/>
                </a:lnTo>
                <a:lnTo>
                  <a:pt x="14856841" y="7761021"/>
                </a:lnTo>
                <a:lnTo>
                  <a:pt x="14857845" y="7762748"/>
                </a:lnTo>
                <a:lnTo>
                  <a:pt x="14859584" y="7761745"/>
                </a:lnTo>
                <a:close/>
              </a:path>
              <a:path w="18288635" h="10287000">
                <a:moveTo>
                  <a:pt x="14863191" y="10007841"/>
                </a:moveTo>
                <a:lnTo>
                  <a:pt x="14857578" y="9998126"/>
                </a:lnTo>
                <a:lnTo>
                  <a:pt x="14847862" y="10003739"/>
                </a:lnTo>
                <a:lnTo>
                  <a:pt x="14853476" y="10013455"/>
                </a:lnTo>
                <a:lnTo>
                  <a:pt x="14863191" y="10007841"/>
                </a:lnTo>
                <a:close/>
              </a:path>
              <a:path w="18288635" h="10287000">
                <a:moveTo>
                  <a:pt x="14865998" y="8586673"/>
                </a:moveTo>
                <a:lnTo>
                  <a:pt x="14862988" y="8581479"/>
                </a:lnTo>
                <a:lnTo>
                  <a:pt x="14857781" y="8584476"/>
                </a:lnTo>
                <a:lnTo>
                  <a:pt x="14860778" y="8589683"/>
                </a:lnTo>
                <a:lnTo>
                  <a:pt x="14865998" y="8586673"/>
                </a:lnTo>
                <a:close/>
              </a:path>
              <a:path w="18288635" h="10287000">
                <a:moveTo>
                  <a:pt x="14872132" y="9411538"/>
                </a:moveTo>
                <a:lnTo>
                  <a:pt x="14867319" y="9403207"/>
                </a:lnTo>
                <a:lnTo>
                  <a:pt x="14858988" y="9408020"/>
                </a:lnTo>
                <a:lnTo>
                  <a:pt x="14863801" y="9416351"/>
                </a:lnTo>
                <a:lnTo>
                  <a:pt x="14872132" y="9411538"/>
                </a:lnTo>
                <a:close/>
              </a:path>
              <a:path w="18288635" h="10287000">
                <a:moveTo>
                  <a:pt x="14874101" y="7990154"/>
                </a:moveTo>
                <a:lnTo>
                  <a:pt x="14872488" y="7987373"/>
                </a:lnTo>
                <a:lnTo>
                  <a:pt x="14869719" y="7988973"/>
                </a:lnTo>
                <a:lnTo>
                  <a:pt x="14871319" y="7991754"/>
                </a:lnTo>
                <a:lnTo>
                  <a:pt x="14874101" y="7990154"/>
                </a:lnTo>
                <a:close/>
              </a:path>
              <a:path w="18288635" h="10287000">
                <a:moveTo>
                  <a:pt x="14877441" y="10236175"/>
                </a:moveTo>
                <a:lnTo>
                  <a:pt x="14871421" y="10225761"/>
                </a:lnTo>
                <a:lnTo>
                  <a:pt x="14861007" y="10231780"/>
                </a:lnTo>
                <a:lnTo>
                  <a:pt x="14867027" y="10242194"/>
                </a:lnTo>
                <a:lnTo>
                  <a:pt x="14877441" y="10236175"/>
                </a:lnTo>
                <a:close/>
              </a:path>
              <a:path w="18288635" h="10287000">
                <a:moveTo>
                  <a:pt x="14880235" y="8815006"/>
                </a:moveTo>
                <a:lnTo>
                  <a:pt x="14876831" y="8809101"/>
                </a:lnTo>
                <a:lnTo>
                  <a:pt x="14870926" y="8812517"/>
                </a:lnTo>
                <a:lnTo>
                  <a:pt x="14874329" y="8818423"/>
                </a:lnTo>
                <a:lnTo>
                  <a:pt x="14880235" y="8815006"/>
                </a:lnTo>
                <a:close/>
              </a:path>
              <a:path w="18288635" h="10287000">
                <a:moveTo>
                  <a:pt x="14886648" y="9639948"/>
                </a:moveTo>
                <a:lnTo>
                  <a:pt x="14881238" y="9630562"/>
                </a:lnTo>
                <a:lnTo>
                  <a:pt x="14871853" y="9635985"/>
                </a:lnTo>
                <a:lnTo>
                  <a:pt x="14877263" y="9645358"/>
                </a:lnTo>
                <a:lnTo>
                  <a:pt x="14886648" y="9639948"/>
                </a:lnTo>
                <a:close/>
              </a:path>
              <a:path w="18288635" h="10287000">
                <a:moveTo>
                  <a:pt x="14888617" y="8218551"/>
                </a:moveTo>
                <a:lnTo>
                  <a:pt x="14886407" y="8214741"/>
                </a:lnTo>
                <a:lnTo>
                  <a:pt x="14882597" y="8216938"/>
                </a:lnTo>
                <a:lnTo>
                  <a:pt x="14884794" y="8220761"/>
                </a:lnTo>
                <a:lnTo>
                  <a:pt x="14888617" y="8218551"/>
                </a:lnTo>
                <a:close/>
              </a:path>
              <a:path w="18288635" h="10287000">
                <a:moveTo>
                  <a:pt x="14894751" y="9043416"/>
                </a:moveTo>
                <a:lnTo>
                  <a:pt x="14890750" y="9036469"/>
                </a:lnTo>
                <a:lnTo>
                  <a:pt x="14883803" y="9040482"/>
                </a:lnTo>
                <a:lnTo>
                  <a:pt x="14887817" y="9047416"/>
                </a:lnTo>
                <a:lnTo>
                  <a:pt x="14894751" y="9043416"/>
                </a:lnTo>
                <a:close/>
              </a:path>
              <a:path w="18288635" h="10287000">
                <a:moveTo>
                  <a:pt x="14896732" y="7622019"/>
                </a:moveTo>
                <a:lnTo>
                  <a:pt x="14895932" y="7620635"/>
                </a:lnTo>
                <a:lnTo>
                  <a:pt x="14894535" y="7621435"/>
                </a:lnTo>
                <a:lnTo>
                  <a:pt x="14895335" y="7622819"/>
                </a:lnTo>
                <a:lnTo>
                  <a:pt x="14896732" y="7622019"/>
                </a:lnTo>
                <a:close/>
              </a:path>
              <a:path w="18288635" h="10287000">
                <a:moveTo>
                  <a:pt x="14900618" y="9868192"/>
                </a:moveTo>
                <a:lnTo>
                  <a:pt x="14895005" y="9858477"/>
                </a:lnTo>
                <a:lnTo>
                  <a:pt x="14885277" y="9864090"/>
                </a:lnTo>
                <a:lnTo>
                  <a:pt x="14890890" y="9873805"/>
                </a:lnTo>
                <a:lnTo>
                  <a:pt x="14900618" y="9868192"/>
                </a:lnTo>
                <a:close/>
              </a:path>
              <a:path w="18288635" h="10287000">
                <a:moveTo>
                  <a:pt x="14903145" y="8446960"/>
                </a:moveTo>
                <a:lnTo>
                  <a:pt x="14900339" y="8442096"/>
                </a:lnTo>
                <a:lnTo>
                  <a:pt x="14895475" y="8444903"/>
                </a:lnTo>
                <a:lnTo>
                  <a:pt x="14898281" y="8449767"/>
                </a:lnTo>
                <a:lnTo>
                  <a:pt x="14903145" y="8446960"/>
                </a:lnTo>
                <a:close/>
              </a:path>
              <a:path w="18288635" h="10287000">
                <a:moveTo>
                  <a:pt x="14909546" y="9271889"/>
                </a:moveTo>
                <a:lnTo>
                  <a:pt x="14904733" y="9263558"/>
                </a:lnTo>
                <a:lnTo>
                  <a:pt x="14896402" y="9268371"/>
                </a:lnTo>
                <a:lnTo>
                  <a:pt x="14901215" y="9276702"/>
                </a:lnTo>
                <a:lnTo>
                  <a:pt x="14909546" y="9271889"/>
                </a:lnTo>
                <a:close/>
              </a:path>
              <a:path w="18288635" h="10287000">
                <a:moveTo>
                  <a:pt x="14911248" y="7850429"/>
                </a:moveTo>
                <a:lnTo>
                  <a:pt x="14909838" y="7847990"/>
                </a:lnTo>
                <a:lnTo>
                  <a:pt x="14907413" y="7849400"/>
                </a:lnTo>
                <a:lnTo>
                  <a:pt x="14908810" y="7851826"/>
                </a:lnTo>
                <a:lnTo>
                  <a:pt x="14911248" y="7850429"/>
                </a:lnTo>
                <a:close/>
              </a:path>
              <a:path w="18288635" h="10287000">
                <a:moveTo>
                  <a:pt x="14914855" y="10096525"/>
                </a:moveTo>
                <a:lnTo>
                  <a:pt x="14908848" y="10086111"/>
                </a:lnTo>
                <a:lnTo>
                  <a:pt x="14898434" y="10092118"/>
                </a:lnTo>
                <a:lnTo>
                  <a:pt x="14904441" y="10102545"/>
                </a:lnTo>
                <a:lnTo>
                  <a:pt x="14914855" y="10096525"/>
                </a:lnTo>
                <a:close/>
              </a:path>
              <a:path w="18288635" h="10287000">
                <a:moveTo>
                  <a:pt x="14917662" y="8675357"/>
                </a:moveTo>
                <a:lnTo>
                  <a:pt x="14914245" y="8669464"/>
                </a:lnTo>
                <a:lnTo>
                  <a:pt x="14908340" y="8672868"/>
                </a:lnTo>
                <a:lnTo>
                  <a:pt x="14911756" y="8678761"/>
                </a:lnTo>
                <a:lnTo>
                  <a:pt x="14917662" y="8675357"/>
                </a:lnTo>
                <a:close/>
              </a:path>
              <a:path w="18288635" h="10287000">
                <a:moveTo>
                  <a:pt x="14923796" y="9500222"/>
                </a:moveTo>
                <a:lnTo>
                  <a:pt x="14918576" y="9491193"/>
                </a:lnTo>
                <a:lnTo>
                  <a:pt x="14909559" y="9496400"/>
                </a:lnTo>
                <a:lnTo>
                  <a:pt x="14914766" y="9505429"/>
                </a:lnTo>
                <a:lnTo>
                  <a:pt x="14923796" y="9500222"/>
                </a:lnTo>
                <a:close/>
              </a:path>
              <a:path w="18288635" h="10287000">
                <a:moveTo>
                  <a:pt x="14925764" y="8078838"/>
                </a:moveTo>
                <a:lnTo>
                  <a:pt x="14923758" y="8075358"/>
                </a:lnTo>
                <a:lnTo>
                  <a:pt x="14920290" y="8077365"/>
                </a:lnTo>
                <a:lnTo>
                  <a:pt x="14922297" y="8080832"/>
                </a:lnTo>
                <a:lnTo>
                  <a:pt x="14925764" y="8078838"/>
                </a:lnTo>
                <a:close/>
              </a:path>
              <a:path w="18288635" h="10287000">
                <a:moveTo>
                  <a:pt x="14931898" y="8903691"/>
                </a:moveTo>
                <a:lnTo>
                  <a:pt x="14928088" y="8897099"/>
                </a:lnTo>
                <a:lnTo>
                  <a:pt x="14921497" y="8900897"/>
                </a:lnTo>
                <a:lnTo>
                  <a:pt x="14925307" y="8907501"/>
                </a:lnTo>
                <a:lnTo>
                  <a:pt x="14931898" y="8903691"/>
                </a:lnTo>
                <a:close/>
              </a:path>
              <a:path w="18288635" h="10287000">
                <a:moveTo>
                  <a:pt x="14933879" y="7482294"/>
                </a:moveTo>
                <a:lnTo>
                  <a:pt x="14933625" y="7481862"/>
                </a:lnTo>
                <a:lnTo>
                  <a:pt x="14932228" y="7481862"/>
                </a:lnTo>
                <a:lnTo>
                  <a:pt x="14932482" y="7482294"/>
                </a:lnTo>
                <a:lnTo>
                  <a:pt x="14933879" y="7482294"/>
                </a:lnTo>
                <a:close/>
              </a:path>
              <a:path w="18288635" h="10287000">
                <a:moveTo>
                  <a:pt x="14938312" y="9728619"/>
                </a:moveTo>
                <a:lnTo>
                  <a:pt x="14932495" y="9718548"/>
                </a:lnTo>
                <a:lnTo>
                  <a:pt x="14922424" y="9724365"/>
                </a:lnTo>
                <a:lnTo>
                  <a:pt x="14928241" y="9734436"/>
                </a:lnTo>
                <a:lnTo>
                  <a:pt x="14938312" y="9728619"/>
                </a:lnTo>
                <a:close/>
              </a:path>
              <a:path w="18288635" h="10287000">
                <a:moveTo>
                  <a:pt x="14940280" y="8307235"/>
                </a:moveTo>
                <a:lnTo>
                  <a:pt x="14937677" y="8302726"/>
                </a:lnTo>
                <a:lnTo>
                  <a:pt x="14933156" y="8305330"/>
                </a:lnTo>
                <a:lnTo>
                  <a:pt x="14935772" y="8309838"/>
                </a:lnTo>
                <a:lnTo>
                  <a:pt x="14940280" y="8307235"/>
                </a:lnTo>
                <a:close/>
              </a:path>
              <a:path w="18288635" h="10287000">
                <a:moveTo>
                  <a:pt x="14946694" y="9132164"/>
                </a:moveTo>
                <a:lnTo>
                  <a:pt x="14942084" y="9124175"/>
                </a:lnTo>
                <a:lnTo>
                  <a:pt x="14934095" y="9128785"/>
                </a:lnTo>
                <a:lnTo>
                  <a:pt x="14938705" y="9136786"/>
                </a:lnTo>
                <a:lnTo>
                  <a:pt x="14946694" y="9132164"/>
                </a:lnTo>
                <a:close/>
              </a:path>
              <a:path w="18288635" h="10287000">
                <a:moveTo>
                  <a:pt x="14948396" y="7710703"/>
                </a:moveTo>
                <a:lnTo>
                  <a:pt x="14947189" y="7708620"/>
                </a:lnTo>
                <a:lnTo>
                  <a:pt x="14945106" y="7709827"/>
                </a:lnTo>
                <a:lnTo>
                  <a:pt x="14946300" y="7711910"/>
                </a:lnTo>
                <a:lnTo>
                  <a:pt x="14948396" y="7710703"/>
                </a:lnTo>
                <a:close/>
              </a:path>
              <a:path w="18288635" h="10287000">
                <a:moveTo>
                  <a:pt x="14952548" y="9956952"/>
                </a:moveTo>
                <a:lnTo>
                  <a:pt x="14946338" y="9946195"/>
                </a:lnTo>
                <a:lnTo>
                  <a:pt x="14935581" y="9952406"/>
                </a:lnTo>
                <a:lnTo>
                  <a:pt x="14941792" y="9963175"/>
                </a:lnTo>
                <a:lnTo>
                  <a:pt x="14952548" y="9956952"/>
                </a:lnTo>
                <a:close/>
              </a:path>
              <a:path w="18288635" h="10287000">
                <a:moveTo>
                  <a:pt x="14954809" y="8535632"/>
                </a:moveTo>
                <a:lnTo>
                  <a:pt x="14951596" y="8530082"/>
                </a:lnTo>
                <a:lnTo>
                  <a:pt x="14946033" y="8533295"/>
                </a:lnTo>
                <a:lnTo>
                  <a:pt x="14949246" y="8538845"/>
                </a:lnTo>
                <a:lnTo>
                  <a:pt x="14954809" y="8535632"/>
                </a:lnTo>
                <a:close/>
              </a:path>
              <a:path w="18288635" h="10287000">
                <a:moveTo>
                  <a:pt x="14961210" y="9360573"/>
                </a:moveTo>
                <a:lnTo>
                  <a:pt x="14956003" y="9351543"/>
                </a:lnTo>
                <a:lnTo>
                  <a:pt x="14946973" y="9356763"/>
                </a:lnTo>
                <a:lnTo>
                  <a:pt x="14952180" y="9365780"/>
                </a:lnTo>
                <a:lnTo>
                  <a:pt x="14961210" y="9360573"/>
                </a:lnTo>
                <a:close/>
              </a:path>
              <a:path w="18288635" h="10287000">
                <a:moveTo>
                  <a:pt x="14962912" y="7939113"/>
                </a:moveTo>
                <a:lnTo>
                  <a:pt x="14961108" y="7935976"/>
                </a:lnTo>
                <a:lnTo>
                  <a:pt x="14957984" y="7937792"/>
                </a:lnTo>
                <a:lnTo>
                  <a:pt x="14959787" y="7940916"/>
                </a:lnTo>
                <a:lnTo>
                  <a:pt x="14962912" y="7939113"/>
                </a:lnTo>
                <a:close/>
              </a:path>
              <a:path w="18288635" h="10287000">
                <a:moveTo>
                  <a:pt x="14966798" y="10185286"/>
                </a:moveTo>
                <a:lnTo>
                  <a:pt x="14960181" y="10173830"/>
                </a:lnTo>
                <a:lnTo>
                  <a:pt x="14948726" y="10180447"/>
                </a:lnTo>
                <a:lnTo>
                  <a:pt x="14955342" y="10191902"/>
                </a:lnTo>
                <a:lnTo>
                  <a:pt x="14966798" y="10185286"/>
                </a:lnTo>
                <a:close/>
              </a:path>
              <a:path w="18288635" h="10287000">
                <a:moveTo>
                  <a:pt x="14969325" y="8764041"/>
                </a:moveTo>
                <a:lnTo>
                  <a:pt x="14965502" y="8757450"/>
                </a:lnTo>
                <a:lnTo>
                  <a:pt x="14958911" y="8761247"/>
                </a:lnTo>
                <a:lnTo>
                  <a:pt x="14962721" y="8767851"/>
                </a:lnTo>
                <a:lnTo>
                  <a:pt x="14969325" y="8764041"/>
                </a:lnTo>
                <a:close/>
              </a:path>
              <a:path w="18288635" h="10287000">
                <a:moveTo>
                  <a:pt x="14975726" y="9588970"/>
                </a:moveTo>
                <a:lnTo>
                  <a:pt x="14969909" y="9578911"/>
                </a:lnTo>
                <a:lnTo>
                  <a:pt x="14959851" y="9584715"/>
                </a:lnTo>
                <a:lnTo>
                  <a:pt x="14965655" y="9594786"/>
                </a:lnTo>
                <a:lnTo>
                  <a:pt x="14975726" y="9588970"/>
                </a:lnTo>
                <a:close/>
              </a:path>
              <a:path w="18288635" h="10287000">
                <a:moveTo>
                  <a:pt x="14977428" y="8167510"/>
                </a:moveTo>
                <a:lnTo>
                  <a:pt x="14975027" y="8163344"/>
                </a:lnTo>
                <a:lnTo>
                  <a:pt x="14970849" y="8165757"/>
                </a:lnTo>
                <a:lnTo>
                  <a:pt x="14973262" y="8169923"/>
                </a:lnTo>
                <a:lnTo>
                  <a:pt x="14977428" y="8167510"/>
                </a:lnTo>
                <a:close/>
              </a:path>
              <a:path w="18288635" h="10287000">
                <a:moveTo>
                  <a:pt x="14983841" y="8992451"/>
                </a:moveTo>
                <a:lnTo>
                  <a:pt x="14979422" y="8984805"/>
                </a:lnTo>
                <a:lnTo>
                  <a:pt x="14971789" y="8989225"/>
                </a:lnTo>
                <a:lnTo>
                  <a:pt x="14976196" y="8996858"/>
                </a:lnTo>
                <a:lnTo>
                  <a:pt x="14983841" y="8992451"/>
                </a:lnTo>
                <a:close/>
              </a:path>
              <a:path w="18288635" h="10287000">
                <a:moveTo>
                  <a:pt x="14985530" y="7570978"/>
                </a:moveTo>
                <a:lnTo>
                  <a:pt x="14984527" y="7569251"/>
                </a:lnTo>
                <a:lnTo>
                  <a:pt x="14982800" y="7570254"/>
                </a:lnTo>
                <a:lnTo>
                  <a:pt x="14983803" y="7571981"/>
                </a:lnTo>
                <a:lnTo>
                  <a:pt x="14985530" y="7570978"/>
                </a:lnTo>
                <a:close/>
              </a:path>
              <a:path w="18288635" h="10287000">
                <a:moveTo>
                  <a:pt x="14989975" y="9817303"/>
                </a:moveTo>
                <a:lnTo>
                  <a:pt x="14983752" y="9806546"/>
                </a:lnTo>
                <a:lnTo>
                  <a:pt x="14972995" y="9812757"/>
                </a:lnTo>
                <a:lnTo>
                  <a:pt x="14979206" y="9823513"/>
                </a:lnTo>
                <a:lnTo>
                  <a:pt x="14989975" y="9817303"/>
                </a:lnTo>
                <a:close/>
              </a:path>
              <a:path w="18288635" h="10287000">
                <a:moveTo>
                  <a:pt x="14991944" y="8395919"/>
                </a:moveTo>
                <a:lnTo>
                  <a:pt x="14988934" y="8390712"/>
                </a:lnTo>
                <a:lnTo>
                  <a:pt x="14983727" y="8393709"/>
                </a:lnTo>
                <a:lnTo>
                  <a:pt x="14986737" y="8398929"/>
                </a:lnTo>
                <a:lnTo>
                  <a:pt x="14991944" y="8395919"/>
                </a:lnTo>
                <a:close/>
              </a:path>
              <a:path w="18288635" h="10287000">
                <a:moveTo>
                  <a:pt x="14998624" y="9220924"/>
                </a:moveTo>
                <a:lnTo>
                  <a:pt x="14993417" y="9211894"/>
                </a:lnTo>
                <a:lnTo>
                  <a:pt x="14984387" y="9217114"/>
                </a:lnTo>
                <a:lnTo>
                  <a:pt x="14989594" y="9226131"/>
                </a:lnTo>
                <a:lnTo>
                  <a:pt x="14998624" y="9220924"/>
                </a:lnTo>
                <a:close/>
              </a:path>
              <a:path w="18288635" h="10287000">
                <a:moveTo>
                  <a:pt x="15000046" y="7799387"/>
                </a:moveTo>
                <a:lnTo>
                  <a:pt x="14998446" y="7796606"/>
                </a:lnTo>
                <a:lnTo>
                  <a:pt x="14995665" y="7798219"/>
                </a:lnTo>
                <a:lnTo>
                  <a:pt x="14997278" y="7800988"/>
                </a:lnTo>
                <a:lnTo>
                  <a:pt x="15000046" y="7799387"/>
                </a:lnTo>
                <a:close/>
              </a:path>
              <a:path w="18288635" h="10287000">
                <a:moveTo>
                  <a:pt x="15004212" y="10045636"/>
                </a:moveTo>
                <a:lnTo>
                  <a:pt x="14997595" y="10034168"/>
                </a:lnTo>
                <a:lnTo>
                  <a:pt x="14986140" y="10040785"/>
                </a:lnTo>
                <a:lnTo>
                  <a:pt x="14992757" y="10052253"/>
                </a:lnTo>
                <a:lnTo>
                  <a:pt x="15004212" y="10045636"/>
                </a:lnTo>
                <a:close/>
              </a:path>
              <a:path w="18288635" h="10287000">
                <a:moveTo>
                  <a:pt x="15006460" y="8624316"/>
                </a:moveTo>
                <a:lnTo>
                  <a:pt x="15002853" y="8618068"/>
                </a:lnTo>
                <a:lnTo>
                  <a:pt x="14996605" y="8621674"/>
                </a:lnTo>
                <a:lnTo>
                  <a:pt x="15000212" y="8627923"/>
                </a:lnTo>
                <a:lnTo>
                  <a:pt x="15006460" y="8624316"/>
                </a:lnTo>
                <a:close/>
              </a:path>
              <a:path w="18288635" h="10287000">
                <a:moveTo>
                  <a:pt x="15012873" y="9449244"/>
                </a:moveTo>
                <a:lnTo>
                  <a:pt x="15007260" y="9439529"/>
                </a:lnTo>
                <a:lnTo>
                  <a:pt x="14997532" y="9445142"/>
                </a:lnTo>
                <a:lnTo>
                  <a:pt x="15003145" y="9454858"/>
                </a:lnTo>
                <a:lnTo>
                  <a:pt x="15012873" y="9449244"/>
                </a:lnTo>
                <a:close/>
              </a:path>
              <a:path w="18288635" h="10287000">
                <a:moveTo>
                  <a:pt x="15014575" y="8027797"/>
                </a:moveTo>
                <a:lnTo>
                  <a:pt x="15012365" y="8023974"/>
                </a:lnTo>
                <a:lnTo>
                  <a:pt x="15008543" y="8026171"/>
                </a:lnTo>
                <a:lnTo>
                  <a:pt x="15010753" y="8029994"/>
                </a:lnTo>
                <a:lnTo>
                  <a:pt x="15014575" y="8027797"/>
                </a:lnTo>
                <a:close/>
              </a:path>
              <a:path w="18288635" h="10287000">
                <a:moveTo>
                  <a:pt x="15018461" y="10273970"/>
                </a:moveTo>
                <a:lnTo>
                  <a:pt x="15011451" y="10261816"/>
                </a:lnTo>
                <a:lnTo>
                  <a:pt x="14999297" y="10268826"/>
                </a:lnTo>
                <a:lnTo>
                  <a:pt x="15006308" y="10280980"/>
                </a:lnTo>
                <a:lnTo>
                  <a:pt x="15018461" y="10273970"/>
                </a:lnTo>
                <a:close/>
              </a:path>
              <a:path w="18288635" h="10287000">
                <a:moveTo>
                  <a:pt x="15020989" y="8852725"/>
                </a:moveTo>
                <a:lnTo>
                  <a:pt x="15016772" y="8845436"/>
                </a:lnTo>
                <a:lnTo>
                  <a:pt x="15009483" y="8849639"/>
                </a:lnTo>
                <a:lnTo>
                  <a:pt x="15013699" y="8856929"/>
                </a:lnTo>
                <a:lnTo>
                  <a:pt x="15020989" y="8852725"/>
                </a:lnTo>
                <a:close/>
              </a:path>
              <a:path w="18288635" h="10287000">
                <a:moveTo>
                  <a:pt x="15022678" y="7431252"/>
                </a:moveTo>
                <a:lnTo>
                  <a:pt x="15021878" y="7429868"/>
                </a:lnTo>
                <a:lnTo>
                  <a:pt x="15020481" y="7430668"/>
                </a:lnTo>
                <a:lnTo>
                  <a:pt x="15021294" y="7432065"/>
                </a:lnTo>
                <a:lnTo>
                  <a:pt x="15022678" y="7431252"/>
                </a:lnTo>
                <a:close/>
              </a:path>
              <a:path w="18288635" h="10287000">
                <a:moveTo>
                  <a:pt x="15027390" y="9677654"/>
                </a:moveTo>
                <a:lnTo>
                  <a:pt x="15021179" y="9666884"/>
                </a:lnTo>
                <a:lnTo>
                  <a:pt x="15010410" y="9673107"/>
                </a:lnTo>
                <a:lnTo>
                  <a:pt x="15016633" y="9683864"/>
                </a:lnTo>
                <a:lnTo>
                  <a:pt x="15027390" y="9677654"/>
                </a:lnTo>
                <a:close/>
              </a:path>
              <a:path w="18288635" h="10287000">
                <a:moveTo>
                  <a:pt x="15029091" y="8256194"/>
                </a:moveTo>
                <a:lnTo>
                  <a:pt x="15026285" y="8251330"/>
                </a:lnTo>
                <a:lnTo>
                  <a:pt x="15021421" y="8254136"/>
                </a:lnTo>
                <a:lnTo>
                  <a:pt x="15024227" y="8259000"/>
                </a:lnTo>
                <a:lnTo>
                  <a:pt x="15029091" y="8256194"/>
                </a:lnTo>
                <a:close/>
              </a:path>
              <a:path w="18288635" h="10287000">
                <a:moveTo>
                  <a:pt x="15035772" y="9081198"/>
                </a:moveTo>
                <a:lnTo>
                  <a:pt x="15030768" y="9072524"/>
                </a:lnTo>
                <a:lnTo>
                  <a:pt x="15022081" y="9077528"/>
                </a:lnTo>
                <a:lnTo>
                  <a:pt x="15027097" y="9086215"/>
                </a:lnTo>
                <a:lnTo>
                  <a:pt x="15035772" y="9081198"/>
                </a:lnTo>
                <a:close/>
              </a:path>
              <a:path w="18288635" h="10287000">
                <a:moveTo>
                  <a:pt x="15037194" y="7659662"/>
                </a:moveTo>
                <a:lnTo>
                  <a:pt x="15035797" y="7657236"/>
                </a:lnTo>
                <a:lnTo>
                  <a:pt x="15033371" y="7658633"/>
                </a:lnTo>
                <a:lnTo>
                  <a:pt x="15034768" y="7661059"/>
                </a:lnTo>
                <a:lnTo>
                  <a:pt x="15037194" y="7659662"/>
                </a:lnTo>
                <a:close/>
              </a:path>
              <a:path w="18288635" h="10287000">
                <a:moveTo>
                  <a:pt x="15041906" y="9906063"/>
                </a:moveTo>
                <a:lnTo>
                  <a:pt x="15035086" y="9894252"/>
                </a:lnTo>
                <a:lnTo>
                  <a:pt x="15023287" y="9901072"/>
                </a:lnTo>
                <a:lnTo>
                  <a:pt x="15030107" y="9912883"/>
                </a:lnTo>
                <a:lnTo>
                  <a:pt x="15041906" y="9906063"/>
                </a:lnTo>
                <a:close/>
              </a:path>
              <a:path w="18288635" h="10287000">
                <a:moveTo>
                  <a:pt x="15043607" y="8484603"/>
                </a:moveTo>
                <a:lnTo>
                  <a:pt x="15040204" y="8478698"/>
                </a:lnTo>
                <a:lnTo>
                  <a:pt x="15034298" y="8482101"/>
                </a:lnTo>
                <a:lnTo>
                  <a:pt x="15037702" y="8488007"/>
                </a:lnTo>
                <a:lnTo>
                  <a:pt x="15043607" y="8484603"/>
                </a:lnTo>
                <a:close/>
              </a:path>
              <a:path w="18288635" h="10287000">
                <a:moveTo>
                  <a:pt x="15050288" y="9309595"/>
                </a:moveTo>
                <a:lnTo>
                  <a:pt x="15044687" y="9299880"/>
                </a:lnTo>
                <a:lnTo>
                  <a:pt x="15034959" y="9305493"/>
                </a:lnTo>
                <a:lnTo>
                  <a:pt x="15040572" y="9315209"/>
                </a:lnTo>
                <a:lnTo>
                  <a:pt x="15050288" y="9309595"/>
                </a:lnTo>
                <a:close/>
              </a:path>
              <a:path w="18288635" h="10287000">
                <a:moveTo>
                  <a:pt x="15051710" y="7888071"/>
                </a:moveTo>
                <a:lnTo>
                  <a:pt x="15049703" y="7884592"/>
                </a:lnTo>
                <a:lnTo>
                  <a:pt x="15046236" y="7886598"/>
                </a:lnTo>
                <a:lnTo>
                  <a:pt x="15048243" y="7890065"/>
                </a:lnTo>
                <a:lnTo>
                  <a:pt x="15051710" y="7888071"/>
                </a:lnTo>
                <a:close/>
              </a:path>
              <a:path w="18288635" h="10287000">
                <a:moveTo>
                  <a:pt x="15055876" y="10134321"/>
                </a:moveTo>
                <a:lnTo>
                  <a:pt x="15048865" y="10122167"/>
                </a:lnTo>
                <a:lnTo>
                  <a:pt x="15036711" y="10129177"/>
                </a:lnTo>
                <a:lnTo>
                  <a:pt x="15043722" y="10141331"/>
                </a:lnTo>
                <a:lnTo>
                  <a:pt x="15055876" y="10134321"/>
                </a:lnTo>
                <a:close/>
              </a:path>
              <a:path w="18288635" h="10287000">
                <a:moveTo>
                  <a:pt x="15058124" y="8713000"/>
                </a:moveTo>
                <a:lnTo>
                  <a:pt x="15054123" y="8706053"/>
                </a:lnTo>
                <a:lnTo>
                  <a:pt x="15047176" y="8710066"/>
                </a:lnTo>
                <a:lnTo>
                  <a:pt x="15051177" y="8717013"/>
                </a:lnTo>
                <a:lnTo>
                  <a:pt x="15058124" y="8713000"/>
                </a:lnTo>
                <a:close/>
              </a:path>
              <a:path w="18288635" h="10287000">
                <a:moveTo>
                  <a:pt x="15059825" y="7291540"/>
                </a:moveTo>
                <a:lnTo>
                  <a:pt x="15059571" y="7291095"/>
                </a:lnTo>
                <a:lnTo>
                  <a:pt x="15058187" y="7291095"/>
                </a:lnTo>
                <a:lnTo>
                  <a:pt x="15058441" y="7291540"/>
                </a:lnTo>
                <a:lnTo>
                  <a:pt x="15059825" y="7291540"/>
                </a:lnTo>
                <a:close/>
              </a:path>
              <a:path w="18288635" h="10287000">
                <a:moveTo>
                  <a:pt x="15064816" y="9538005"/>
                </a:moveTo>
                <a:lnTo>
                  <a:pt x="15058593" y="9527248"/>
                </a:lnTo>
                <a:lnTo>
                  <a:pt x="15047824" y="9533458"/>
                </a:lnTo>
                <a:lnTo>
                  <a:pt x="15054047" y="9544228"/>
                </a:lnTo>
                <a:lnTo>
                  <a:pt x="15064816" y="9538005"/>
                </a:lnTo>
                <a:close/>
              </a:path>
              <a:path w="18288635" h="10287000">
                <a:moveTo>
                  <a:pt x="15066506" y="8116544"/>
                </a:moveTo>
                <a:lnTo>
                  <a:pt x="15063699" y="8111680"/>
                </a:lnTo>
                <a:lnTo>
                  <a:pt x="15058835" y="8114487"/>
                </a:lnTo>
                <a:lnTo>
                  <a:pt x="15061641" y="8119351"/>
                </a:lnTo>
                <a:lnTo>
                  <a:pt x="15066506" y="8116544"/>
                </a:lnTo>
                <a:close/>
              </a:path>
              <a:path w="18288635" h="10287000">
                <a:moveTo>
                  <a:pt x="15073186" y="8941549"/>
                </a:moveTo>
                <a:lnTo>
                  <a:pt x="15068182" y="8932875"/>
                </a:lnTo>
                <a:lnTo>
                  <a:pt x="15059495" y="8937879"/>
                </a:lnTo>
                <a:lnTo>
                  <a:pt x="15064512" y="8946566"/>
                </a:lnTo>
                <a:lnTo>
                  <a:pt x="15073186" y="8941549"/>
                </a:lnTo>
                <a:close/>
              </a:path>
              <a:path w="18288635" h="10287000">
                <a:moveTo>
                  <a:pt x="15074341" y="7519949"/>
                </a:moveTo>
                <a:lnTo>
                  <a:pt x="15073135" y="7517854"/>
                </a:lnTo>
                <a:lnTo>
                  <a:pt x="15071052" y="7519060"/>
                </a:lnTo>
                <a:lnTo>
                  <a:pt x="15072259" y="7521143"/>
                </a:lnTo>
                <a:lnTo>
                  <a:pt x="15074341" y="7519949"/>
                </a:lnTo>
                <a:close/>
              </a:path>
              <a:path w="18288635" h="10287000">
                <a:moveTo>
                  <a:pt x="15079333" y="9766414"/>
                </a:moveTo>
                <a:lnTo>
                  <a:pt x="15072513" y="9754603"/>
                </a:lnTo>
                <a:lnTo>
                  <a:pt x="15060714" y="9761423"/>
                </a:lnTo>
                <a:lnTo>
                  <a:pt x="15067522" y="9773221"/>
                </a:lnTo>
                <a:lnTo>
                  <a:pt x="15079333" y="9766414"/>
                </a:lnTo>
                <a:close/>
              </a:path>
              <a:path w="18288635" h="10287000">
                <a:moveTo>
                  <a:pt x="15080755" y="8344878"/>
                </a:moveTo>
                <a:lnTo>
                  <a:pt x="15077542" y="8339315"/>
                </a:lnTo>
                <a:lnTo>
                  <a:pt x="15071992" y="8342528"/>
                </a:lnTo>
                <a:lnTo>
                  <a:pt x="15075192" y="8348078"/>
                </a:lnTo>
                <a:lnTo>
                  <a:pt x="15080755" y="8344878"/>
                </a:lnTo>
                <a:close/>
              </a:path>
              <a:path w="18288635" h="10287000">
                <a:moveTo>
                  <a:pt x="15087702" y="9169959"/>
                </a:moveTo>
                <a:lnTo>
                  <a:pt x="15082088" y="9160231"/>
                </a:lnTo>
                <a:lnTo>
                  <a:pt x="15072373" y="9165844"/>
                </a:lnTo>
                <a:lnTo>
                  <a:pt x="15077986" y="9175572"/>
                </a:lnTo>
                <a:lnTo>
                  <a:pt x="15087702" y="9169959"/>
                </a:lnTo>
                <a:close/>
              </a:path>
              <a:path w="18288635" h="10287000">
                <a:moveTo>
                  <a:pt x="15088858" y="7748346"/>
                </a:moveTo>
                <a:lnTo>
                  <a:pt x="15087054" y="7745222"/>
                </a:lnTo>
                <a:lnTo>
                  <a:pt x="15083930" y="7747025"/>
                </a:lnTo>
                <a:lnTo>
                  <a:pt x="15085733" y="7750149"/>
                </a:lnTo>
                <a:lnTo>
                  <a:pt x="15088858" y="7748346"/>
                </a:lnTo>
                <a:close/>
              </a:path>
              <a:path w="18288635" h="10287000">
                <a:moveTo>
                  <a:pt x="15093569" y="9994735"/>
                </a:moveTo>
                <a:lnTo>
                  <a:pt x="15086356" y="9982238"/>
                </a:lnTo>
                <a:lnTo>
                  <a:pt x="15073859" y="9989452"/>
                </a:lnTo>
                <a:lnTo>
                  <a:pt x="15081072" y="10001961"/>
                </a:lnTo>
                <a:lnTo>
                  <a:pt x="15093569" y="9994735"/>
                </a:lnTo>
                <a:close/>
              </a:path>
              <a:path w="18288635" h="10287000">
                <a:moveTo>
                  <a:pt x="15095271" y="8573275"/>
                </a:moveTo>
                <a:lnTo>
                  <a:pt x="15091461" y="8566683"/>
                </a:lnTo>
                <a:lnTo>
                  <a:pt x="15084857" y="8570493"/>
                </a:lnTo>
                <a:lnTo>
                  <a:pt x="15088667" y="8577085"/>
                </a:lnTo>
                <a:lnTo>
                  <a:pt x="15095271" y="8573275"/>
                </a:lnTo>
                <a:close/>
              </a:path>
              <a:path w="18288635" h="10287000">
                <a:moveTo>
                  <a:pt x="15101951" y="9398279"/>
                </a:moveTo>
                <a:lnTo>
                  <a:pt x="15095944" y="9387865"/>
                </a:lnTo>
                <a:lnTo>
                  <a:pt x="15085530" y="9393885"/>
                </a:lnTo>
                <a:lnTo>
                  <a:pt x="15091537" y="9404299"/>
                </a:lnTo>
                <a:lnTo>
                  <a:pt x="15101951" y="9398279"/>
                </a:lnTo>
                <a:close/>
              </a:path>
              <a:path w="18288635" h="10287000">
                <a:moveTo>
                  <a:pt x="15103374" y="7976743"/>
                </a:moveTo>
                <a:lnTo>
                  <a:pt x="15100973" y="7972590"/>
                </a:lnTo>
                <a:lnTo>
                  <a:pt x="15096808" y="7974990"/>
                </a:lnTo>
                <a:lnTo>
                  <a:pt x="15099208" y="7979156"/>
                </a:lnTo>
                <a:lnTo>
                  <a:pt x="15103374" y="7976743"/>
                </a:lnTo>
                <a:close/>
              </a:path>
              <a:path w="18288635" h="10287000">
                <a:moveTo>
                  <a:pt x="15107539" y="10222992"/>
                </a:moveTo>
                <a:lnTo>
                  <a:pt x="15100122" y="10210152"/>
                </a:lnTo>
                <a:lnTo>
                  <a:pt x="15087270" y="10217569"/>
                </a:lnTo>
                <a:lnTo>
                  <a:pt x="15094687" y="10230409"/>
                </a:lnTo>
                <a:lnTo>
                  <a:pt x="15107539" y="10222992"/>
                </a:lnTo>
                <a:close/>
              </a:path>
              <a:path w="18288635" h="10287000">
                <a:moveTo>
                  <a:pt x="15110333" y="8801824"/>
                </a:moveTo>
                <a:lnTo>
                  <a:pt x="15105533" y="8793493"/>
                </a:lnTo>
                <a:lnTo>
                  <a:pt x="15097201" y="8798306"/>
                </a:lnTo>
                <a:lnTo>
                  <a:pt x="15102002" y="8806637"/>
                </a:lnTo>
                <a:lnTo>
                  <a:pt x="15110333" y="8801824"/>
                </a:lnTo>
                <a:close/>
              </a:path>
              <a:path w="18288635" h="10287000">
                <a:moveTo>
                  <a:pt x="15111489" y="7380211"/>
                </a:moveTo>
                <a:lnTo>
                  <a:pt x="15110486" y="7378484"/>
                </a:lnTo>
                <a:lnTo>
                  <a:pt x="15108746" y="7379475"/>
                </a:lnTo>
                <a:lnTo>
                  <a:pt x="15109749" y="7381214"/>
                </a:lnTo>
                <a:lnTo>
                  <a:pt x="15111489" y="7380211"/>
                </a:lnTo>
                <a:close/>
              </a:path>
              <a:path w="18288635" h="10287000">
                <a:moveTo>
                  <a:pt x="15116747" y="9626752"/>
                </a:moveTo>
                <a:lnTo>
                  <a:pt x="15109927" y="9614954"/>
                </a:lnTo>
                <a:lnTo>
                  <a:pt x="15098129" y="9621774"/>
                </a:lnTo>
                <a:lnTo>
                  <a:pt x="15104936" y="9633572"/>
                </a:lnTo>
                <a:lnTo>
                  <a:pt x="15116747" y="9626752"/>
                </a:lnTo>
                <a:close/>
              </a:path>
              <a:path w="18288635" h="10287000">
                <a:moveTo>
                  <a:pt x="15117902" y="8205152"/>
                </a:moveTo>
                <a:lnTo>
                  <a:pt x="15114893" y="8199945"/>
                </a:lnTo>
                <a:lnTo>
                  <a:pt x="15109686" y="8202955"/>
                </a:lnTo>
                <a:lnTo>
                  <a:pt x="15112683" y="8208162"/>
                </a:lnTo>
                <a:lnTo>
                  <a:pt x="15117902" y="8205152"/>
                </a:lnTo>
                <a:close/>
              </a:path>
              <a:path w="18288635" h="10287000">
                <a:moveTo>
                  <a:pt x="15124849" y="9030233"/>
                </a:moveTo>
                <a:lnTo>
                  <a:pt x="15119439" y="9020861"/>
                </a:lnTo>
                <a:lnTo>
                  <a:pt x="15110067" y="9026271"/>
                </a:lnTo>
                <a:lnTo>
                  <a:pt x="15115477" y="9035644"/>
                </a:lnTo>
                <a:lnTo>
                  <a:pt x="15124849" y="9030233"/>
                </a:lnTo>
                <a:close/>
              </a:path>
              <a:path w="18288635" h="10287000">
                <a:moveTo>
                  <a:pt x="15126005" y="7608621"/>
                </a:moveTo>
                <a:lnTo>
                  <a:pt x="15124405" y="7605839"/>
                </a:lnTo>
                <a:lnTo>
                  <a:pt x="15121624" y="7607452"/>
                </a:lnTo>
                <a:lnTo>
                  <a:pt x="15123236" y="7610221"/>
                </a:lnTo>
                <a:lnTo>
                  <a:pt x="15126005" y="7608621"/>
                </a:lnTo>
                <a:close/>
              </a:path>
              <a:path w="18288635" h="10287000">
                <a:moveTo>
                  <a:pt x="15130996" y="9855086"/>
                </a:moveTo>
                <a:lnTo>
                  <a:pt x="15123770" y="9842589"/>
                </a:lnTo>
                <a:lnTo>
                  <a:pt x="15111273" y="9849815"/>
                </a:lnTo>
                <a:lnTo>
                  <a:pt x="15118487" y="9862299"/>
                </a:lnTo>
                <a:lnTo>
                  <a:pt x="15130996" y="9855086"/>
                </a:lnTo>
                <a:close/>
              </a:path>
              <a:path w="18288635" h="10287000">
                <a:moveTo>
                  <a:pt x="15132419" y="8433562"/>
                </a:moveTo>
                <a:lnTo>
                  <a:pt x="15128799" y="8427301"/>
                </a:lnTo>
                <a:lnTo>
                  <a:pt x="15122563" y="8430908"/>
                </a:lnTo>
                <a:lnTo>
                  <a:pt x="15126170" y="8437156"/>
                </a:lnTo>
                <a:lnTo>
                  <a:pt x="15132419" y="8433562"/>
                </a:lnTo>
                <a:close/>
              </a:path>
              <a:path w="18288635" h="10287000">
                <a:moveTo>
                  <a:pt x="15139378" y="9258643"/>
                </a:moveTo>
                <a:lnTo>
                  <a:pt x="15133358" y="9248216"/>
                </a:lnTo>
                <a:lnTo>
                  <a:pt x="15122944" y="9254236"/>
                </a:lnTo>
                <a:lnTo>
                  <a:pt x="15128964" y="9264650"/>
                </a:lnTo>
                <a:lnTo>
                  <a:pt x="15139378" y="9258643"/>
                </a:lnTo>
                <a:close/>
              </a:path>
              <a:path w="18288635" h="10287000">
                <a:moveTo>
                  <a:pt x="15140521" y="7837030"/>
                </a:moveTo>
                <a:lnTo>
                  <a:pt x="15138324" y="7833207"/>
                </a:lnTo>
                <a:lnTo>
                  <a:pt x="15134501" y="7835417"/>
                </a:lnTo>
                <a:lnTo>
                  <a:pt x="15136711" y="7839227"/>
                </a:lnTo>
                <a:lnTo>
                  <a:pt x="15140521" y="7837030"/>
                </a:lnTo>
                <a:close/>
              </a:path>
              <a:path w="18288635" h="10287000">
                <a:moveTo>
                  <a:pt x="15145233" y="10083419"/>
                </a:moveTo>
                <a:lnTo>
                  <a:pt x="15137613" y="10070224"/>
                </a:lnTo>
                <a:lnTo>
                  <a:pt x="15124418" y="10077844"/>
                </a:lnTo>
                <a:lnTo>
                  <a:pt x="15132038" y="10091039"/>
                </a:lnTo>
                <a:lnTo>
                  <a:pt x="15145233" y="10083419"/>
                </a:lnTo>
                <a:close/>
              </a:path>
              <a:path w="18288635" h="10287000">
                <a:moveTo>
                  <a:pt x="15147201" y="8662035"/>
                </a:moveTo>
                <a:lnTo>
                  <a:pt x="15142794" y="8654390"/>
                </a:lnTo>
                <a:lnTo>
                  <a:pt x="15135162" y="8658809"/>
                </a:lnTo>
                <a:lnTo>
                  <a:pt x="15139569" y="8666442"/>
                </a:lnTo>
                <a:lnTo>
                  <a:pt x="15147201" y="8662035"/>
                </a:lnTo>
                <a:close/>
              </a:path>
              <a:path w="18288635" h="10287000">
                <a:moveTo>
                  <a:pt x="15148357" y="7240422"/>
                </a:moveTo>
                <a:lnTo>
                  <a:pt x="15148103" y="7239978"/>
                </a:lnTo>
                <a:lnTo>
                  <a:pt x="15146719" y="7239978"/>
                </a:lnTo>
                <a:lnTo>
                  <a:pt x="15146973" y="7240422"/>
                </a:lnTo>
                <a:lnTo>
                  <a:pt x="15148357" y="7240422"/>
                </a:lnTo>
                <a:close/>
              </a:path>
              <a:path w="18288635" h="10287000">
                <a:moveTo>
                  <a:pt x="15153894" y="9487040"/>
                </a:moveTo>
                <a:lnTo>
                  <a:pt x="15147278" y="9475584"/>
                </a:lnTo>
                <a:lnTo>
                  <a:pt x="15135822" y="9482188"/>
                </a:lnTo>
                <a:lnTo>
                  <a:pt x="15142439" y="9493656"/>
                </a:lnTo>
                <a:lnTo>
                  <a:pt x="15153894" y="9487040"/>
                </a:lnTo>
                <a:close/>
              </a:path>
              <a:path w="18288635" h="10287000">
                <a:moveTo>
                  <a:pt x="15155050" y="8065427"/>
                </a:moveTo>
                <a:lnTo>
                  <a:pt x="15152231" y="8060563"/>
                </a:lnTo>
                <a:lnTo>
                  <a:pt x="15147379" y="8063370"/>
                </a:lnTo>
                <a:lnTo>
                  <a:pt x="15150186" y="8068234"/>
                </a:lnTo>
                <a:lnTo>
                  <a:pt x="15155050" y="8065427"/>
                </a:lnTo>
                <a:close/>
              </a:path>
              <a:path w="18288635" h="10287000">
                <a:moveTo>
                  <a:pt x="15161997" y="8890508"/>
                </a:moveTo>
                <a:lnTo>
                  <a:pt x="15156790" y="8881478"/>
                </a:lnTo>
                <a:lnTo>
                  <a:pt x="15147760" y="8886698"/>
                </a:lnTo>
                <a:lnTo>
                  <a:pt x="15152967" y="8895728"/>
                </a:lnTo>
                <a:lnTo>
                  <a:pt x="15161997" y="8890508"/>
                </a:lnTo>
                <a:close/>
              </a:path>
              <a:path w="18288635" h="10287000">
                <a:moveTo>
                  <a:pt x="15162873" y="7468819"/>
                </a:moveTo>
                <a:lnTo>
                  <a:pt x="15161667" y="7466736"/>
                </a:lnTo>
                <a:lnTo>
                  <a:pt x="15159597" y="7467943"/>
                </a:lnTo>
                <a:lnTo>
                  <a:pt x="15160790" y="7470026"/>
                </a:lnTo>
                <a:lnTo>
                  <a:pt x="15162873" y="7468819"/>
                </a:lnTo>
                <a:close/>
              </a:path>
              <a:path w="18288635" h="10287000">
                <a:moveTo>
                  <a:pt x="15168410" y="9715436"/>
                </a:moveTo>
                <a:lnTo>
                  <a:pt x="15161197" y="9702940"/>
                </a:lnTo>
                <a:lnTo>
                  <a:pt x="15148687" y="9710166"/>
                </a:lnTo>
                <a:lnTo>
                  <a:pt x="15155914" y="9722650"/>
                </a:lnTo>
                <a:lnTo>
                  <a:pt x="15168410" y="9715436"/>
                </a:lnTo>
                <a:close/>
              </a:path>
              <a:path w="18288635" h="10287000">
                <a:moveTo>
                  <a:pt x="15169566" y="8293836"/>
                </a:moveTo>
                <a:lnTo>
                  <a:pt x="15166150" y="8287931"/>
                </a:lnTo>
                <a:lnTo>
                  <a:pt x="15160244" y="8291335"/>
                </a:lnTo>
                <a:lnTo>
                  <a:pt x="15163661" y="8297240"/>
                </a:lnTo>
                <a:lnTo>
                  <a:pt x="15169566" y="8293836"/>
                </a:lnTo>
                <a:close/>
              </a:path>
              <a:path w="18288635" h="10287000">
                <a:moveTo>
                  <a:pt x="15176513" y="9118917"/>
                </a:moveTo>
                <a:lnTo>
                  <a:pt x="15170709" y="9108846"/>
                </a:lnTo>
                <a:lnTo>
                  <a:pt x="15160638" y="9114663"/>
                </a:lnTo>
                <a:lnTo>
                  <a:pt x="15166455" y="9124721"/>
                </a:lnTo>
                <a:lnTo>
                  <a:pt x="15176513" y="9118917"/>
                </a:lnTo>
                <a:close/>
              </a:path>
              <a:path w="18288635" h="10287000">
                <a:moveTo>
                  <a:pt x="15177402" y="7697229"/>
                </a:moveTo>
                <a:lnTo>
                  <a:pt x="15175586" y="7694104"/>
                </a:lnTo>
                <a:lnTo>
                  <a:pt x="15172462" y="7695908"/>
                </a:lnTo>
                <a:lnTo>
                  <a:pt x="15174265" y="7699032"/>
                </a:lnTo>
                <a:lnTo>
                  <a:pt x="15177402" y="7697229"/>
                </a:lnTo>
                <a:close/>
              </a:path>
              <a:path w="18288635" h="10287000">
                <a:moveTo>
                  <a:pt x="15182660" y="9943770"/>
                </a:moveTo>
                <a:lnTo>
                  <a:pt x="15175040" y="9930574"/>
                </a:lnTo>
                <a:lnTo>
                  <a:pt x="15161844" y="9938194"/>
                </a:lnTo>
                <a:lnTo>
                  <a:pt x="15169464" y="9951390"/>
                </a:lnTo>
                <a:lnTo>
                  <a:pt x="15182660" y="9943770"/>
                </a:lnTo>
                <a:close/>
              </a:path>
              <a:path w="18288635" h="10287000">
                <a:moveTo>
                  <a:pt x="15184349" y="8522310"/>
                </a:moveTo>
                <a:lnTo>
                  <a:pt x="15180145" y="8515020"/>
                </a:lnTo>
                <a:lnTo>
                  <a:pt x="15172855" y="8519223"/>
                </a:lnTo>
                <a:lnTo>
                  <a:pt x="15177059" y="8526526"/>
                </a:lnTo>
                <a:lnTo>
                  <a:pt x="15184349" y="8522310"/>
                </a:lnTo>
                <a:close/>
              </a:path>
              <a:path w="18288635" h="10287000">
                <a:moveTo>
                  <a:pt x="15191308" y="9347390"/>
                </a:moveTo>
                <a:lnTo>
                  <a:pt x="15184692" y="9335935"/>
                </a:lnTo>
                <a:lnTo>
                  <a:pt x="15173236" y="9342552"/>
                </a:lnTo>
                <a:lnTo>
                  <a:pt x="15179853" y="9354007"/>
                </a:lnTo>
                <a:lnTo>
                  <a:pt x="15191308" y="9347390"/>
                </a:lnTo>
                <a:close/>
              </a:path>
              <a:path w="18288635" h="10287000">
                <a:moveTo>
                  <a:pt x="15192185" y="7925702"/>
                </a:moveTo>
                <a:lnTo>
                  <a:pt x="15189581" y="7921193"/>
                </a:lnTo>
                <a:lnTo>
                  <a:pt x="15185073" y="7923797"/>
                </a:lnTo>
                <a:lnTo>
                  <a:pt x="15187676" y="7928318"/>
                </a:lnTo>
                <a:lnTo>
                  <a:pt x="15192185" y="7925702"/>
                </a:lnTo>
                <a:close/>
              </a:path>
              <a:path w="18288635" h="10287000">
                <a:moveTo>
                  <a:pt x="15197176" y="10172179"/>
                </a:moveTo>
                <a:lnTo>
                  <a:pt x="15188946" y="10157943"/>
                </a:lnTo>
                <a:lnTo>
                  <a:pt x="15174722" y="10166159"/>
                </a:lnTo>
                <a:lnTo>
                  <a:pt x="15182939" y="10180396"/>
                </a:lnTo>
                <a:lnTo>
                  <a:pt x="15197176" y="10172179"/>
                </a:lnTo>
                <a:close/>
              </a:path>
              <a:path w="18288635" h="10287000">
                <a:moveTo>
                  <a:pt x="15199144" y="8750783"/>
                </a:moveTo>
                <a:lnTo>
                  <a:pt x="15194128" y="8742108"/>
                </a:lnTo>
                <a:lnTo>
                  <a:pt x="15185454" y="8747112"/>
                </a:lnTo>
                <a:lnTo>
                  <a:pt x="15190458" y="8755799"/>
                </a:lnTo>
                <a:lnTo>
                  <a:pt x="15199144" y="8750783"/>
                </a:lnTo>
                <a:close/>
              </a:path>
              <a:path w="18288635" h="10287000">
                <a:moveTo>
                  <a:pt x="15200021" y="7329094"/>
                </a:moveTo>
                <a:lnTo>
                  <a:pt x="15199017" y="7327366"/>
                </a:lnTo>
                <a:lnTo>
                  <a:pt x="15197277" y="7328370"/>
                </a:lnTo>
                <a:lnTo>
                  <a:pt x="15198281" y="7330097"/>
                </a:lnTo>
                <a:lnTo>
                  <a:pt x="15200021" y="7329094"/>
                </a:lnTo>
                <a:close/>
              </a:path>
              <a:path w="18288635" h="10287000">
                <a:moveTo>
                  <a:pt x="15205825" y="9575787"/>
                </a:moveTo>
                <a:lnTo>
                  <a:pt x="15198611" y="9563290"/>
                </a:lnTo>
                <a:lnTo>
                  <a:pt x="15186114" y="9570517"/>
                </a:lnTo>
                <a:lnTo>
                  <a:pt x="15193328" y="9583001"/>
                </a:lnTo>
                <a:lnTo>
                  <a:pt x="15205825" y="9575787"/>
                </a:lnTo>
                <a:close/>
              </a:path>
              <a:path w="18288635" h="10287000">
                <a:moveTo>
                  <a:pt x="15206701" y="8154111"/>
                </a:moveTo>
                <a:lnTo>
                  <a:pt x="15203500" y="8148561"/>
                </a:lnTo>
                <a:lnTo>
                  <a:pt x="15197938" y="8151762"/>
                </a:lnTo>
                <a:lnTo>
                  <a:pt x="15201151" y="8157311"/>
                </a:lnTo>
                <a:lnTo>
                  <a:pt x="15206701" y="8154111"/>
                </a:lnTo>
                <a:close/>
              </a:path>
              <a:path w="18288635" h="10287000">
                <a:moveTo>
                  <a:pt x="15213940" y="8979268"/>
                </a:moveTo>
                <a:lnTo>
                  <a:pt x="15208123" y="8969197"/>
                </a:lnTo>
                <a:lnTo>
                  <a:pt x="15198052" y="8975014"/>
                </a:lnTo>
                <a:lnTo>
                  <a:pt x="15203869" y="8985072"/>
                </a:lnTo>
                <a:lnTo>
                  <a:pt x="15213940" y="8979268"/>
                </a:lnTo>
                <a:close/>
              </a:path>
              <a:path w="18288635" h="10287000">
                <a:moveTo>
                  <a:pt x="15214537" y="7557503"/>
                </a:moveTo>
                <a:lnTo>
                  <a:pt x="15212937" y="7554735"/>
                </a:lnTo>
                <a:lnTo>
                  <a:pt x="15210155" y="7556335"/>
                </a:lnTo>
                <a:lnTo>
                  <a:pt x="15211768" y="7559116"/>
                </a:lnTo>
                <a:lnTo>
                  <a:pt x="15214537" y="7557503"/>
                </a:lnTo>
                <a:close/>
              </a:path>
              <a:path w="18288635" h="10287000">
                <a:moveTo>
                  <a:pt x="15220074" y="9804121"/>
                </a:moveTo>
                <a:lnTo>
                  <a:pt x="15212454" y="9790925"/>
                </a:lnTo>
                <a:lnTo>
                  <a:pt x="15199259" y="9798545"/>
                </a:lnTo>
                <a:lnTo>
                  <a:pt x="15206879" y="9811741"/>
                </a:lnTo>
                <a:lnTo>
                  <a:pt x="15220074" y="9804121"/>
                </a:lnTo>
                <a:close/>
              </a:path>
              <a:path w="18288635" h="10287000">
                <a:moveTo>
                  <a:pt x="15221496" y="8382584"/>
                </a:moveTo>
                <a:lnTo>
                  <a:pt x="15217483" y="8375637"/>
                </a:lnTo>
                <a:lnTo>
                  <a:pt x="15210549" y="8379650"/>
                </a:lnTo>
                <a:lnTo>
                  <a:pt x="15214549" y="8386597"/>
                </a:lnTo>
                <a:lnTo>
                  <a:pt x="15221496" y="8382584"/>
                </a:lnTo>
                <a:close/>
              </a:path>
              <a:path w="18288635" h="10287000">
                <a:moveTo>
                  <a:pt x="15228456" y="9207665"/>
                </a:moveTo>
                <a:lnTo>
                  <a:pt x="15222042" y="9196553"/>
                </a:lnTo>
                <a:lnTo>
                  <a:pt x="15210930" y="9202966"/>
                </a:lnTo>
                <a:lnTo>
                  <a:pt x="15217343" y="9214079"/>
                </a:lnTo>
                <a:lnTo>
                  <a:pt x="15228456" y="9207665"/>
                </a:lnTo>
                <a:close/>
              </a:path>
              <a:path w="18288635" h="10287000">
                <a:moveTo>
                  <a:pt x="15229332" y="7785989"/>
                </a:moveTo>
                <a:lnTo>
                  <a:pt x="15226932" y="7781811"/>
                </a:lnTo>
                <a:lnTo>
                  <a:pt x="15222754" y="7784224"/>
                </a:lnTo>
                <a:lnTo>
                  <a:pt x="15225167" y="7788389"/>
                </a:lnTo>
                <a:lnTo>
                  <a:pt x="15229332" y="7785989"/>
                </a:lnTo>
                <a:close/>
              </a:path>
              <a:path w="18288635" h="10287000">
                <a:moveTo>
                  <a:pt x="15234590" y="10032530"/>
                </a:moveTo>
                <a:lnTo>
                  <a:pt x="15226373" y="10018293"/>
                </a:lnTo>
                <a:lnTo>
                  <a:pt x="15212136" y="10026510"/>
                </a:lnTo>
                <a:lnTo>
                  <a:pt x="15220353" y="10040747"/>
                </a:lnTo>
                <a:lnTo>
                  <a:pt x="15234590" y="10032530"/>
                </a:lnTo>
                <a:close/>
              </a:path>
              <a:path w="18288635" h="10287000">
                <a:moveTo>
                  <a:pt x="15236292" y="8611070"/>
                </a:moveTo>
                <a:lnTo>
                  <a:pt x="15231479" y="8602726"/>
                </a:lnTo>
                <a:lnTo>
                  <a:pt x="15223147" y="8607539"/>
                </a:lnTo>
                <a:lnTo>
                  <a:pt x="15227948" y="8615870"/>
                </a:lnTo>
                <a:lnTo>
                  <a:pt x="15236292" y="8611070"/>
                </a:lnTo>
                <a:close/>
              </a:path>
              <a:path w="18288635" h="10287000">
                <a:moveTo>
                  <a:pt x="15237168" y="7189381"/>
                </a:moveTo>
                <a:lnTo>
                  <a:pt x="15236355" y="7187984"/>
                </a:lnTo>
                <a:lnTo>
                  <a:pt x="15234984" y="7188784"/>
                </a:lnTo>
                <a:lnTo>
                  <a:pt x="15235784" y="7190181"/>
                </a:lnTo>
                <a:lnTo>
                  <a:pt x="15237168" y="7189381"/>
                </a:lnTo>
                <a:close/>
              </a:path>
              <a:path w="18288635" h="10287000">
                <a:moveTo>
                  <a:pt x="15243251" y="9436151"/>
                </a:moveTo>
                <a:lnTo>
                  <a:pt x="15236025" y="9423641"/>
                </a:lnTo>
                <a:lnTo>
                  <a:pt x="15223528" y="9430855"/>
                </a:lnTo>
                <a:lnTo>
                  <a:pt x="15230742" y="9443364"/>
                </a:lnTo>
                <a:lnTo>
                  <a:pt x="15243251" y="9436151"/>
                </a:lnTo>
                <a:close/>
              </a:path>
              <a:path w="18288635" h="10287000">
                <a:moveTo>
                  <a:pt x="15243848" y="8014386"/>
                </a:moveTo>
                <a:lnTo>
                  <a:pt x="15240838" y="8009179"/>
                </a:lnTo>
                <a:lnTo>
                  <a:pt x="15235631" y="8012189"/>
                </a:lnTo>
                <a:lnTo>
                  <a:pt x="15238641" y="8017396"/>
                </a:lnTo>
                <a:lnTo>
                  <a:pt x="15243848" y="8014386"/>
                </a:lnTo>
                <a:close/>
              </a:path>
              <a:path w="18288635" h="10287000">
                <a:moveTo>
                  <a:pt x="15248839" y="10260863"/>
                </a:moveTo>
                <a:lnTo>
                  <a:pt x="15240216" y="10245928"/>
                </a:lnTo>
                <a:lnTo>
                  <a:pt x="15225294" y="10254551"/>
                </a:lnTo>
                <a:lnTo>
                  <a:pt x="15233904" y="10269474"/>
                </a:lnTo>
                <a:lnTo>
                  <a:pt x="15248839" y="10260863"/>
                </a:lnTo>
                <a:close/>
              </a:path>
              <a:path w="18288635" h="10287000">
                <a:moveTo>
                  <a:pt x="15251087" y="8839543"/>
                </a:moveTo>
                <a:lnTo>
                  <a:pt x="15245474" y="8829815"/>
                </a:lnTo>
                <a:lnTo>
                  <a:pt x="15235746" y="8835428"/>
                </a:lnTo>
                <a:lnTo>
                  <a:pt x="15241359" y="8845156"/>
                </a:lnTo>
                <a:lnTo>
                  <a:pt x="15251087" y="8839543"/>
                </a:lnTo>
                <a:close/>
              </a:path>
              <a:path w="18288635" h="10287000">
                <a:moveTo>
                  <a:pt x="15251684" y="7417778"/>
                </a:moveTo>
                <a:lnTo>
                  <a:pt x="15250275" y="7415352"/>
                </a:lnTo>
                <a:lnTo>
                  <a:pt x="15247849" y="7416749"/>
                </a:lnTo>
                <a:lnTo>
                  <a:pt x="15249259" y="7419187"/>
                </a:lnTo>
                <a:lnTo>
                  <a:pt x="15251684" y="7417778"/>
                </a:lnTo>
                <a:close/>
              </a:path>
              <a:path w="18288635" h="10287000">
                <a:moveTo>
                  <a:pt x="15257488" y="9664471"/>
                </a:moveTo>
                <a:lnTo>
                  <a:pt x="15249881" y="9651276"/>
                </a:lnTo>
                <a:lnTo>
                  <a:pt x="15236686" y="9658896"/>
                </a:lnTo>
                <a:lnTo>
                  <a:pt x="15244293" y="9672091"/>
                </a:lnTo>
                <a:lnTo>
                  <a:pt x="15257488" y="9664471"/>
                </a:lnTo>
                <a:close/>
              </a:path>
              <a:path w="18288635" h="10287000">
                <a:moveTo>
                  <a:pt x="15258364" y="8242795"/>
                </a:moveTo>
                <a:lnTo>
                  <a:pt x="15254758" y="8236547"/>
                </a:lnTo>
                <a:lnTo>
                  <a:pt x="15248509" y="8240154"/>
                </a:lnTo>
                <a:lnTo>
                  <a:pt x="15252116" y="8246402"/>
                </a:lnTo>
                <a:lnTo>
                  <a:pt x="15258364" y="8242795"/>
                </a:lnTo>
                <a:close/>
              </a:path>
              <a:path w="18288635" h="10287000">
                <a:moveTo>
                  <a:pt x="15265603" y="9067940"/>
                </a:moveTo>
                <a:lnTo>
                  <a:pt x="15259393" y="9057183"/>
                </a:lnTo>
                <a:lnTo>
                  <a:pt x="15248624" y="9063393"/>
                </a:lnTo>
                <a:lnTo>
                  <a:pt x="15254834" y="9074163"/>
                </a:lnTo>
                <a:lnTo>
                  <a:pt x="15265603" y="9067940"/>
                </a:lnTo>
                <a:close/>
              </a:path>
              <a:path w="18288635" h="10287000">
                <a:moveTo>
                  <a:pt x="15266200" y="7646187"/>
                </a:moveTo>
                <a:lnTo>
                  <a:pt x="15264194" y="7642720"/>
                </a:lnTo>
                <a:lnTo>
                  <a:pt x="15260727" y="7644727"/>
                </a:lnTo>
                <a:lnTo>
                  <a:pt x="15262733" y="7648194"/>
                </a:lnTo>
                <a:lnTo>
                  <a:pt x="15266200" y="7646187"/>
                </a:lnTo>
                <a:close/>
              </a:path>
              <a:path w="18288635" h="10287000">
                <a:moveTo>
                  <a:pt x="15272004" y="9892881"/>
                </a:moveTo>
                <a:lnTo>
                  <a:pt x="15263787" y="9878644"/>
                </a:lnTo>
                <a:lnTo>
                  <a:pt x="15249551" y="9886861"/>
                </a:lnTo>
                <a:lnTo>
                  <a:pt x="15257768" y="9901098"/>
                </a:lnTo>
                <a:lnTo>
                  <a:pt x="15272004" y="9892881"/>
                </a:lnTo>
                <a:close/>
              </a:path>
              <a:path w="18288635" h="10287000">
                <a:moveTo>
                  <a:pt x="15273439" y="8471344"/>
                </a:moveTo>
                <a:lnTo>
                  <a:pt x="15268817" y="8463356"/>
                </a:lnTo>
                <a:lnTo>
                  <a:pt x="15260841" y="8467966"/>
                </a:lnTo>
                <a:lnTo>
                  <a:pt x="15265451" y="8475955"/>
                </a:lnTo>
                <a:lnTo>
                  <a:pt x="15273439" y="8471344"/>
                </a:lnTo>
                <a:close/>
              </a:path>
              <a:path w="18288635" h="10287000">
                <a:moveTo>
                  <a:pt x="15274316" y="7049656"/>
                </a:moveTo>
                <a:lnTo>
                  <a:pt x="15274062" y="7049211"/>
                </a:lnTo>
                <a:lnTo>
                  <a:pt x="15272665" y="7049211"/>
                </a:lnTo>
                <a:lnTo>
                  <a:pt x="15272919" y="7049656"/>
                </a:lnTo>
                <a:lnTo>
                  <a:pt x="15274316" y="7049656"/>
                </a:lnTo>
                <a:close/>
              </a:path>
              <a:path w="18288635" h="10287000">
                <a:moveTo>
                  <a:pt x="15280386" y="9296425"/>
                </a:moveTo>
                <a:lnTo>
                  <a:pt x="15273376" y="9284271"/>
                </a:lnTo>
                <a:lnTo>
                  <a:pt x="15261222" y="9291282"/>
                </a:lnTo>
                <a:lnTo>
                  <a:pt x="15268245" y="9303436"/>
                </a:lnTo>
                <a:lnTo>
                  <a:pt x="15280386" y="9296425"/>
                </a:lnTo>
                <a:close/>
              </a:path>
              <a:path w="18288635" h="10287000">
                <a:moveTo>
                  <a:pt x="15280996" y="7874660"/>
                </a:moveTo>
                <a:lnTo>
                  <a:pt x="15278189" y="7869809"/>
                </a:lnTo>
                <a:lnTo>
                  <a:pt x="15273325" y="7872616"/>
                </a:lnTo>
                <a:lnTo>
                  <a:pt x="15276132" y="7877467"/>
                </a:lnTo>
                <a:lnTo>
                  <a:pt x="15280996" y="7874660"/>
                </a:lnTo>
                <a:close/>
              </a:path>
              <a:path w="18288635" h="10287000">
                <a:moveTo>
                  <a:pt x="15286254" y="10121201"/>
                </a:moveTo>
                <a:lnTo>
                  <a:pt x="15277630" y="10106279"/>
                </a:lnTo>
                <a:lnTo>
                  <a:pt x="15262708" y="10114902"/>
                </a:lnTo>
                <a:lnTo>
                  <a:pt x="15271318" y="10129825"/>
                </a:lnTo>
                <a:lnTo>
                  <a:pt x="15286254" y="10121201"/>
                </a:lnTo>
                <a:close/>
              </a:path>
              <a:path w="18288635" h="10287000">
                <a:moveTo>
                  <a:pt x="15288222" y="8699817"/>
                </a:moveTo>
                <a:lnTo>
                  <a:pt x="15282812" y="8690445"/>
                </a:lnTo>
                <a:lnTo>
                  <a:pt x="15273439" y="8695855"/>
                </a:lnTo>
                <a:lnTo>
                  <a:pt x="15278850" y="8705240"/>
                </a:lnTo>
                <a:lnTo>
                  <a:pt x="15288222" y="8699817"/>
                </a:lnTo>
                <a:close/>
              </a:path>
              <a:path w="18288635" h="10287000">
                <a:moveTo>
                  <a:pt x="15288832" y="7278052"/>
                </a:moveTo>
                <a:lnTo>
                  <a:pt x="15287625" y="7275970"/>
                </a:lnTo>
                <a:lnTo>
                  <a:pt x="15285542" y="7277176"/>
                </a:lnTo>
                <a:lnTo>
                  <a:pt x="15286749" y="7279259"/>
                </a:lnTo>
                <a:lnTo>
                  <a:pt x="15288832" y="7278052"/>
                </a:lnTo>
                <a:close/>
              </a:path>
              <a:path w="18288635" h="10287000">
                <a:moveTo>
                  <a:pt x="15294902" y="9524822"/>
                </a:moveTo>
                <a:lnTo>
                  <a:pt x="15287295" y="9511627"/>
                </a:lnTo>
                <a:lnTo>
                  <a:pt x="15274100" y="9519247"/>
                </a:lnTo>
                <a:lnTo>
                  <a:pt x="15281720" y="9532442"/>
                </a:lnTo>
                <a:lnTo>
                  <a:pt x="15294902" y="9524822"/>
                </a:lnTo>
                <a:close/>
              </a:path>
              <a:path w="18288635" h="10287000">
                <a:moveTo>
                  <a:pt x="15295512" y="8103070"/>
                </a:moveTo>
                <a:lnTo>
                  <a:pt x="15292108" y="8097164"/>
                </a:lnTo>
                <a:lnTo>
                  <a:pt x="15286203" y="8100568"/>
                </a:lnTo>
                <a:lnTo>
                  <a:pt x="15289606" y="8106473"/>
                </a:lnTo>
                <a:lnTo>
                  <a:pt x="15295512" y="8103070"/>
                </a:lnTo>
                <a:close/>
              </a:path>
              <a:path w="18288635" h="10287000">
                <a:moveTo>
                  <a:pt x="15302751" y="8928227"/>
                </a:moveTo>
                <a:lnTo>
                  <a:pt x="15296731" y="8917813"/>
                </a:lnTo>
                <a:lnTo>
                  <a:pt x="15286317" y="8923820"/>
                </a:lnTo>
                <a:lnTo>
                  <a:pt x="15292324" y="8934234"/>
                </a:lnTo>
                <a:lnTo>
                  <a:pt x="15302751" y="8928227"/>
                </a:lnTo>
                <a:close/>
              </a:path>
              <a:path w="18288635" h="10287000">
                <a:moveTo>
                  <a:pt x="15303348" y="7506462"/>
                </a:moveTo>
                <a:lnTo>
                  <a:pt x="15301544" y="7503338"/>
                </a:lnTo>
                <a:lnTo>
                  <a:pt x="15298420" y="7505141"/>
                </a:lnTo>
                <a:lnTo>
                  <a:pt x="15300224" y="7508265"/>
                </a:lnTo>
                <a:lnTo>
                  <a:pt x="15303348" y="7506462"/>
                </a:lnTo>
                <a:close/>
              </a:path>
              <a:path w="18288635" h="10287000">
                <a:moveTo>
                  <a:pt x="15309431" y="9753232"/>
                </a:moveTo>
                <a:lnTo>
                  <a:pt x="15301202" y="9738995"/>
                </a:lnTo>
                <a:lnTo>
                  <a:pt x="15286978" y="9747212"/>
                </a:lnTo>
                <a:lnTo>
                  <a:pt x="15295194" y="9761449"/>
                </a:lnTo>
                <a:lnTo>
                  <a:pt x="15309431" y="9753232"/>
                </a:lnTo>
                <a:close/>
              </a:path>
              <a:path w="18288635" h="10287000">
                <a:moveTo>
                  <a:pt x="15310307" y="8331543"/>
                </a:moveTo>
                <a:lnTo>
                  <a:pt x="15306091" y="8324253"/>
                </a:lnTo>
                <a:lnTo>
                  <a:pt x="15298801" y="8328457"/>
                </a:lnTo>
                <a:lnTo>
                  <a:pt x="15303018" y="8335759"/>
                </a:lnTo>
                <a:lnTo>
                  <a:pt x="15310307" y="8331543"/>
                </a:lnTo>
                <a:close/>
              </a:path>
              <a:path w="18288635" h="10287000">
                <a:moveTo>
                  <a:pt x="15317813" y="9156776"/>
                </a:moveTo>
                <a:lnTo>
                  <a:pt x="15310790" y="9144622"/>
                </a:lnTo>
                <a:lnTo>
                  <a:pt x="15298636" y="9151633"/>
                </a:lnTo>
                <a:lnTo>
                  <a:pt x="15305659" y="9163787"/>
                </a:lnTo>
                <a:lnTo>
                  <a:pt x="15317813" y="9156776"/>
                </a:lnTo>
                <a:close/>
              </a:path>
              <a:path w="18288635" h="10287000">
                <a:moveTo>
                  <a:pt x="15318143" y="7734935"/>
                </a:moveTo>
                <a:lnTo>
                  <a:pt x="15315527" y="7730426"/>
                </a:lnTo>
                <a:lnTo>
                  <a:pt x="15311019" y="7733030"/>
                </a:lnTo>
                <a:lnTo>
                  <a:pt x="15313622" y="7737538"/>
                </a:lnTo>
                <a:lnTo>
                  <a:pt x="15318143" y="7734935"/>
                </a:lnTo>
                <a:close/>
              </a:path>
              <a:path w="18288635" h="10287000">
                <a:moveTo>
                  <a:pt x="15323668" y="9981565"/>
                </a:moveTo>
                <a:lnTo>
                  <a:pt x="15315057" y="9966630"/>
                </a:lnTo>
                <a:lnTo>
                  <a:pt x="15300122" y="9975253"/>
                </a:lnTo>
                <a:lnTo>
                  <a:pt x="15308745" y="9990176"/>
                </a:lnTo>
                <a:lnTo>
                  <a:pt x="15323668" y="9981565"/>
                </a:lnTo>
                <a:close/>
              </a:path>
              <a:path w="18288635" h="10287000">
                <a:moveTo>
                  <a:pt x="15325370" y="8560092"/>
                </a:moveTo>
                <a:lnTo>
                  <a:pt x="15320163" y="8551062"/>
                </a:lnTo>
                <a:lnTo>
                  <a:pt x="15311133" y="8556282"/>
                </a:lnTo>
                <a:lnTo>
                  <a:pt x="15316340" y="8565312"/>
                </a:lnTo>
                <a:lnTo>
                  <a:pt x="15325370" y="8560092"/>
                </a:lnTo>
                <a:close/>
              </a:path>
              <a:path w="18288635" h="10287000">
                <a:moveTo>
                  <a:pt x="15325700" y="7138263"/>
                </a:moveTo>
                <a:lnTo>
                  <a:pt x="15324900" y="7136866"/>
                </a:lnTo>
                <a:lnTo>
                  <a:pt x="15323515" y="7137679"/>
                </a:lnTo>
                <a:lnTo>
                  <a:pt x="15324316" y="7139064"/>
                </a:lnTo>
                <a:lnTo>
                  <a:pt x="15325700" y="7138263"/>
                </a:lnTo>
                <a:close/>
              </a:path>
              <a:path w="18288635" h="10287000">
                <a:moveTo>
                  <a:pt x="15332329" y="9385173"/>
                </a:moveTo>
                <a:lnTo>
                  <a:pt x="15324709" y="9371978"/>
                </a:lnTo>
                <a:lnTo>
                  <a:pt x="15311514" y="9379598"/>
                </a:lnTo>
                <a:lnTo>
                  <a:pt x="15319134" y="9392793"/>
                </a:lnTo>
                <a:lnTo>
                  <a:pt x="15332329" y="9385173"/>
                </a:lnTo>
                <a:close/>
              </a:path>
              <a:path w="18288635" h="10287000">
                <a:moveTo>
                  <a:pt x="15332659" y="7963344"/>
                </a:moveTo>
                <a:lnTo>
                  <a:pt x="15329446" y="7957794"/>
                </a:lnTo>
                <a:lnTo>
                  <a:pt x="15323896" y="7960995"/>
                </a:lnTo>
                <a:lnTo>
                  <a:pt x="15327097" y="7966545"/>
                </a:lnTo>
                <a:lnTo>
                  <a:pt x="15332659" y="7963344"/>
                </a:lnTo>
                <a:close/>
              </a:path>
              <a:path w="18288635" h="10287000">
                <a:moveTo>
                  <a:pt x="15337917" y="10209886"/>
                </a:moveTo>
                <a:lnTo>
                  <a:pt x="15328900" y="10194265"/>
                </a:lnTo>
                <a:lnTo>
                  <a:pt x="15313267" y="10203282"/>
                </a:lnTo>
                <a:lnTo>
                  <a:pt x="15322296" y="10218915"/>
                </a:lnTo>
                <a:lnTo>
                  <a:pt x="15337917" y="10209886"/>
                </a:lnTo>
                <a:close/>
              </a:path>
              <a:path w="18288635" h="10287000">
                <a:moveTo>
                  <a:pt x="15339886" y="8788502"/>
                </a:moveTo>
                <a:lnTo>
                  <a:pt x="15334082" y="8778430"/>
                </a:lnTo>
                <a:lnTo>
                  <a:pt x="15324011" y="8784247"/>
                </a:lnTo>
                <a:lnTo>
                  <a:pt x="15329815" y="8794318"/>
                </a:lnTo>
                <a:lnTo>
                  <a:pt x="15339886" y="8788502"/>
                </a:lnTo>
                <a:close/>
              </a:path>
              <a:path w="18288635" h="10287000">
                <a:moveTo>
                  <a:pt x="15340495" y="7366736"/>
                </a:moveTo>
                <a:lnTo>
                  <a:pt x="15338882" y="7363955"/>
                </a:lnTo>
                <a:lnTo>
                  <a:pt x="15336114" y="7365568"/>
                </a:lnTo>
                <a:lnTo>
                  <a:pt x="15337714" y="7368337"/>
                </a:lnTo>
                <a:lnTo>
                  <a:pt x="15340495" y="7366736"/>
                </a:lnTo>
                <a:close/>
              </a:path>
              <a:path w="18288635" h="10287000">
                <a:moveTo>
                  <a:pt x="15346845" y="9613582"/>
                </a:moveTo>
                <a:lnTo>
                  <a:pt x="15338628" y="9599346"/>
                </a:lnTo>
                <a:lnTo>
                  <a:pt x="15324392" y="9607563"/>
                </a:lnTo>
                <a:lnTo>
                  <a:pt x="15332609" y="9621799"/>
                </a:lnTo>
                <a:lnTo>
                  <a:pt x="15346845" y="9613582"/>
                </a:lnTo>
                <a:close/>
              </a:path>
              <a:path w="18288635" h="10287000">
                <a:moveTo>
                  <a:pt x="15347442" y="8191817"/>
                </a:moveTo>
                <a:lnTo>
                  <a:pt x="15343442" y="8184883"/>
                </a:lnTo>
                <a:lnTo>
                  <a:pt x="15336495" y="8188884"/>
                </a:lnTo>
                <a:lnTo>
                  <a:pt x="15340508" y="8195831"/>
                </a:lnTo>
                <a:lnTo>
                  <a:pt x="15347442" y="8191817"/>
                </a:lnTo>
                <a:close/>
              </a:path>
              <a:path w="18288635" h="10287000">
                <a:moveTo>
                  <a:pt x="15354961" y="9017051"/>
                </a:moveTo>
                <a:lnTo>
                  <a:pt x="15348141" y="9005240"/>
                </a:lnTo>
                <a:lnTo>
                  <a:pt x="15336330" y="9012060"/>
                </a:lnTo>
                <a:lnTo>
                  <a:pt x="15343150" y="9023871"/>
                </a:lnTo>
                <a:lnTo>
                  <a:pt x="15354961" y="9017051"/>
                </a:lnTo>
                <a:close/>
              </a:path>
              <a:path w="18288635" h="10287000">
                <a:moveTo>
                  <a:pt x="15355011" y="7595146"/>
                </a:moveTo>
                <a:lnTo>
                  <a:pt x="15352802" y="7591323"/>
                </a:lnTo>
                <a:lnTo>
                  <a:pt x="15348992" y="7593533"/>
                </a:lnTo>
                <a:lnTo>
                  <a:pt x="15351189" y="7597343"/>
                </a:lnTo>
                <a:lnTo>
                  <a:pt x="15355011" y="7595146"/>
                </a:lnTo>
                <a:close/>
              </a:path>
              <a:path w="18288635" h="10287000">
                <a:moveTo>
                  <a:pt x="15361095" y="9841916"/>
                </a:moveTo>
                <a:lnTo>
                  <a:pt x="15352471" y="9826981"/>
                </a:lnTo>
                <a:lnTo>
                  <a:pt x="15337536" y="9835604"/>
                </a:lnTo>
                <a:lnTo>
                  <a:pt x="15346160" y="9850526"/>
                </a:lnTo>
                <a:lnTo>
                  <a:pt x="15361095" y="9841916"/>
                </a:lnTo>
                <a:close/>
              </a:path>
              <a:path w="18288635" h="10287000">
                <a:moveTo>
                  <a:pt x="15362517" y="8420379"/>
                </a:moveTo>
                <a:lnTo>
                  <a:pt x="15357501" y="8411692"/>
                </a:lnTo>
                <a:lnTo>
                  <a:pt x="15348827" y="8416709"/>
                </a:lnTo>
                <a:lnTo>
                  <a:pt x="15353830" y="8425383"/>
                </a:lnTo>
                <a:lnTo>
                  <a:pt x="15362517" y="8420379"/>
                </a:lnTo>
                <a:close/>
              </a:path>
              <a:path w="18288635" h="10287000">
                <a:moveTo>
                  <a:pt x="15362847" y="6998538"/>
                </a:moveTo>
                <a:lnTo>
                  <a:pt x="15362593" y="6998094"/>
                </a:lnTo>
                <a:lnTo>
                  <a:pt x="15361196" y="6998094"/>
                </a:lnTo>
                <a:lnTo>
                  <a:pt x="15361450" y="6998538"/>
                </a:lnTo>
                <a:lnTo>
                  <a:pt x="15362847" y="6998538"/>
                </a:lnTo>
                <a:close/>
              </a:path>
              <a:path w="18288635" h="10287000">
                <a:moveTo>
                  <a:pt x="15369477" y="9245460"/>
                </a:moveTo>
                <a:lnTo>
                  <a:pt x="15362060" y="9232608"/>
                </a:lnTo>
                <a:lnTo>
                  <a:pt x="15349208" y="9240025"/>
                </a:lnTo>
                <a:lnTo>
                  <a:pt x="15356624" y="9252877"/>
                </a:lnTo>
                <a:lnTo>
                  <a:pt x="15369477" y="9245460"/>
                </a:lnTo>
                <a:close/>
              </a:path>
              <a:path w="18288635" h="10287000">
                <a:moveTo>
                  <a:pt x="15369794" y="7823619"/>
                </a:moveTo>
                <a:lnTo>
                  <a:pt x="15366797" y="7818412"/>
                </a:lnTo>
                <a:lnTo>
                  <a:pt x="15361590" y="7821422"/>
                </a:lnTo>
                <a:lnTo>
                  <a:pt x="15364587" y="7826629"/>
                </a:lnTo>
                <a:lnTo>
                  <a:pt x="15369794" y="7823619"/>
                </a:lnTo>
                <a:close/>
              </a:path>
              <a:path w="18288635" h="10287000">
                <a:moveTo>
                  <a:pt x="15375611" y="10070313"/>
                </a:moveTo>
                <a:lnTo>
                  <a:pt x="15366391" y="10054336"/>
                </a:lnTo>
                <a:lnTo>
                  <a:pt x="15350414" y="10063569"/>
                </a:lnTo>
                <a:lnTo>
                  <a:pt x="15359634" y="10079533"/>
                </a:lnTo>
                <a:lnTo>
                  <a:pt x="15375611" y="10070313"/>
                </a:lnTo>
                <a:close/>
              </a:path>
              <a:path w="18288635" h="10287000">
                <a:moveTo>
                  <a:pt x="15377033" y="8648776"/>
                </a:moveTo>
                <a:lnTo>
                  <a:pt x="15371420" y="8639061"/>
                </a:lnTo>
                <a:lnTo>
                  <a:pt x="15361704" y="8644674"/>
                </a:lnTo>
                <a:lnTo>
                  <a:pt x="15367318" y="8654390"/>
                </a:lnTo>
                <a:lnTo>
                  <a:pt x="15377033" y="8648776"/>
                </a:lnTo>
                <a:close/>
              </a:path>
              <a:path w="18288635" h="10287000">
                <a:moveTo>
                  <a:pt x="15377363" y="7226948"/>
                </a:moveTo>
                <a:lnTo>
                  <a:pt x="15376157" y="7224865"/>
                </a:lnTo>
                <a:lnTo>
                  <a:pt x="15374074" y="7226059"/>
                </a:lnTo>
                <a:lnTo>
                  <a:pt x="15375281" y="7228141"/>
                </a:lnTo>
                <a:lnTo>
                  <a:pt x="15377363" y="7226948"/>
                </a:lnTo>
                <a:close/>
              </a:path>
              <a:path w="18288635" h="10287000">
                <a:moveTo>
                  <a:pt x="15383129" y="10286987"/>
                </a:moveTo>
                <a:lnTo>
                  <a:pt x="15380234" y="10281983"/>
                </a:lnTo>
                <a:lnTo>
                  <a:pt x="15371547" y="10286987"/>
                </a:lnTo>
                <a:lnTo>
                  <a:pt x="15383129" y="10286987"/>
                </a:lnTo>
                <a:close/>
              </a:path>
              <a:path w="18288635" h="10287000">
                <a:moveTo>
                  <a:pt x="15384260" y="9473933"/>
                </a:moveTo>
                <a:lnTo>
                  <a:pt x="15376043" y="9459697"/>
                </a:lnTo>
                <a:lnTo>
                  <a:pt x="15361819" y="9467913"/>
                </a:lnTo>
                <a:lnTo>
                  <a:pt x="15370036" y="9482150"/>
                </a:lnTo>
                <a:lnTo>
                  <a:pt x="15384260" y="9473933"/>
                </a:lnTo>
                <a:close/>
              </a:path>
              <a:path w="18288635" h="10287000">
                <a:moveTo>
                  <a:pt x="15384323" y="8052028"/>
                </a:moveTo>
                <a:lnTo>
                  <a:pt x="15380716" y="8045780"/>
                </a:lnTo>
                <a:lnTo>
                  <a:pt x="15374468" y="8049387"/>
                </a:lnTo>
                <a:lnTo>
                  <a:pt x="15378075" y="8055635"/>
                </a:lnTo>
                <a:lnTo>
                  <a:pt x="15384323" y="8052028"/>
                </a:lnTo>
                <a:close/>
              </a:path>
              <a:path w="18288635" h="10287000">
                <a:moveTo>
                  <a:pt x="15392095" y="8877325"/>
                </a:moveTo>
                <a:lnTo>
                  <a:pt x="15385479" y="8865870"/>
                </a:lnTo>
                <a:lnTo>
                  <a:pt x="15374023" y="8872487"/>
                </a:lnTo>
                <a:lnTo>
                  <a:pt x="15380640" y="8883942"/>
                </a:lnTo>
                <a:lnTo>
                  <a:pt x="15392095" y="8877325"/>
                </a:lnTo>
                <a:close/>
              </a:path>
              <a:path w="18288635" h="10287000">
                <a:moveTo>
                  <a:pt x="15392159" y="7455421"/>
                </a:moveTo>
                <a:lnTo>
                  <a:pt x="15390152" y="7451953"/>
                </a:lnTo>
                <a:lnTo>
                  <a:pt x="15386685" y="7453947"/>
                </a:lnTo>
                <a:lnTo>
                  <a:pt x="15388679" y="7457427"/>
                </a:lnTo>
                <a:lnTo>
                  <a:pt x="15392159" y="7455421"/>
                </a:lnTo>
                <a:close/>
              </a:path>
              <a:path w="18288635" h="10287000">
                <a:moveTo>
                  <a:pt x="15398509" y="9702267"/>
                </a:moveTo>
                <a:lnTo>
                  <a:pt x="15389886" y="9687331"/>
                </a:lnTo>
                <a:lnTo>
                  <a:pt x="15374963" y="9695955"/>
                </a:lnTo>
                <a:lnTo>
                  <a:pt x="15383586" y="9710877"/>
                </a:lnTo>
                <a:lnTo>
                  <a:pt x="15398509" y="9702267"/>
                </a:lnTo>
                <a:close/>
              </a:path>
              <a:path w="18288635" h="10287000">
                <a:moveTo>
                  <a:pt x="15399385" y="8280578"/>
                </a:moveTo>
                <a:lnTo>
                  <a:pt x="15394775" y="8272589"/>
                </a:lnTo>
                <a:lnTo>
                  <a:pt x="15386787" y="8277199"/>
                </a:lnTo>
                <a:lnTo>
                  <a:pt x="15391397" y="8285188"/>
                </a:lnTo>
                <a:lnTo>
                  <a:pt x="15399385" y="8280578"/>
                </a:lnTo>
                <a:close/>
              </a:path>
              <a:path w="18288635" h="10287000">
                <a:moveTo>
                  <a:pt x="15406624" y="9105735"/>
                </a:moveTo>
                <a:lnTo>
                  <a:pt x="15399411" y="9093225"/>
                </a:lnTo>
                <a:lnTo>
                  <a:pt x="15386901" y="9100452"/>
                </a:lnTo>
                <a:lnTo>
                  <a:pt x="15394115" y="9112948"/>
                </a:lnTo>
                <a:lnTo>
                  <a:pt x="15406624" y="9105735"/>
                </a:lnTo>
                <a:close/>
              </a:path>
              <a:path w="18288635" h="10287000">
                <a:moveTo>
                  <a:pt x="15406954" y="7683894"/>
                </a:moveTo>
                <a:lnTo>
                  <a:pt x="15404148" y="7679042"/>
                </a:lnTo>
                <a:lnTo>
                  <a:pt x="15399284" y="7681849"/>
                </a:lnTo>
                <a:lnTo>
                  <a:pt x="15402090" y="7686700"/>
                </a:lnTo>
                <a:lnTo>
                  <a:pt x="15406954" y="7683894"/>
                </a:lnTo>
                <a:close/>
              </a:path>
              <a:path w="18288635" h="10287000">
                <a:moveTo>
                  <a:pt x="15413025" y="9930663"/>
                </a:moveTo>
                <a:lnTo>
                  <a:pt x="15403805" y="9914699"/>
                </a:lnTo>
                <a:lnTo>
                  <a:pt x="15387841" y="9923907"/>
                </a:lnTo>
                <a:lnTo>
                  <a:pt x="15397061" y="9939884"/>
                </a:lnTo>
                <a:lnTo>
                  <a:pt x="15413025" y="9930663"/>
                </a:lnTo>
                <a:close/>
              </a:path>
              <a:path w="18288635" h="10287000">
                <a:moveTo>
                  <a:pt x="15414181" y="8509063"/>
                </a:moveTo>
                <a:lnTo>
                  <a:pt x="15408758" y="8499678"/>
                </a:lnTo>
                <a:lnTo>
                  <a:pt x="15399385" y="8505088"/>
                </a:lnTo>
                <a:lnTo>
                  <a:pt x="15404808" y="8514474"/>
                </a:lnTo>
                <a:lnTo>
                  <a:pt x="15414181" y="8509063"/>
                </a:lnTo>
                <a:close/>
              </a:path>
              <a:path w="18288635" h="10287000">
                <a:moveTo>
                  <a:pt x="15414511" y="7087222"/>
                </a:moveTo>
                <a:lnTo>
                  <a:pt x="15413508" y="7085482"/>
                </a:lnTo>
                <a:lnTo>
                  <a:pt x="15411768" y="7086486"/>
                </a:lnTo>
                <a:lnTo>
                  <a:pt x="15412771" y="7088213"/>
                </a:lnTo>
                <a:lnTo>
                  <a:pt x="15414511" y="7087222"/>
                </a:lnTo>
                <a:close/>
              </a:path>
              <a:path w="18288635" h="10287000">
                <a:moveTo>
                  <a:pt x="15421407" y="9334208"/>
                </a:moveTo>
                <a:lnTo>
                  <a:pt x="15413393" y="9320314"/>
                </a:lnTo>
                <a:lnTo>
                  <a:pt x="15399500" y="9328340"/>
                </a:lnTo>
                <a:lnTo>
                  <a:pt x="15407526" y="9342222"/>
                </a:lnTo>
                <a:lnTo>
                  <a:pt x="15421407" y="9334208"/>
                </a:lnTo>
                <a:close/>
              </a:path>
              <a:path w="18288635" h="10287000">
                <a:moveTo>
                  <a:pt x="15421471" y="7912303"/>
                </a:moveTo>
                <a:lnTo>
                  <a:pt x="15418067" y="7906398"/>
                </a:lnTo>
                <a:lnTo>
                  <a:pt x="15412161" y="7909814"/>
                </a:lnTo>
                <a:lnTo>
                  <a:pt x="15415565" y="7915707"/>
                </a:lnTo>
                <a:lnTo>
                  <a:pt x="15421471" y="7912303"/>
                </a:lnTo>
                <a:close/>
              </a:path>
              <a:path w="18288635" h="10287000">
                <a:moveTo>
                  <a:pt x="15427541" y="10159073"/>
                </a:moveTo>
                <a:lnTo>
                  <a:pt x="15417724" y="10142055"/>
                </a:lnTo>
                <a:lnTo>
                  <a:pt x="15400706" y="10151872"/>
                </a:lnTo>
                <a:lnTo>
                  <a:pt x="15410536" y="10168890"/>
                </a:lnTo>
                <a:lnTo>
                  <a:pt x="15427541" y="10159073"/>
                </a:lnTo>
                <a:close/>
              </a:path>
              <a:path w="18288635" h="10287000">
                <a:moveTo>
                  <a:pt x="15428964" y="8737536"/>
                </a:moveTo>
                <a:lnTo>
                  <a:pt x="15422753" y="8726767"/>
                </a:lnTo>
                <a:lnTo>
                  <a:pt x="15411996" y="8732977"/>
                </a:lnTo>
                <a:lnTo>
                  <a:pt x="15418207" y="8743747"/>
                </a:lnTo>
                <a:lnTo>
                  <a:pt x="15428964" y="8737536"/>
                </a:lnTo>
                <a:close/>
              </a:path>
              <a:path w="18288635" h="10287000">
                <a:moveTo>
                  <a:pt x="15429027" y="7315619"/>
                </a:moveTo>
                <a:lnTo>
                  <a:pt x="15427427" y="7312838"/>
                </a:lnTo>
                <a:lnTo>
                  <a:pt x="15424646" y="7314451"/>
                </a:lnTo>
                <a:lnTo>
                  <a:pt x="15426246" y="7317232"/>
                </a:lnTo>
                <a:lnTo>
                  <a:pt x="15429027" y="7315619"/>
                </a:lnTo>
                <a:close/>
              </a:path>
              <a:path w="18288635" h="10287000">
                <a:moveTo>
                  <a:pt x="15435923" y="9562605"/>
                </a:moveTo>
                <a:lnTo>
                  <a:pt x="15427313" y="9547682"/>
                </a:lnTo>
                <a:lnTo>
                  <a:pt x="15412377" y="9556305"/>
                </a:lnTo>
                <a:lnTo>
                  <a:pt x="15421001" y="9571228"/>
                </a:lnTo>
                <a:lnTo>
                  <a:pt x="15435923" y="9562605"/>
                </a:lnTo>
                <a:close/>
              </a:path>
              <a:path w="18288635" h="10287000">
                <a:moveTo>
                  <a:pt x="15436253" y="8140776"/>
                </a:moveTo>
                <a:lnTo>
                  <a:pt x="15432050" y="8133486"/>
                </a:lnTo>
                <a:lnTo>
                  <a:pt x="15424760" y="8137703"/>
                </a:lnTo>
                <a:lnTo>
                  <a:pt x="15428964" y="8144992"/>
                </a:lnTo>
                <a:lnTo>
                  <a:pt x="15436253" y="8140776"/>
                </a:lnTo>
                <a:close/>
              </a:path>
              <a:path w="18288635" h="10287000">
                <a:moveTo>
                  <a:pt x="15443759" y="8966009"/>
                </a:moveTo>
                <a:lnTo>
                  <a:pt x="15436749" y="8953856"/>
                </a:lnTo>
                <a:lnTo>
                  <a:pt x="15424595" y="8960866"/>
                </a:lnTo>
                <a:lnTo>
                  <a:pt x="15431618" y="8973020"/>
                </a:lnTo>
                <a:lnTo>
                  <a:pt x="15443759" y="8966009"/>
                </a:lnTo>
                <a:close/>
              </a:path>
              <a:path w="18288635" h="10287000">
                <a:moveTo>
                  <a:pt x="15443823" y="7544105"/>
                </a:moveTo>
                <a:lnTo>
                  <a:pt x="15441410" y="7539939"/>
                </a:lnTo>
                <a:lnTo>
                  <a:pt x="15437244" y="7542339"/>
                </a:lnTo>
                <a:lnTo>
                  <a:pt x="15439657" y="7546505"/>
                </a:lnTo>
                <a:lnTo>
                  <a:pt x="15443823" y="7544105"/>
                </a:lnTo>
                <a:close/>
              </a:path>
              <a:path w="18288635" h="10287000">
                <a:moveTo>
                  <a:pt x="15450452" y="9791014"/>
                </a:moveTo>
                <a:lnTo>
                  <a:pt x="15441219" y="9775050"/>
                </a:lnTo>
                <a:lnTo>
                  <a:pt x="15425255" y="9784258"/>
                </a:lnTo>
                <a:lnTo>
                  <a:pt x="15434475" y="9800234"/>
                </a:lnTo>
                <a:lnTo>
                  <a:pt x="15450452" y="9791014"/>
                </a:lnTo>
                <a:close/>
              </a:path>
              <a:path w="18288635" h="10287000">
                <a:moveTo>
                  <a:pt x="15451328" y="8369338"/>
                </a:moveTo>
                <a:lnTo>
                  <a:pt x="15446109" y="8360308"/>
                </a:lnTo>
                <a:lnTo>
                  <a:pt x="15437079" y="8365515"/>
                </a:lnTo>
                <a:lnTo>
                  <a:pt x="15442299" y="8374545"/>
                </a:lnTo>
                <a:lnTo>
                  <a:pt x="15451328" y="8369338"/>
                </a:lnTo>
                <a:close/>
              </a:path>
              <a:path w="18288635" h="10287000">
                <a:moveTo>
                  <a:pt x="15451379" y="6947421"/>
                </a:moveTo>
                <a:lnTo>
                  <a:pt x="15451125" y="6946989"/>
                </a:lnTo>
                <a:lnTo>
                  <a:pt x="15449728" y="6946989"/>
                </a:lnTo>
                <a:lnTo>
                  <a:pt x="15449982" y="6947421"/>
                </a:lnTo>
                <a:lnTo>
                  <a:pt x="15451379" y="6947421"/>
                </a:lnTo>
                <a:close/>
              </a:path>
              <a:path w="18288635" h="10287000">
                <a:moveTo>
                  <a:pt x="15458555" y="9194482"/>
                </a:moveTo>
                <a:lnTo>
                  <a:pt x="15450731" y="9180944"/>
                </a:lnTo>
                <a:lnTo>
                  <a:pt x="15437193" y="9188767"/>
                </a:lnTo>
                <a:lnTo>
                  <a:pt x="15445016" y="9202306"/>
                </a:lnTo>
                <a:lnTo>
                  <a:pt x="15458555" y="9194482"/>
                </a:lnTo>
                <a:close/>
              </a:path>
              <a:path w="18288635" h="10287000">
                <a:moveTo>
                  <a:pt x="15458605" y="7772578"/>
                </a:moveTo>
                <a:lnTo>
                  <a:pt x="15455405" y="7767015"/>
                </a:lnTo>
                <a:lnTo>
                  <a:pt x="15449855" y="7770228"/>
                </a:lnTo>
                <a:lnTo>
                  <a:pt x="15453055" y="7775791"/>
                </a:lnTo>
                <a:lnTo>
                  <a:pt x="15458605" y="7772578"/>
                </a:lnTo>
                <a:close/>
              </a:path>
              <a:path w="18288635" h="10287000">
                <a:moveTo>
                  <a:pt x="15465235" y="10019487"/>
                </a:moveTo>
                <a:lnTo>
                  <a:pt x="15455214" y="10002139"/>
                </a:lnTo>
                <a:lnTo>
                  <a:pt x="15437854" y="10012159"/>
                </a:lnTo>
                <a:lnTo>
                  <a:pt x="15447887" y="10029507"/>
                </a:lnTo>
                <a:lnTo>
                  <a:pt x="15465235" y="10019487"/>
                </a:lnTo>
                <a:close/>
              </a:path>
              <a:path w="18288635" h="10287000">
                <a:moveTo>
                  <a:pt x="15466111" y="8597811"/>
                </a:moveTo>
                <a:lnTo>
                  <a:pt x="15460104" y="8587397"/>
                </a:lnTo>
                <a:lnTo>
                  <a:pt x="15449690" y="8593404"/>
                </a:lnTo>
                <a:lnTo>
                  <a:pt x="15455697" y="8603818"/>
                </a:lnTo>
                <a:lnTo>
                  <a:pt x="15466111" y="8597811"/>
                </a:lnTo>
                <a:close/>
              </a:path>
              <a:path w="18288635" h="10287000">
                <a:moveTo>
                  <a:pt x="15466175" y="7175894"/>
                </a:moveTo>
                <a:lnTo>
                  <a:pt x="15464765" y="7173468"/>
                </a:lnTo>
                <a:lnTo>
                  <a:pt x="15462339" y="7174878"/>
                </a:lnTo>
                <a:lnTo>
                  <a:pt x="15463736" y="7177303"/>
                </a:lnTo>
                <a:lnTo>
                  <a:pt x="15466175" y="7175894"/>
                </a:lnTo>
                <a:close/>
              </a:path>
              <a:path w="18288635" h="10287000">
                <a:moveTo>
                  <a:pt x="15473121" y="8000987"/>
                </a:moveTo>
                <a:lnTo>
                  <a:pt x="15469324" y="7994383"/>
                </a:lnTo>
                <a:lnTo>
                  <a:pt x="15462720" y="7998193"/>
                </a:lnTo>
                <a:lnTo>
                  <a:pt x="15466530" y="8004797"/>
                </a:lnTo>
                <a:lnTo>
                  <a:pt x="15473121" y="8000987"/>
                </a:lnTo>
                <a:close/>
              </a:path>
              <a:path w="18288635" h="10287000">
                <a:moveTo>
                  <a:pt x="15473350" y="9422968"/>
                </a:moveTo>
                <a:lnTo>
                  <a:pt x="15464727" y="9408033"/>
                </a:lnTo>
                <a:lnTo>
                  <a:pt x="15449792" y="9416656"/>
                </a:lnTo>
                <a:lnTo>
                  <a:pt x="15458415" y="9431579"/>
                </a:lnTo>
                <a:lnTo>
                  <a:pt x="15473350" y="9422968"/>
                </a:lnTo>
                <a:close/>
              </a:path>
              <a:path w="18288635" h="10287000">
                <a:moveTo>
                  <a:pt x="15479484" y="10247820"/>
                </a:moveTo>
                <a:lnTo>
                  <a:pt x="15469057" y="10229774"/>
                </a:lnTo>
                <a:lnTo>
                  <a:pt x="15451011" y="10240188"/>
                </a:lnTo>
                <a:lnTo>
                  <a:pt x="15461425" y="10258247"/>
                </a:lnTo>
                <a:lnTo>
                  <a:pt x="15479484" y="10247820"/>
                </a:lnTo>
                <a:close/>
              </a:path>
              <a:path w="18288635" h="10287000">
                <a:moveTo>
                  <a:pt x="15480691" y="7404303"/>
                </a:moveTo>
                <a:lnTo>
                  <a:pt x="15478684" y="7400836"/>
                </a:lnTo>
                <a:lnTo>
                  <a:pt x="15475217" y="7402843"/>
                </a:lnTo>
                <a:lnTo>
                  <a:pt x="15477224" y="7406310"/>
                </a:lnTo>
                <a:lnTo>
                  <a:pt x="15480691" y="7404303"/>
                </a:lnTo>
                <a:close/>
              </a:path>
              <a:path w="18288635" h="10287000">
                <a:moveTo>
                  <a:pt x="15481173" y="8826360"/>
                </a:moveTo>
                <a:lnTo>
                  <a:pt x="15474163" y="8814206"/>
                </a:lnTo>
                <a:lnTo>
                  <a:pt x="15462009" y="8821217"/>
                </a:lnTo>
                <a:lnTo>
                  <a:pt x="15469032" y="8833371"/>
                </a:lnTo>
                <a:lnTo>
                  <a:pt x="15481173" y="8826360"/>
                </a:lnTo>
                <a:close/>
              </a:path>
              <a:path w="18288635" h="10287000">
                <a:moveTo>
                  <a:pt x="15487866" y="9651365"/>
                </a:moveTo>
                <a:lnTo>
                  <a:pt x="15478646" y="9635401"/>
                </a:lnTo>
                <a:lnTo>
                  <a:pt x="15462682" y="9644621"/>
                </a:lnTo>
                <a:lnTo>
                  <a:pt x="15471890" y="9660585"/>
                </a:lnTo>
                <a:lnTo>
                  <a:pt x="15487866" y="9651365"/>
                </a:lnTo>
                <a:close/>
              </a:path>
              <a:path w="18288635" h="10287000">
                <a:moveTo>
                  <a:pt x="15488463" y="8229613"/>
                </a:moveTo>
                <a:lnTo>
                  <a:pt x="15483459" y="8220926"/>
                </a:lnTo>
                <a:lnTo>
                  <a:pt x="15474772" y="8225942"/>
                </a:lnTo>
                <a:lnTo>
                  <a:pt x="15479789" y="8234616"/>
                </a:lnTo>
                <a:lnTo>
                  <a:pt x="15488463" y="8229613"/>
                </a:lnTo>
                <a:close/>
              </a:path>
              <a:path w="18288635" h="10287000">
                <a:moveTo>
                  <a:pt x="15495486" y="7632789"/>
                </a:moveTo>
                <a:lnTo>
                  <a:pt x="15492679" y="7627925"/>
                </a:lnTo>
                <a:lnTo>
                  <a:pt x="15487815" y="7630731"/>
                </a:lnTo>
                <a:lnTo>
                  <a:pt x="15490622" y="7635595"/>
                </a:lnTo>
                <a:lnTo>
                  <a:pt x="15495486" y="7632789"/>
                </a:lnTo>
                <a:close/>
              </a:path>
              <a:path w="18288635" h="10287000">
                <a:moveTo>
                  <a:pt x="15495689" y="9054757"/>
                </a:moveTo>
                <a:lnTo>
                  <a:pt x="15488082" y="9041574"/>
                </a:lnTo>
                <a:lnTo>
                  <a:pt x="15474887" y="9049194"/>
                </a:lnTo>
                <a:lnTo>
                  <a:pt x="15482507" y="9062377"/>
                </a:lnTo>
                <a:lnTo>
                  <a:pt x="15495689" y="9054757"/>
                </a:lnTo>
                <a:close/>
              </a:path>
              <a:path w="18288635" h="10287000">
                <a:moveTo>
                  <a:pt x="15502662" y="9879838"/>
                </a:moveTo>
                <a:lnTo>
                  <a:pt x="15492641" y="9862490"/>
                </a:lnTo>
                <a:lnTo>
                  <a:pt x="15475280" y="9872510"/>
                </a:lnTo>
                <a:lnTo>
                  <a:pt x="15485301" y="9889871"/>
                </a:lnTo>
                <a:lnTo>
                  <a:pt x="15502662" y="9879838"/>
                </a:lnTo>
                <a:close/>
              </a:path>
              <a:path w="18288635" h="10287000">
                <a:moveTo>
                  <a:pt x="15503043" y="7036105"/>
                </a:moveTo>
                <a:lnTo>
                  <a:pt x="15502039" y="7034365"/>
                </a:lnTo>
                <a:lnTo>
                  <a:pt x="15500299" y="7035368"/>
                </a:lnTo>
                <a:lnTo>
                  <a:pt x="15501303" y="7037108"/>
                </a:lnTo>
                <a:lnTo>
                  <a:pt x="15503043" y="7036105"/>
                </a:lnTo>
                <a:close/>
              </a:path>
              <a:path w="18288635" h="10287000">
                <a:moveTo>
                  <a:pt x="15503259" y="8458086"/>
                </a:moveTo>
                <a:lnTo>
                  <a:pt x="15497442" y="8448015"/>
                </a:lnTo>
                <a:lnTo>
                  <a:pt x="15487371" y="8453831"/>
                </a:lnTo>
                <a:lnTo>
                  <a:pt x="15493187" y="8463902"/>
                </a:lnTo>
                <a:lnTo>
                  <a:pt x="15503259" y="8458086"/>
                </a:lnTo>
                <a:close/>
              </a:path>
              <a:path w="18288635" h="10287000">
                <a:moveTo>
                  <a:pt x="15510269" y="7861262"/>
                </a:moveTo>
                <a:lnTo>
                  <a:pt x="15506662" y="7855013"/>
                </a:lnTo>
                <a:lnTo>
                  <a:pt x="15500414" y="7858620"/>
                </a:lnTo>
                <a:lnTo>
                  <a:pt x="15504021" y="7864869"/>
                </a:lnTo>
                <a:lnTo>
                  <a:pt x="15510269" y="7861262"/>
                </a:lnTo>
                <a:close/>
              </a:path>
              <a:path w="18288635" h="10287000">
                <a:moveTo>
                  <a:pt x="15510485" y="9283243"/>
                </a:moveTo>
                <a:lnTo>
                  <a:pt x="15502077" y="9268663"/>
                </a:lnTo>
                <a:lnTo>
                  <a:pt x="15487498" y="9277071"/>
                </a:lnTo>
                <a:lnTo>
                  <a:pt x="15495905" y="9291650"/>
                </a:lnTo>
                <a:lnTo>
                  <a:pt x="15510485" y="9283243"/>
                </a:lnTo>
                <a:close/>
              </a:path>
              <a:path w="18288635" h="10287000">
                <a:moveTo>
                  <a:pt x="15516898" y="10108171"/>
                </a:moveTo>
                <a:lnTo>
                  <a:pt x="15506472" y="10090125"/>
                </a:lnTo>
                <a:lnTo>
                  <a:pt x="15488425" y="10100539"/>
                </a:lnTo>
                <a:lnTo>
                  <a:pt x="15498852" y="10118598"/>
                </a:lnTo>
                <a:lnTo>
                  <a:pt x="15516898" y="10108171"/>
                </a:lnTo>
                <a:close/>
              </a:path>
              <a:path w="18288635" h="10287000">
                <a:moveTo>
                  <a:pt x="15517838" y="7264578"/>
                </a:moveTo>
                <a:lnTo>
                  <a:pt x="15516035" y="7261453"/>
                </a:lnTo>
                <a:lnTo>
                  <a:pt x="15512911" y="7263257"/>
                </a:lnTo>
                <a:lnTo>
                  <a:pt x="15514714" y="7266381"/>
                </a:lnTo>
                <a:lnTo>
                  <a:pt x="15517838" y="7264578"/>
                </a:lnTo>
                <a:close/>
              </a:path>
              <a:path w="18288635" h="10287000">
                <a:moveTo>
                  <a:pt x="15518054" y="8686571"/>
                </a:moveTo>
                <a:lnTo>
                  <a:pt x="15511437" y="8675103"/>
                </a:lnTo>
                <a:lnTo>
                  <a:pt x="15499982" y="8681720"/>
                </a:lnTo>
                <a:lnTo>
                  <a:pt x="15506599" y="8693175"/>
                </a:lnTo>
                <a:lnTo>
                  <a:pt x="15518054" y="8686571"/>
                </a:lnTo>
                <a:close/>
              </a:path>
              <a:path w="18288635" h="10287000">
                <a:moveTo>
                  <a:pt x="15525014" y="9511640"/>
                </a:moveTo>
                <a:lnTo>
                  <a:pt x="15515984" y="9496019"/>
                </a:lnTo>
                <a:lnTo>
                  <a:pt x="15500363" y="9505036"/>
                </a:lnTo>
                <a:lnTo>
                  <a:pt x="15509393" y="9520669"/>
                </a:lnTo>
                <a:lnTo>
                  <a:pt x="15525014" y="9511640"/>
                </a:lnTo>
                <a:close/>
              </a:path>
              <a:path w="18288635" h="10287000">
                <a:moveTo>
                  <a:pt x="15525331" y="8089811"/>
                </a:moveTo>
                <a:lnTo>
                  <a:pt x="15520734" y="8081823"/>
                </a:lnTo>
                <a:lnTo>
                  <a:pt x="15512745" y="8086433"/>
                </a:lnTo>
                <a:lnTo>
                  <a:pt x="15517356" y="8094421"/>
                </a:lnTo>
                <a:lnTo>
                  <a:pt x="15525331" y="8089811"/>
                </a:lnTo>
                <a:close/>
              </a:path>
              <a:path w="18288635" h="10287000">
                <a:moveTo>
                  <a:pt x="15532621" y="7493051"/>
                </a:moveTo>
                <a:lnTo>
                  <a:pt x="15530017" y="7488542"/>
                </a:lnTo>
                <a:lnTo>
                  <a:pt x="15525509" y="7491146"/>
                </a:lnTo>
                <a:lnTo>
                  <a:pt x="15528112" y="7495667"/>
                </a:lnTo>
                <a:lnTo>
                  <a:pt x="15532621" y="7493051"/>
                </a:lnTo>
                <a:close/>
              </a:path>
              <a:path w="18288635" h="10287000">
                <a:moveTo>
                  <a:pt x="15532850" y="8915044"/>
                </a:moveTo>
                <a:lnTo>
                  <a:pt x="15525420" y="8902192"/>
                </a:lnTo>
                <a:lnTo>
                  <a:pt x="15512580" y="8909609"/>
                </a:lnTo>
                <a:lnTo>
                  <a:pt x="15519997" y="8922461"/>
                </a:lnTo>
                <a:lnTo>
                  <a:pt x="15532850" y="8915044"/>
                </a:lnTo>
                <a:close/>
              </a:path>
              <a:path w="18288635" h="10287000">
                <a:moveTo>
                  <a:pt x="15540076" y="9740189"/>
                </a:moveTo>
                <a:lnTo>
                  <a:pt x="15530056" y="9722841"/>
                </a:lnTo>
                <a:lnTo>
                  <a:pt x="15512695" y="9732861"/>
                </a:lnTo>
                <a:lnTo>
                  <a:pt x="15522715" y="9750222"/>
                </a:lnTo>
                <a:lnTo>
                  <a:pt x="15540076" y="9740189"/>
                </a:lnTo>
                <a:close/>
              </a:path>
              <a:path w="18288635" h="10287000">
                <a:moveTo>
                  <a:pt x="15540127" y="8318284"/>
                </a:moveTo>
                <a:lnTo>
                  <a:pt x="15534716" y="8308911"/>
                </a:lnTo>
                <a:lnTo>
                  <a:pt x="15525344" y="8314334"/>
                </a:lnTo>
                <a:lnTo>
                  <a:pt x="15530754" y="8323694"/>
                </a:lnTo>
                <a:lnTo>
                  <a:pt x="15540127" y="8318284"/>
                </a:lnTo>
                <a:close/>
              </a:path>
              <a:path w="18288635" h="10287000">
                <a:moveTo>
                  <a:pt x="15540190" y="6896379"/>
                </a:moveTo>
                <a:lnTo>
                  <a:pt x="15539377" y="6894995"/>
                </a:lnTo>
                <a:lnTo>
                  <a:pt x="15537993" y="6895795"/>
                </a:lnTo>
                <a:lnTo>
                  <a:pt x="15538793" y="6897179"/>
                </a:lnTo>
                <a:lnTo>
                  <a:pt x="15540190" y="6896379"/>
                </a:lnTo>
                <a:close/>
              </a:path>
              <a:path w="18288635" h="10287000">
                <a:moveTo>
                  <a:pt x="15547150" y="7721460"/>
                </a:moveTo>
                <a:lnTo>
                  <a:pt x="15543937" y="7715910"/>
                </a:lnTo>
                <a:lnTo>
                  <a:pt x="15538387" y="7719111"/>
                </a:lnTo>
                <a:lnTo>
                  <a:pt x="15541587" y="7724673"/>
                </a:lnTo>
                <a:lnTo>
                  <a:pt x="15547150" y="7721460"/>
                </a:lnTo>
                <a:close/>
              </a:path>
              <a:path w="18288635" h="10287000">
                <a:moveTo>
                  <a:pt x="15547912" y="9143594"/>
                </a:moveTo>
                <a:lnTo>
                  <a:pt x="15539492" y="9129014"/>
                </a:lnTo>
                <a:lnTo>
                  <a:pt x="15524912" y="9137434"/>
                </a:lnTo>
                <a:lnTo>
                  <a:pt x="15533332" y="9152014"/>
                </a:lnTo>
                <a:lnTo>
                  <a:pt x="15547912" y="9143594"/>
                </a:lnTo>
                <a:close/>
              </a:path>
              <a:path w="18288635" h="10287000">
                <a:moveTo>
                  <a:pt x="15554592" y="9968598"/>
                </a:moveTo>
                <a:lnTo>
                  <a:pt x="15543975" y="9950196"/>
                </a:lnTo>
                <a:lnTo>
                  <a:pt x="15525572" y="9960826"/>
                </a:lnTo>
                <a:lnTo>
                  <a:pt x="15536190" y="9979215"/>
                </a:lnTo>
                <a:lnTo>
                  <a:pt x="15554592" y="9968598"/>
                </a:lnTo>
                <a:close/>
              </a:path>
              <a:path w="18288635" h="10287000">
                <a:moveTo>
                  <a:pt x="15554706" y="7124789"/>
                </a:moveTo>
                <a:lnTo>
                  <a:pt x="15553297" y="7122350"/>
                </a:lnTo>
                <a:lnTo>
                  <a:pt x="15550871" y="7123760"/>
                </a:lnTo>
                <a:lnTo>
                  <a:pt x="15552268" y="7126186"/>
                </a:lnTo>
                <a:lnTo>
                  <a:pt x="15554706" y="7124789"/>
                </a:lnTo>
                <a:close/>
              </a:path>
              <a:path w="18288635" h="10287000">
                <a:moveTo>
                  <a:pt x="15555202" y="8546846"/>
                </a:moveTo>
                <a:lnTo>
                  <a:pt x="15548775" y="8535733"/>
                </a:lnTo>
                <a:lnTo>
                  <a:pt x="15537676" y="8542147"/>
                </a:lnTo>
                <a:lnTo>
                  <a:pt x="15544089" y="8553259"/>
                </a:lnTo>
                <a:lnTo>
                  <a:pt x="15555202" y="8546846"/>
                </a:lnTo>
                <a:close/>
              </a:path>
              <a:path w="18288635" h="10287000">
                <a:moveTo>
                  <a:pt x="15561933" y="7949946"/>
                </a:moveTo>
                <a:lnTo>
                  <a:pt x="15557932" y="7942999"/>
                </a:lnTo>
                <a:lnTo>
                  <a:pt x="15550985" y="7947012"/>
                </a:lnTo>
                <a:lnTo>
                  <a:pt x="15554998" y="7953946"/>
                </a:lnTo>
                <a:lnTo>
                  <a:pt x="15561933" y="7949946"/>
                </a:lnTo>
                <a:close/>
              </a:path>
              <a:path w="18288635" h="10287000">
                <a:moveTo>
                  <a:pt x="15562428" y="9371990"/>
                </a:moveTo>
                <a:lnTo>
                  <a:pt x="15553411" y="9356369"/>
                </a:lnTo>
                <a:lnTo>
                  <a:pt x="15537790" y="9365399"/>
                </a:lnTo>
                <a:lnTo>
                  <a:pt x="15546807" y="9381020"/>
                </a:lnTo>
                <a:lnTo>
                  <a:pt x="15562428" y="9371990"/>
                </a:lnTo>
                <a:close/>
              </a:path>
              <a:path w="18288635" h="10287000">
                <a:moveTo>
                  <a:pt x="15568562" y="10196855"/>
                </a:moveTo>
                <a:lnTo>
                  <a:pt x="15557742" y="10178110"/>
                </a:lnTo>
                <a:lnTo>
                  <a:pt x="15538996" y="10188931"/>
                </a:lnTo>
                <a:lnTo>
                  <a:pt x="15549817" y="10207676"/>
                </a:lnTo>
                <a:lnTo>
                  <a:pt x="15568562" y="10196855"/>
                </a:lnTo>
                <a:close/>
              </a:path>
              <a:path w="18288635" h="10287000">
                <a:moveTo>
                  <a:pt x="15569502" y="7353262"/>
                </a:moveTo>
                <a:lnTo>
                  <a:pt x="15567292" y="7349439"/>
                </a:lnTo>
                <a:lnTo>
                  <a:pt x="15563469" y="7351649"/>
                </a:lnTo>
                <a:lnTo>
                  <a:pt x="15565679" y="7355472"/>
                </a:lnTo>
                <a:lnTo>
                  <a:pt x="15569502" y="7353262"/>
                </a:lnTo>
                <a:close/>
              </a:path>
              <a:path w="18288635" h="10287000">
                <a:moveTo>
                  <a:pt x="15569984" y="8775319"/>
                </a:moveTo>
                <a:lnTo>
                  <a:pt x="15562771" y="8762822"/>
                </a:lnTo>
                <a:lnTo>
                  <a:pt x="15550274" y="8770036"/>
                </a:lnTo>
                <a:lnTo>
                  <a:pt x="15557488" y="8782533"/>
                </a:lnTo>
                <a:lnTo>
                  <a:pt x="15569984" y="8775319"/>
                </a:lnTo>
                <a:close/>
              </a:path>
              <a:path w="18288635" h="10287000">
                <a:moveTo>
                  <a:pt x="15577223" y="9600476"/>
                </a:moveTo>
                <a:lnTo>
                  <a:pt x="15567406" y="9583458"/>
                </a:lnTo>
                <a:lnTo>
                  <a:pt x="15550388" y="9593288"/>
                </a:lnTo>
                <a:lnTo>
                  <a:pt x="15560205" y="9610293"/>
                </a:lnTo>
                <a:lnTo>
                  <a:pt x="15577223" y="9600476"/>
                </a:lnTo>
                <a:close/>
              </a:path>
              <a:path w="18288635" h="10287000">
                <a:moveTo>
                  <a:pt x="15577274" y="8178571"/>
                </a:moveTo>
                <a:lnTo>
                  <a:pt x="15572067" y="8169542"/>
                </a:lnTo>
                <a:lnTo>
                  <a:pt x="15563037" y="8174749"/>
                </a:lnTo>
                <a:lnTo>
                  <a:pt x="15568244" y="8183778"/>
                </a:lnTo>
                <a:lnTo>
                  <a:pt x="15577274" y="8178571"/>
                </a:lnTo>
                <a:close/>
              </a:path>
              <a:path w="18288635" h="10287000">
                <a:moveTo>
                  <a:pt x="15584285" y="7581735"/>
                </a:moveTo>
                <a:lnTo>
                  <a:pt x="15581287" y="7576528"/>
                </a:lnTo>
                <a:lnTo>
                  <a:pt x="15576080" y="7579538"/>
                </a:lnTo>
                <a:lnTo>
                  <a:pt x="15579078" y="7584745"/>
                </a:lnTo>
                <a:lnTo>
                  <a:pt x="15584285" y="7581735"/>
                </a:lnTo>
                <a:close/>
              </a:path>
              <a:path w="18288635" h="10287000">
                <a:moveTo>
                  <a:pt x="15585059" y="9003868"/>
                </a:moveTo>
                <a:lnTo>
                  <a:pt x="15576830" y="8989631"/>
                </a:lnTo>
                <a:lnTo>
                  <a:pt x="15562606" y="8997848"/>
                </a:lnTo>
                <a:lnTo>
                  <a:pt x="15570823" y="9012085"/>
                </a:lnTo>
                <a:lnTo>
                  <a:pt x="15585059" y="9003868"/>
                </a:lnTo>
                <a:close/>
              </a:path>
              <a:path w="18288635" h="10287000">
                <a:moveTo>
                  <a:pt x="15591854" y="6985063"/>
                </a:moveTo>
                <a:lnTo>
                  <a:pt x="15590647" y="6982981"/>
                </a:lnTo>
                <a:lnTo>
                  <a:pt x="15588564" y="6984187"/>
                </a:lnTo>
                <a:lnTo>
                  <a:pt x="15589758" y="6986270"/>
                </a:lnTo>
                <a:lnTo>
                  <a:pt x="15591854" y="6985063"/>
                </a:lnTo>
                <a:close/>
              </a:path>
              <a:path w="18288635" h="10287000">
                <a:moveTo>
                  <a:pt x="15592006" y="9828949"/>
                </a:moveTo>
                <a:lnTo>
                  <a:pt x="15581389" y="9810547"/>
                </a:lnTo>
                <a:lnTo>
                  <a:pt x="15562987" y="9821177"/>
                </a:lnTo>
                <a:lnTo>
                  <a:pt x="15573617" y="9839579"/>
                </a:lnTo>
                <a:lnTo>
                  <a:pt x="15592006" y="9828949"/>
                </a:lnTo>
                <a:close/>
              </a:path>
              <a:path w="18288635" h="10287000">
                <a:moveTo>
                  <a:pt x="15592070" y="8407044"/>
                </a:moveTo>
                <a:lnTo>
                  <a:pt x="15586050" y="8396630"/>
                </a:lnTo>
                <a:lnTo>
                  <a:pt x="15575636" y="8402637"/>
                </a:lnTo>
                <a:lnTo>
                  <a:pt x="15581656" y="8413051"/>
                </a:lnTo>
                <a:lnTo>
                  <a:pt x="15592070" y="8407044"/>
                </a:lnTo>
                <a:close/>
              </a:path>
              <a:path w="18288635" h="10287000">
                <a:moveTo>
                  <a:pt x="15598813" y="7810144"/>
                </a:moveTo>
                <a:lnTo>
                  <a:pt x="15595207" y="7803896"/>
                </a:lnTo>
                <a:lnTo>
                  <a:pt x="15588945" y="7807503"/>
                </a:lnTo>
                <a:lnTo>
                  <a:pt x="15592552" y="7813751"/>
                </a:lnTo>
                <a:lnTo>
                  <a:pt x="15598813" y="7810144"/>
                </a:lnTo>
                <a:close/>
              </a:path>
              <a:path w="18288635" h="10287000">
                <a:moveTo>
                  <a:pt x="15599575" y="9232265"/>
                </a:moveTo>
                <a:lnTo>
                  <a:pt x="15590749" y="9217000"/>
                </a:lnTo>
                <a:lnTo>
                  <a:pt x="15575471" y="9225813"/>
                </a:lnTo>
                <a:lnTo>
                  <a:pt x="15584297" y="9241091"/>
                </a:lnTo>
                <a:lnTo>
                  <a:pt x="15599575" y="9232265"/>
                </a:lnTo>
                <a:close/>
              </a:path>
              <a:path w="18288635" h="10287000">
                <a:moveTo>
                  <a:pt x="15606256" y="10057282"/>
                </a:moveTo>
                <a:lnTo>
                  <a:pt x="15595232" y="10038182"/>
                </a:lnTo>
                <a:lnTo>
                  <a:pt x="15576131" y="10049205"/>
                </a:lnTo>
                <a:lnTo>
                  <a:pt x="15587155" y="10068306"/>
                </a:lnTo>
                <a:lnTo>
                  <a:pt x="15606256" y="10057282"/>
                </a:lnTo>
                <a:close/>
              </a:path>
              <a:path w="18288635" h="10287000">
                <a:moveTo>
                  <a:pt x="15606370" y="7213460"/>
                </a:moveTo>
                <a:lnTo>
                  <a:pt x="15604566" y="7210336"/>
                </a:lnTo>
                <a:lnTo>
                  <a:pt x="15601442" y="7212152"/>
                </a:lnTo>
                <a:lnTo>
                  <a:pt x="15603246" y="7215264"/>
                </a:lnTo>
                <a:lnTo>
                  <a:pt x="15606370" y="7213460"/>
                </a:lnTo>
                <a:close/>
              </a:path>
              <a:path w="18288635" h="10287000">
                <a:moveTo>
                  <a:pt x="15607132" y="8635594"/>
                </a:moveTo>
                <a:lnTo>
                  <a:pt x="15600121" y="8623440"/>
                </a:lnTo>
                <a:lnTo>
                  <a:pt x="15587968" y="8630463"/>
                </a:lnTo>
                <a:lnTo>
                  <a:pt x="15594978" y="8642604"/>
                </a:lnTo>
                <a:lnTo>
                  <a:pt x="15607132" y="8635594"/>
                </a:lnTo>
                <a:close/>
              </a:path>
              <a:path w="18288635" h="10287000">
                <a:moveTo>
                  <a:pt x="15614155" y="8038770"/>
                </a:moveTo>
                <a:lnTo>
                  <a:pt x="15609342" y="8030438"/>
                </a:lnTo>
                <a:lnTo>
                  <a:pt x="15600998" y="8035252"/>
                </a:lnTo>
                <a:lnTo>
                  <a:pt x="15605811" y="8043583"/>
                </a:lnTo>
                <a:lnTo>
                  <a:pt x="15614155" y="8038770"/>
                </a:lnTo>
                <a:close/>
              </a:path>
              <a:path w="18288635" h="10287000">
                <a:moveTo>
                  <a:pt x="15614638" y="9460827"/>
                </a:moveTo>
                <a:lnTo>
                  <a:pt x="15604808" y="9443809"/>
                </a:lnTo>
                <a:lnTo>
                  <a:pt x="15587802" y="9453639"/>
                </a:lnTo>
                <a:lnTo>
                  <a:pt x="15597620" y="9470644"/>
                </a:lnTo>
                <a:lnTo>
                  <a:pt x="15614638" y="9460827"/>
                </a:lnTo>
                <a:close/>
              </a:path>
              <a:path w="18288635" h="10287000">
                <a:moveTo>
                  <a:pt x="15620226" y="10285539"/>
                </a:moveTo>
                <a:lnTo>
                  <a:pt x="15608999" y="10266096"/>
                </a:lnTo>
                <a:lnTo>
                  <a:pt x="15589555" y="10277310"/>
                </a:lnTo>
                <a:lnTo>
                  <a:pt x="15595143" y="10286987"/>
                </a:lnTo>
                <a:lnTo>
                  <a:pt x="15617711" y="10286987"/>
                </a:lnTo>
                <a:lnTo>
                  <a:pt x="15620226" y="10285539"/>
                </a:lnTo>
                <a:close/>
              </a:path>
              <a:path w="18288635" h="10287000">
                <a:moveTo>
                  <a:pt x="15621432" y="7442022"/>
                </a:moveTo>
                <a:lnTo>
                  <a:pt x="15618625" y="7437158"/>
                </a:lnTo>
                <a:lnTo>
                  <a:pt x="15613761" y="7439965"/>
                </a:lnTo>
                <a:lnTo>
                  <a:pt x="15616568" y="7444829"/>
                </a:lnTo>
                <a:lnTo>
                  <a:pt x="15621432" y="7442022"/>
                </a:lnTo>
                <a:close/>
              </a:path>
              <a:path w="18288635" h="10287000">
                <a:moveTo>
                  <a:pt x="15621927" y="8864079"/>
                </a:moveTo>
                <a:lnTo>
                  <a:pt x="15614104" y="8850528"/>
                </a:lnTo>
                <a:lnTo>
                  <a:pt x="15600566" y="8858352"/>
                </a:lnTo>
                <a:lnTo>
                  <a:pt x="15608389" y="8871890"/>
                </a:lnTo>
                <a:lnTo>
                  <a:pt x="15621927" y="8864079"/>
                </a:lnTo>
                <a:close/>
              </a:path>
              <a:path w="18288635" h="10287000">
                <a:moveTo>
                  <a:pt x="15628722" y="6845262"/>
                </a:moveTo>
                <a:lnTo>
                  <a:pt x="15627909" y="6843877"/>
                </a:lnTo>
                <a:lnTo>
                  <a:pt x="15626525" y="6844678"/>
                </a:lnTo>
                <a:lnTo>
                  <a:pt x="15627325" y="6846062"/>
                </a:lnTo>
                <a:lnTo>
                  <a:pt x="15628722" y="6845262"/>
                </a:lnTo>
                <a:close/>
              </a:path>
              <a:path w="18288635" h="10287000">
                <a:moveTo>
                  <a:pt x="15628938" y="8267243"/>
                </a:moveTo>
                <a:lnTo>
                  <a:pt x="15623324" y="8257527"/>
                </a:lnTo>
                <a:lnTo>
                  <a:pt x="15613609" y="8263141"/>
                </a:lnTo>
                <a:lnTo>
                  <a:pt x="15619222" y="8272856"/>
                </a:lnTo>
                <a:lnTo>
                  <a:pt x="15628938" y="8267243"/>
                </a:lnTo>
                <a:close/>
              </a:path>
              <a:path w="18288635" h="10287000">
                <a:moveTo>
                  <a:pt x="15629154" y="9689224"/>
                </a:moveTo>
                <a:lnTo>
                  <a:pt x="15618727" y="9671177"/>
                </a:lnTo>
                <a:lnTo>
                  <a:pt x="15600680" y="9681591"/>
                </a:lnTo>
                <a:lnTo>
                  <a:pt x="15611107" y="9699650"/>
                </a:lnTo>
                <a:lnTo>
                  <a:pt x="15629154" y="9689224"/>
                </a:lnTo>
                <a:close/>
              </a:path>
              <a:path w="18288635" h="10287000">
                <a:moveTo>
                  <a:pt x="15635948" y="7670419"/>
                </a:moveTo>
                <a:lnTo>
                  <a:pt x="15632545" y="7664513"/>
                </a:lnTo>
                <a:lnTo>
                  <a:pt x="15626639" y="7667930"/>
                </a:lnTo>
                <a:lnTo>
                  <a:pt x="15630055" y="7673822"/>
                </a:lnTo>
                <a:lnTo>
                  <a:pt x="15635948" y="7670419"/>
                </a:lnTo>
                <a:close/>
              </a:path>
              <a:path w="18288635" h="10287000">
                <a:moveTo>
                  <a:pt x="15636723" y="9092552"/>
                </a:moveTo>
                <a:lnTo>
                  <a:pt x="15628100" y="9077617"/>
                </a:lnTo>
                <a:lnTo>
                  <a:pt x="15613164" y="9086240"/>
                </a:lnTo>
                <a:lnTo>
                  <a:pt x="15621788" y="9101163"/>
                </a:lnTo>
                <a:lnTo>
                  <a:pt x="15636723" y="9092552"/>
                </a:lnTo>
                <a:close/>
              </a:path>
              <a:path w="18288635" h="10287000">
                <a:moveTo>
                  <a:pt x="15643505" y="7073747"/>
                </a:moveTo>
                <a:lnTo>
                  <a:pt x="15641904" y="7070966"/>
                </a:lnTo>
                <a:lnTo>
                  <a:pt x="15639136" y="7072566"/>
                </a:lnTo>
                <a:lnTo>
                  <a:pt x="15640736" y="7075348"/>
                </a:lnTo>
                <a:lnTo>
                  <a:pt x="15643505" y="7073747"/>
                </a:lnTo>
                <a:close/>
              </a:path>
              <a:path w="18288635" h="10287000">
                <a:moveTo>
                  <a:pt x="15643670" y="9917633"/>
                </a:moveTo>
                <a:lnTo>
                  <a:pt x="15632646" y="9898532"/>
                </a:lnTo>
                <a:lnTo>
                  <a:pt x="15613558" y="9909569"/>
                </a:lnTo>
                <a:lnTo>
                  <a:pt x="15624582" y="9928657"/>
                </a:lnTo>
                <a:lnTo>
                  <a:pt x="15643670" y="9917633"/>
                </a:lnTo>
                <a:close/>
              </a:path>
              <a:path w="18288635" h="10287000">
                <a:moveTo>
                  <a:pt x="15644013" y="8495792"/>
                </a:moveTo>
                <a:lnTo>
                  <a:pt x="15637396" y="8484337"/>
                </a:lnTo>
                <a:lnTo>
                  <a:pt x="15625941" y="8490953"/>
                </a:lnTo>
                <a:lnTo>
                  <a:pt x="15632545" y="8502409"/>
                </a:lnTo>
                <a:lnTo>
                  <a:pt x="15644013" y="8495792"/>
                </a:lnTo>
                <a:close/>
              </a:path>
              <a:path w="18288635" h="10287000">
                <a:moveTo>
                  <a:pt x="15651023" y="7898981"/>
                </a:moveTo>
                <a:lnTo>
                  <a:pt x="15646603" y="7891335"/>
                </a:lnTo>
                <a:lnTo>
                  <a:pt x="15638971" y="7895742"/>
                </a:lnTo>
                <a:lnTo>
                  <a:pt x="15643378" y="7903388"/>
                </a:lnTo>
                <a:lnTo>
                  <a:pt x="15651023" y="7898981"/>
                </a:lnTo>
                <a:close/>
              </a:path>
              <a:path w="18288635" h="10287000">
                <a:moveTo>
                  <a:pt x="15651785" y="9321101"/>
                </a:moveTo>
                <a:lnTo>
                  <a:pt x="15642158" y="9304439"/>
                </a:lnTo>
                <a:lnTo>
                  <a:pt x="15625496" y="9314053"/>
                </a:lnTo>
                <a:lnTo>
                  <a:pt x="15635123" y="9330728"/>
                </a:lnTo>
                <a:lnTo>
                  <a:pt x="15651785" y="9321101"/>
                </a:lnTo>
                <a:close/>
              </a:path>
              <a:path w="18288635" h="10287000">
                <a:moveTo>
                  <a:pt x="15657919" y="10145954"/>
                </a:moveTo>
                <a:lnTo>
                  <a:pt x="15646502" y="10126167"/>
                </a:lnTo>
                <a:lnTo>
                  <a:pt x="15626703" y="10137597"/>
                </a:lnTo>
                <a:lnTo>
                  <a:pt x="15638133" y="10157384"/>
                </a:lnTo>
                <a:lnTo>
                  <a:pt x="15657919" y="10145954"/>
                </a:lnTo>
                <a:close/>
              </a:path>
              <a:path w="18288635" h="10287000">
                <a:moveTo>
                  <a:pt x="15658300" y="7302220"/>
                </a:moveTo>
                <a:lnTo>
                  <a:pt x="15655900" y="7298055"/>
                </a:lnTo>
                <a:lnTo>
                  <a:pt x="15651734" y="7300455"/>
                </a:lnTo>
                <a:lnTo>
                  <a:pt x="15654135" y="7304621"/>
                </a:lnTo>
                <a:lnTo>
                  <a:pt x="15658300" y="7302220"/>
                </a:lnTo>
                <a:close/>
              </a:path>
              <a:path w="18288635" h="10287000">
                <a:moveTo>
                  <a:pt x="15659075" y="8724354"/>
                </a:moveTo>
                <a:lnTo>
                  <a:pt x="15651455" y="8711159"/>
                </a:lnTo>
                <a:lnTo>
                  <a:pt x="15638260" y="8718779"/>
                </a:lnTo>
                <a:lnTo>
                  <a:pt x="15645880" y="8731974"/>
                </a:lnTo>
                <a:lnTo>
                  <a:pt x="15659075" y="8724354"/>
                </a:lnTo>
                <a:close/>
              </a:path>
              <a:path w="18288635" h="10287000">
                <a:moveTo>
                  <a:pt x="15665857" y="6705549"/>
                </a:moveTo>
                <a:lnTo>
                  <a:pt x="15665603" y="6705105"/>
                </a:lnTo>
                <a:lnTo>
                  <a:pt x="15664218" y="6705105"/>
                </a:lnTo>
                <a:lnTo>
                  <a:pt x="15664472" y="6705549"/>
                </a:lnTo>
                <a:lnTo>
                  <a:pt x="15665857" y="6705549"/>
                </a:lnTo>
                <a:close/>
              </a:path>
              <a:path w="18288635" h="10287000">
                <a:moveTo>
                  <a:pt x="15666085" y="8127530"/>
                </a:moveTo>
                <a:lnTo>
                  <a:pt x="15660675" y="8118145"/>
                </a:lnTo>
                <a:lnTo>
                  <a:pt x="15651302" y="8123555"/>
                </a:lnTo>
                <a:lnTo>
                  <a:pt x="15656713" y="8132940"/>
                </a:lnTo>
                <a:lnTo>
                  <a:pt x="15666085" y="8127530"/>
                </a:lnTo>
                <a:close/>
              </a:path>
              <a:path w="18288635" h="10287000">
                <a:moveTo>
                  <a:pt x="15666581" y="9549574"/>
                </a:moveTo>
                <a:lnTo>
                  <a:pt x="15656154" y="9531528"/>
                </a:lnTo>
                <a:lnTo>
                  <a:pt x="15638094" y="9541942"/>
                </a:lnTo>
                <a:lnTo>
                  <a:pt x="15648521" y="9560001"/>
                </a:lnTo>
                <a:lnTo>
                  <a:pt x="15666581" y="9549574"/>
                </a:lnTo>
                <a:close/>
              </a:path>
              <a:path w="18288635" h="10287000">
                <a:moveTo>
                  <a:pt x="15673096" y="7530693"/>
                </a:moveTo>
                <a:lnTo>
                  <a:pt x="15669895" y="7525144"/>
                </a:lnTo>
                <a:lnTo>
                  <a:pt x="15664333" y="7528357"/>
                </a:lnTo>
                <a:lnTo>
                  <a:pt x="15667546" y="7533907"/>
                </a:lnTo>
                <a:lnTo>
                  <a:pt x="15673096" y="7530693"/>
                </a:lnTo>
                <a:close/>
              </a:path>
              <a:path w="18288635" h="10287000">
                <a:moveTo>
                  <a:pt x="15673858" y="8952827"/>
                </a:moveTo>
                <a:lnTo>
                  <a:pt x="15665438" y="8938247"/>
                </a:lnTo>
                <a:lnTo>
                  <a:pt x="15650858" y="8946667"/>
                </a:lnTo>
                <a:lnTo>
                  <a:pt x="15659278" y="8961247"/>
                </a:lnTo>
                <a:lnTo>
                  <a:pt x="15673858" y="8952827"/>
                </a:lnTo>
                <a:close/>
              </a:path>
              <a:path w="18288635" h="10287000">
                <a:moveTo>
                  <a:pt x="15680385" y="6933946"/>
                </a:moveTo>
                <a:lnTo>
                  <a:pt x="15679179" y="6931863"/>
                </a:lnTo>
                <a:lnTo>
                  <a:pt x="15677096" y="6933070"/>
                </a:lnTo>
                <a:lnTo>
                  <a:pt x="15678303" y="6935152"/>
                </a:lnTo>
                <a:lnTo>
                  <a:pt x="15680385" y="6933946"/>
                </a:lnTo>
                <a:close/>
              </a:path>
              <a:path w="18288635" h="10287000">
                <a:moveTo>
                  <a:pt x="15681097" y="9777984"/>
                </a:moveTo>
                <a:lnTo>
                  <a:pt x="15670073" y="9758883"/>
                </a:lnTo>
                <a:lnTo>
                  <a:pt x="15650972" y="9769907"/>
                </a:lnTo>
                <a:lnTo>
                  <a:pt x="15661996" y="9789008"/>
                </a:lnTo>
                <a:lnTo>
                  <a:pt x="15681097" y="9777984"/>
                </a:lnTo>
                <a:close/>
              </a:path>
              <a:path w="18288635" h="10287000">
                <a:moveTo>
                  <a:pt x="15681147" y="8356079"/>
                </a:moveTo>
                <a:lnTo>
                  <a:pt x="15674734" y="8344954"/>
                </a:lnTo>
                <a:lnTo>
                  <a:pt x="15663621" y="8351380"/>
                </a:lnTo>
                <a:lnTo>
                  <a:pt x="15670035" y="8362493"/>
                </a:lnTo>
                <a:lnTo>
                  <a:pt x="15681147" y="8356079"/>
                </a:lnTo>
                <a:close/>
              </a:path>
              <a:path w="18288635" h="10287000">
                <a:moveTo>
                  <a:pt x="15687612" y="7759103"/>
                </a:moveTo>
                <a:lnTo>
                  <a:pt x="15683802" y="7752499"/>
                </a:lnTo>
                <a:lnTo>
                  <a:pt x="15677210" y="7756309"/>
                </a:lnTo>
                <a:lnTo>
                  <a:pt x="15681020" y="7762913"/>
                </a:lnTo>
                <a:lnTo>
                  <a:pt x="15687612" y="7759103"/>
                </a:lnTo>
                <a:close/>
              </a:path>
              <a:path w="18288635" h="10287000">
                <a:moveTo>
                  <a:pt x="15688653" y="9181313"/>
                </a:moveTo>
                <a:lnTo>
                  <a:pt x="15679433" y="9165336"/>
                </a:lnTo>
                <a:lnTo>
                  <a:pt x="15663456" y="9174556"/>
                </a:lnTo>
                <a:lnTo>
                  <a:pt x="15672689" y="9190520"/>
                </a:lnTo>
                <a:lnTo>
                  <a:pt x="15688653" y="9181313"/>
                </a:lnTo>
                <a:close/>
              </a:path>
              <a:path w="18288635" h="10287000">
                <a:moveTo>
                  <a:pt x="15695168" y="7162419"/>
                </a:moveTo>
                <a:lnTo>
                  <a:pt x="15693174" y="7158952"/>
                </a:lnTo>
                <a:lnTo>
                  <a:pt x="15689695" y="7160958"/>
                </a:lnTo>
                <a:lnTo>
                  <a:pt x="15691701" y="7164425"/>
                </a:lnTo>
                <a:lnTo>
                  <a:pt x="15695168" y="7162419"/>
                </a:lnTo>
                <a:close/>
              </a:path>
              <a:path w="18288635" h="10287000">
                <a:moveTo>
                  <a:pt x="15695333" y="10006305"/>
                </a:moveTo>
                <a:lnTo>
                  <a:pt x="15683916" y="9986518"/>
                </a:lnTo>
                <a:lnTo>
                  <a:pt x="15664129" y="9997948"/>
                </a:lnTo>
                <a:lnTo>
                  <a:pt x="15675547" y="10017735"/>
                </a:lnTo>
                <a:lnTo>
                  <a:pt x="15695333" y="10006305"/>
                </a:lnTo>
                <a:close/>
              </a:path>
              <a:path w="18288635" h="10287000">
                <a:moveTo>
                  <a:pt x="15695943" y="8584552"/>
                </a:moveTo>
                <a:lnTo>
                  <a:pt x="15688729" y="8572055"/>
                </a:lnTo>
                <a:lnTo>
                  <a:pt x="15676233" y="8579269"/>
                </a:lnTo>
                <a:lnTo>
                  <a:pt x="15683446" y="8591766"/>
                </a:lnTo>
                <a:lnTo>
                  <a:pt x="15695943" y="8584552"/>
                </a:lnTo>
                <a:close/>
              </a:path>
              <a:path w="18288635" h="10287000">
                <a:moveTo>
                  <a:pt x="15702953" y="7987728"/>
                </a:moveTo>
                <a:lnTo>
                  <a:pt x="15697937" y="7979042"/>
                </a:lnTo>
                <a:lnTo>
                  <a:pt x="15689263" y="7984058"/>
                </a:lnTo>
                <a:lnTo>
                  <a:pt x="15694279" y="7992732"/>
                </a:lnTo>
                <a:lnTo>
                  <a:pt x="15702953" y="7987728"/>
                </a:lnTo>
                <a:close/>
              </a:path>
              <a:path w="18288635" h="10287000">
                <a:moveTo>
                  <a:pt x="15703715" y="9409849"/>
                </a:moveTo>
                <a:lnTo>
                  <a:pt x="15693492" y="9392145"/>
                </a:lnTo>
                <a:lnTo>
                  <a:pt x="15675788" y="9402369"/>
                </a:lnTo>
                <a:lnTo>
                  <a:pt x="15686012" y="9420073"/>
                </a:lnTo>
                <a:lnTo>
                  <a:pt x="15703715" y="9409849"/>
                </a:lnTo>
                <a:close/>
              </a:path>
              <a:path w="18288635" h="10287000">
                <a:moveTo>
                  <a:pt x="15709862" y="10234714"/>
                </a:moveTo>
                <a:lnTo>
                  <a:pt x="15697835" y="10213886"/>
                </a:lnTo>
                <a:lnTo>
                  <a:pt x="15676995" y="10225913"/>
                </a:lnTo>
                <a:lnTo>
                  <a:pt x="15689021" y="10246741"/>
                </a:lnTo>
                <a:lnTo>
                  <a:pt x="15709862" y="10234714"/>
                </a:lnTo>
                <a:close/>
              </a:path>
              <a:path w="18288635" h="10287000">
                <a:moveTo>
                  <a:pt x="15709964" y="7390905"/>
                </a:moveTo>
                <a:lnTo>
                  <a:pt x="15707157" y="7386040"/>
                </a:lnTo>
                <a:lnTo>
                  <a:pt x="15702293" y="7388847"/>
                </a:lnTo>
                <a:lnTo>
                  <a:pt x="15705112" y="7393711"/>
                </a:lnTo>
                <a:lnTo>
                  <a:pt x="15709964" y="7390905"/>
                </a:lnTo>
                <a:close/>
              </a:path>
              <a:path w="18288635" h="10287000">
                <a:moveTo>
                  <a:pt x="15711005" y="8813101"/>
                </a:moveTo>
                <a:lnTo>
                  <a:pt x="15702788" y="8798865"/>
                </a:lnTo>
                <a:lnTo>
                  <a:pt x="15688552" y="8807082"/>
                </a:lnTo>
                <a:lnTo>
                  <a:pt x="15696768" y="8821318"/>
                </a:lnTo>
                <a:lnTo>
                  <a:pt x="15711005" y="8813101"/>
                </a:lnTo>
                <a:close/>
              </a:path>
              <a:path w="18288635" h="10287000">
                <a:moveTo>
                  <a:pt x="15717533" y="6794220"/>
                </a:moveTo>
                <a:lnTo>
                  <a:pt x="15716530" y="6792481"/>
                </a:lnTo>
                <a:lnTo>
                  <a:pt x="15714790" y="6793484"/>
                </a:lnTo>
                <a:lnTo>
                  <a:pt x="15715793" y="6795224"/>
                </a:lnTo>
                <a:lnTo>
                  <a:pt x="15717533" y="6794220"/>
                </a:lnTo>
                <a:close/>
              </a:path>
              <a:path w="18288635" h="10287000">
                <a:moveTo>
                  <a:pt x="15718016" y="8216278"/>
                </a:moveTo>
                <a:lnTo>
                  <a:pt x="15712008" y="8205864"/>
                </a:lnTo>
                <a:lnTo>
                  <a:pt x="15701594" y="8211883"/>
                </a:lnTo>
                <a:lnTo>
                  <a:pt x="15707602" y="8222297"/>
                </a:lnTo>
                <a:lnTo>
                  <a:pt x="15718016" y="8216278"/>
                </a:lnTo>
                <a:close/>
              </a:path>
              <a:path w="18288635" h="10287000">
                <a:moveTo>
                  <a:pt x="15718511" y="9638335"/>
                </a:moveTo>
                <a:lnTo>
                  <a:pt x="15707487" y="9619234"/>
                </a:lnTo>
                <a:lnTo>
                  <a:pt x="15688386" y="9630258"/>
                </a:lnTo>
                <a:lnTo>
                  <a:pt x="15699410" y="9649358"/>
                </a:lnTo>
                <a:lnTo>
                  <a:pt x="15718511" y="9638335"/>
                </a:lnTo>
                <a:close/>
              </a:path>
              <a:path w="18288635" h="10287000">
                <a:moveTo>
                  <a:pt x="15724759" y="7619378"/>
                </a:moveTo>
                <a:lnTo>
                  <a:pt x="15721152" y="7613129"/>
                </a:lnTo>
                <a:lnTo>
                  <a:pt x="15714904" y="7616736"/>
                </a:lnTo>
                <a:lnTo>
                  <a:pt x="15718511" y="7622984"/>
                </a:lnTo>
                <a:lnTo>
                  <a:pt x="15724759" y="7619378"/>
                </a:lnTo>
                <a:close/>
              </a:path>
              <a:path w="18288635" h="10287000">
                <a:moveTo>
                  <a:pt x="15725801" y="9041587"/>
                </a:moveTo>
                <a:lnTo>
                  <a:pt x="15716784" y="9025953"/>
                </a:lnTo>
                <a:lnTo>
                  <a:pt x="15701150" y="9034983"/>
                </a:lnTo>
                <a:lnTo>
                  <a:pt x="15710180" y="9050604"/>
                </a:lnTo>
                <a:lnTo>
                  <a:pt x="15725801" y="9041587"/>
                </a:lnTo>
                <a:close/>
              </a:path>
              <a:path w="18288635" h="10287000">
                <a:moveTo>
                  <a:pt x="15732049" y="7022630"/>
                </a:moveTo>
                <a:lnTo>
                  <a:pt x="15730436" y="7019849"/>
                </a:lnTo>
                <a:lnTo>
                  <a:pt x="15727668" y="7021449"/>
                </a:lnTo>
                <a:lnTo>
                  <a:pt x="15729268" y="7024230"/>
                </a:lnTo>
                <a:lnTo>
                  <a:pt x="15732049" y="7022630"/>
                </a:lnTo>
                <a:close/>
              </a:path>
              <a:path w="18288635" h="10287000">
                <a:moveTo>
                  <a:pt x="15732760" y="9866655"/>
                </a:moveTo>
                <a:lnTo>
                  <a:pt x="15721330" y="9846869"/>
                </a:lnTo>
                <a:lnTo>
                  <a:pt x="15701544" y="9858299"/>
                </a:lnTo>
                <a:lnTo>
                  <a:pt x="15712961" y="9878085"/>
                </a:lnTo>
                <a:lnTo>
                  <a:pt x="15732760" y="9866655"/>
                </a:lnTo>
                <a:close/>
              </a:path>
              <a:path w="18288635" h="10287000">
                <a:moveTo>
                  <a:pt x="15733090" y="8444827"/>
                </a:moveTo>
                <a:lnTo>
                  <a:pt x="15726067" y="8432673"/>
                </a:lnTo>
                <a:lnTo>
                  <a:pt x="15713913" y="8439696"/>
                </a:lnTo>
                <a:lnTo>
                  <a:pt x="15720937" y="8451837"/>
                </a:lnTo>
                <a:lnTo>
                  <a:pt x="15733090" y="8444827"/>
                </a:lnTo>
                <a:close/>
              </a:path>
              <a:path w="18288635" h="10287000">
                <a:moveTo>
                  <a:pt x="15739821" y="7847927"/>
                </a:moveTo>
                <a:lnTo>
                  <a:pt x="15735211" y="7839938"/>
                </a:lnTo>
                <a:lnTo>
                  <a:pt x="15727236" y="7844549"/>
                </a:lnTo>
                <a:lnTo>
                  <a:pt x="15731833" y="7852537"/>
                </a:lnTo>
                <a:lnTo>
                  <a:pt x="15739821" y="7847927"/>
                </a:lnTo>
                <a:close/>
              </a:path>
              <a:path w="18288635" h="10287000">
                <a:moveTo>
                  <a:pt x="15740863" y="9270136"/>
                </a:moveTo>
                <a:lnTo>
                  <a:pt x="15730843" y="9252775"/>
                </a:lnTo>
                <a:lnTo>
                  <a:pt x="15713482" y="9262796"/>
                </a:lnTo>
                <a:lnTo>
                  <a:pt x="15723502" y="9280157"/>
                </a:lnTo>
                <a:lnTo>
                  <a:pt x="15740863" y="9270136"/>
                </a:lnTo>
                <a:close/>
              </a:path>
              <a:path w="18288635" h="10287000">
                <a:moveTo>
                  <a:pt x="15746832" y="7251103"/>
                </a:moveTo>
                <a:lnTo>
                  <a:pt x="15744432" y="7246937"/>
                </a:lnTo>
                <a:lnTo>
                  <a:pt x="15740266" y="7249350"/>
                </a:lnTo>
                <a:lnTo>
                  <a:pt x="15742666" y="7253503"/>
                </a:lnTo>
                <a:lnTo>
                  <a:pt x="15746832" y="7251103"/>
                </a:lnTo>
                <a:close/>
              </a:path>
              <a:path w="18288635" h="10287000">
                <a:moveTo>
                  <a:pt x="15747543" y="10095141"/>
                </a:moveTo>
                <a:lnTo>
                  <a:pt x="15735313" y="10073957"/>
                </a:lnTo>
                <a:lnTo>
                  <a:pt x="15714142" y="10086188"/>
                </a:lnTo>
                <a:lnTo>
                  <a:pt x="15726372" y="10107371"/>
                </a:lnTo>
                <a:lnTo>
                  <a:pt x="15747543" y="10095141"/>
                </a:lnTo>
                <a:close/>
              </a:path>
              <a:path w="18288635" h="10287000">
                <a:moveTo>
                  <a:pt x="15748153" y="8673376"/>
                </a:moveTo>
                <a:lnTo>
                  <a:pt x="15740139" y="8659495"/>
                </a:lnTo>
                <a:lnTo>
                  <a:pt x="15726245" y="8667509"/>
                </a:lnTo>
                <a:lnTo>
                  <a:pt x="15734259" y="8681402"/>
                </a:lnTo>
                <a:lnTo>
                  <a:pt x="15748153" y="8673376"/>
                </a:lnTo>
                <a:close/>
              </a:path>
              <a:path w="18288635" h="10287000">
                <a:moveTo>
                  <a:pt x="15754388" y="6654432"/>
                </a:moveTo>
                <a:lnTo>
                  <a:pt x="15754134" y="6653987"/>
                </a:lnTo>
                <a:lnTo>
                  <a:pt x="15752750" y="6653987"/>
                </a:lnTo>
                <a:lnTo>
                  <a:pt x="15753017" y="6654432"/>
                </a:lnTo>
                <a:lnTo>
                  <a:pt x="15754388" y="6654432"/>
                </a:lnTo>
                <a:close/>
              </a:path>
              <a:path w="18288635" h="10287000">
                <a:moveTo>
                  <a:pt x="15754896" y="8076476"/>
                </a:moveTo>
                <a:lnTo>
                  <a:pt x="15749283" y="8066760"/>
                </a:lnTo>
                <a:lnTo>
                  <a:pt x="15739555" y="8072374"/>
                </a:lnTo>
                <a:lnTo>
                  <a:pt x="15745168" y="8082089"/>
                </a:lnTo>
                <a:lnTo>
                  <a:pt x="15754896" y="8076476"/>
                </a:lnTo>
                <a:close/>
              </a:path>
              <a:path w="18288635" h="10287000">
                <a:moveTo>
                  <a:pt x="15755658" y="9498609"/>
                </a:moveTo>
                <a:lnTo>
                  <a:pt x="15744838" y="9479864"/>
                </a:lnTo>
                <a:lnTo>
                  <a:pt x="15726080" y="9490685"/>
                </a:lnTo>
                <a:lnTo>
                  <a:pt x="15736913" y="9509430"/>
                </a:lnTo>
                <a:lnTo>
                  <a:pt x="15755658" y="9498609"/>
                </a:lnTo>
                <a:close/>
              </a:path>
              <a:path w="18288635" h="10287000">
                <a:moveTo>
                  <a:pt x="15761627" y="7479576"/>
                </a:moveTo>
                <a:lnTo>
                  <a:pt x="15758427" y="7474026"/>
                </a:lnTo>
                <a:lnTo>
                  <a:pt x="15752864" y="7477239"/>
                </a:lnTo>
                <a:lnTo>
                  <a:pt x="15756077" y="7482789"/>
                </a:lnTo>
                <a:lnTo>
                  <a:pt x="15761627" y="7479576"/>
                </a:lnTo>
                <a:close/>
              </a:path>
              <a:path w="18288635" h="10287000">
                <a:moveTo>
                  <a:pt x="15762935" y="8901862"/>
                </a:moveTo>
                <a:lnTo>
                  <a:pt x="15754122" y="8886584"/>
                </a:lnTo>
                <a:lnTo>
                  <a:pt x="15738844" y="8895410"/>
                </a:lnTo>
                <a:lnTo>
                  <a:pt x="15747670" y="8910676"/>
                </a:lnTo>
                <a:lnTo>
                  <a:pt x="15762935" y="8901862"/>
                </a:lnTo>
                <a:close/>
              </a:path>
              <a:path w="18288635" h="10287000">
                <a:moveTo>
                  <a:pt x="15769197" y="6882905"/>
                </a:moveTo>
                <a:lnTo>
                  <a:pt x="15767787" y="6880466"/>
                </a:lnTo>
                <a:lnTo>
                  <a:pt x="15765348" y="6881876"/>
                </a:lnTo>
                <a:lnTo>
                  <a:pt x="15766758" y="6884302"/>
                </a:lnTo>
                <a:lnTo>
                  <a:pt x="15769197" y="6882905"/>
                </a:lnTo>
                <a:close/>
              </a:path>
              <a:path w="18288635" h="10287000">
                <a:moveTo>
                  <a:pt x="15769959" y="8305038"/>
                </a:moveTo>
                <a:lnTo>
                  <a:pt x="15763342" y="8293570"/>
                </a:lnTo>
                <a:lnTo>
                  <a:pt x="15751886" y="8300186"/>
                </a:lnTo>
                <a:lnTo>
                  <a:pt x="15758503" y="8311655"/>
                </a:lnTo>
                <a:lnTo>
                  <a:pt x="15769959" y="8305038"/>
                </a:lnTo>
                <a:close/>
              </a:path>
              <a:path w="18288635" h="10287000">
                <a:moveTo>
                  <a:pt x="15770174" y="9727019"/>
                </a:moveTo>
                <a:lnTo>
                  <a:pt x="15758744" y="9707220"/>
                </a:lnTo>
                <a:lnTo>
                  <a:pt x="15738958" y="9718650"/>
                </a:lnTo>
                <a:lnTo>
                  <a:pt x="15750388" y="9738436"/>
                </a:lnTo>
                <a:lnTo>
                  <a:pt x="15770174" y="9727019"/>
                </a:lnTo>
                <a:close/>
              </a:path>
              <a:path w="18288635" h="10287000">
                <a:moveTo>
                  <a:pt x="15776423" y="7708062"/>
                </a:moveTo>
                <a:lnTo>
                  <a:pt x="15772410" y="7701115"/>
                </a:lnTo>
                <a:lnTo>
                  <a:pt x="15765475" y="7705128"/>
                </a:lnTo>
                <a:lnTo>
                  <a:pt x="15769476" y="7712062"/>
                </a:lnTo>
                <a:lnTo>
                  <a:pt x="15776423" y="7708062"/>
                </a:lnTo>
                <a:close/>
              </a:path>
              <a:path w="18288635" h="10287000">
                <a:moveTo>
                  <a:pt x="15778010" y="9130411"/>
                </a:moveTo>
                <a:lnTo>
                  <a:pt x="15768193" y="9113393"/>
                </a:lnTo>
                <a:lnTo>
                  <a:pt x="15751175" y="9123223"/>
                </a:lnTo>
                <a:lnTo>
                  <a:pt x="15760992" y="9140228"/>
                </a:lnTo>
                <a:lnTo>
                  <a:pt x="15778010" y="9130411"/>
                </a:lnTo>
                <a:close/>
              </a:path>
              <a:path w="18288635" h="10287000">
                <a:moveTo>
                  <a:pt x="15783713" y="7111314"/>
                </a:moveTo>
                <a:lnTo>
                  <a:pt x="15781706" y="7107834"/>
                </a:lnTo>
                <a:lnTo>
                  <a:pt x="15778226" y="7109841"/>
                </a:lnTo>
                <a:lnTo>
                  <a:pt x="15780233" y="7113308"/>
                </a:lnTo>
                <a:lnTo>
                  <a:pt x="15783713" y="7111314"/>
                </a:lnTo>
                <a:close/>
              </a:path>
              <a:path w="18288635" h="10287000">
                <a:moveTo>
                  <a:pt x="15784970" y="9955492"/>
                </a:moveTo>
                <a:lnTo>
                  <a:pt x="15772740" y="9934308"/>
                </a:lnTo>
                <a:lnTo>
                  <a:pt x="15751556" y="9946538"/>
                </a:lnTo>
                <a:lnTo>
                  <a:pt x="15763786" y="9967722"/>
                </a:lnTo>
                <a:lnTo>
                  <a:pt x="15784970" y="9955492"/>
                </a:lnTo>
                <a:close/>
              </a:path>
              <a:path w="18288635" h="10287000">
                <a:moveTo>
                  <a:pt x="15785021" y="8533587"/>
                </a:moveTo>
                <a:lnTo>
                  <a:pt x="15777401" y="8520392"/>
                </a:lnTo>
                <a:lnTo>
                  <a:pt x="15764218" y="8527999"/>
                </a:lnTo>
                <a:lnTo>
                  <a:pt x="15771838" y="8541194"/>
                </a:lnTo>
                <a:lnTo>
                  <a:pt x="15785021" y="8533587"/>
                </a:lnTo>
                <a:close/>
              </a:path>
              <a:path w="18288635" h="10287000">
                <a:moveTo>
                  <a:pt x="15791764" y="7936687"/>
                </a:moveTo>
                <a:lnTo>
                  <a:pt x="15786545" y="7927657"/>
                </a:lnTo>
                <a:lnTo>
                  <a:pt x="15777528" y="7932864"/>
                </a:lnTo>
                <a:lnTo>
                  <a:pt x="15782735" y="7941894"/>
                </a:lnTo>
                <a:lnTo>
                  <a:pt x="15791764" y="7936687"/>
                </a:lnTo>
                <a:close/>
              </a:path>
              <a:path w="18288635" h="10287000">
                <a:moveTo>
                  <a:pt x="15793073" y="9358960"/>
                </a:moveTo>
                <a:lnTo>
                  <a:pt x="15782252" y="9340215"/>
                </a:lnTo>
                <a:lnTo>
                  <a:pt x="15763507" y="9351035"/>
                </a:lnTo>
                <a:lnTo>
                  <a:pt x="15774327" y="9369781"/>
                </a:lnTo>
                <a:lnTo>
                  <a:pt x="15793073" y="9358960"/>
                </a:lnTo>
                <a:close/>
              </a:path>
              <a:path w="18288635" h="10287000">
                <a:moveTo>
                  <a:pt x="15798775" y="7339863"/>
                </a:moveTo>
                <a:lnTo>
                  <a:pt x="15795765" y="7334656"/>
                </a:lnTo>
                <a:lnTo>
                  <a:pt x="15790558" y="7337666"/>
                </a:lnTo>
                <a:lnTo>
                  <a:pt x="15793568" y="7342873"/>
                </a:lnTo>
                <a:lnTo>
                  <a:pt x="15798775" y="7339863"/>
                </a:lnTo>
                <a:close/>
              </a:path>
              <a:path w="18288635" h="10287000">
                <a:moveTo>
                  <a:pt x="15799486" y="10183889"/>
                </a:moveTo>
                <a:lnTo>
                  <a:pt x="15786659" y="10161676"/>
                </a:lnTo>
                <a:lnTo>
                  <a:pt x="15764434" y="10174503"/>
                </a:lnTo>
                <a:lnTo>
                  <a:pt x="15777261" y="10196728"/>
                </a:lnTo>
                <a:lnTo>
                  <a:pt x="15799486" y="10183889"/>
                </a:lnTo>
                <a:close/>
              </a:path>
              <a:path w="18288635" h="10287000">
                <a:moveTo>
                  <a:pt x="15800096" y="8762136"/>
                </a:moveTo>
                <a:lnTo>
                  <a:pt x="15791472" y="8747201"/>
                </a:lnTo>
                <a:lnTo>
                  <a:pt x="15776537" y="8755824"/>
                </a:lnTo>
                <a:lnTo>
                  <a:pt x="15785160" y="8770760"/>
                </a:lnTo>
                <a:lnTo>
                  <a:pt x="15800096" y="8762136"/>
                </a:lnTo>
                <a:close/>
              </a:path>
              <a:path w="18288635" h="10287000">
                <a:moveTo>
                  <a:pt x="15806052" y="6743116"/>
                </a:moveTo>
                <a:lnTo>
                  <a:pt x="15805061" y="6741376"/>
                </a:lnTo>
                <a:lnTo>
                  <a:pt x="15803321" y="6742379"/>
                </a:lnTo>
                <a:lnTo>
                  <a:pt x="15804325" y="6744119"/>
                </a:lnTo>
                <a:lnTo>
                  <a:pt x="15806052" y="6743116"/>
                </a:lnTo>
                <a:close/>
              </a:path>
              <a:path w="18288635" h="10287000">
                <a:moveTo>
                  <a:pt x="15806827" y="8165236"/>
                </a:moveTo>
                <a:lnTo>
                  <a:pt x="15800616" y="8154467"/>
                </a:lnTo>
                <a:lnTo>
                  <a:pt x="15789847" y="8160690"/>
                </a:lnTo>
                <a:lnTo>
                  <a:pt x="15796070" y="8171447"/>
                </a:lnTo>
                <a:lnTo>
                  <a:pt x="15806827" y="8165236"/>
                </a:lnTo>
                <a:close/>
              </a:path>
              <a:path w="18288635" h="10287000">
                <a:moveTo>
                  <a:pt x="15807589" y="9587357"/>
                </a:moveTo>
                <a:lnTo>
                  <a:pt x="15796171" y="9567570"/>
                </a:lnTo>
                <a:lnTo>
                  <a:pt x="15776372" y="9579000"/>
                </a:lnTo>
                <a:lnTo>
                  <a:pt x="15787802" y="9598787"/>
                </a:lnTo>
                <a:lnTo>
                  <a:pt x="15807589" y="9587357"/>
                </a:lnTo>
                <a:close/>
              </a:path>
              <a:path w="18288635" h="10287000">
                <a:moveTo>
                  <a:pt x="15813291" y="7568260"/>
                </a:moveTo>
                <a:lnTo>
                  <a:pt x="15809684" y="7562012"/>
                </a:lnTo>
                <a:lnTo>
                  <a:pt x="15803436" y="7565618"/>
                </a:lnTo>
                <a:lnTo>
                  <a:pt x="15807043" y="7571867"/>
                </a:lnTo>
                <a:lnTo>
                  <a:pt x="15813291" y="7568260"/>
                </a:lnTo>
                <a:close/>
              </a:path>
              <a:path w="18288635" h="10287000">
                <a:moveTo>
                  <a:pt x="15815158" y="8990686"/>
                </a:moveTo>
                <a:lnTo>
                  <a:pt x="15805531" y="8974023"/>
                </a:lnTo>
                <a:lnTo>
                  <a:pt x="15788869" y="8983637"/>
                </a:lnTo>
                <a:lnTo>
                  <a:pt x="15798483" y="9000312"/>
                </a:lnTo>
                <a:lnTo>
                  <a:pt x="15815158" y="8990686"/>
                </a:lnTo>
                <a:close/>
              </a:path>
              <a:path w="18288635" h="10287000">
                <a:moveTo>
                  <a:pt x="15820847" y="6971589"/>
                </a:moveTo>
                <a:lnTo>
                  <a:pt x="15819044" y="6968464"/>
                </a:lnTo>
                <a:lnTo>
                  <a:pt x="15815920" y="6970268"/>
                </a:lnTo>
                <a:lnTo>
                  <a:pt x="15817723" y="6973392"/>
                </a:lnTo>
                <a:lnTo>
                  <a:pt x="15820847" y="6971589"/>
                </a:lnTo>
                <a:close/>
              </a:path>
              <a:path w="18288635" h="10287000">
                <a:moveTo>
                  <a:pt x="15821902" y="8393785"/>
                </a:moveTo>
                <a:lnTo>
                  <a:pt x="15814675" y="8381289"/>
                </a:lnTo>
                <a:lnTo>
                  <a:pt x="15802178" y="8388502"/>
                </a:lnTo>
                <a:lnTo>
                  <a:pt x="15809392" y="8400999"/>
                </a:lnTo>
                <a:lnTo>
                  <a:pt x="15821902" y="8393785"/>
                </a:lnTo>
                <a:close/>
              </a:path>
              <a:path w="18288635" h="10287000">
                <a:moveTo>
                  <a:pt x="15822384" y="9815843"/>
                </a:moveTo>
                <a:lnTo>
                  <a:pt x="15810167" y="9794659"/>
                </a:lnTo>
                <a:lnTo>
                  <a:pt x="15788983" y="9806889"/>
                </a:lnTo>
                <a:lnTo>
                  <a:pt x="15801201" y="9828073"/>
                </a:lnTo>
                <a:lnTo>
                  <a:pt x="15822384" y="9815843"/>
                </a:lnTo>
                <a:close/>
              </a:path>
              <a:path w="18288635" h="10287000">
                <a:moveTo>
                  <a:pt x="15828633" y="7796885"/>
                </a:moveTo>
                <a:lnTo>
                  <a:pt x="15823819" y="7788554"/>
                </a:lnTo>
                <a:lnTo>
                  <a:pt x="15815488" y="7793368"/>
                </a:lnTo>
                <a:lnTo>
                  <a:pt x="15820301" y="7801699"/>
                </a:lnTo>
                <a:lnTo>
                  <a:pt x="15828633" y="7796885"/>
                </a:lnTo>
                <a:close/>
              </a:path>
              <a:path w="18288635" h="10287000">
                <a:moveTo>
                  <a:pt x="15830220" y="9219235"/>
                </a:moveTo>
                <a:lnTo>
                  <a:pt x="15819590" y="9200832"/>
                </a:lnTo>
                <a:lnTo>
                  <a:pt x="15801188" y="9211462"/>
                </a:lnTo>
                <a:lnTo>
                  <a:pt x="15811818" y="9229865"/>
                </a:lnTo>
                <a:lnTo>
                  <a:pt x="15830220" y="9219235"/>
                </a:lnTo>
                <a:close/>
              </a:path>
              <a:path w="18288635" h="10287000">
                <a:moveTo>
                  <a:pt x="15835643" y="7200062"/>
                </a:moveTo>
                <a:lnTo>
                  <a:pt x="15833039" y="7195553"/>
                </a:lnTo>
                <a:lnTo>
                  <a:pt x="15828531" y="7198157"/>
                </a:lnTo>
                <a:lnTo>
                  <a:pt x="15831134" y="7202665"/>
                </a:lnTo>
                <a:lnTo>
                  <a:pt x="15835643" y="7200062"/>
                </a:lnTo>
                <a:close/>
              </a:path>
              <a:path w="18288635" h="10287000">
                <a:moveTo>
                  <a:pt x="15836913" y="10044252"/>
                </a:moveTo>
                <a:lnTo>
                  <a:pt x="15824073" y="10022027"/>
                </a:lnTo>
                <a:lnTo>
                  <a:pt x="15801861" y="10034854"/>
                </a:lnTo>
                <a:lnTo>
                  <a:pt x="15814688" y="10057079"/>
                </a:lnTo>
                <a:lnTo>
                  <a:pt x="15836913" y="10044252"/>
                </a:lnTo>
                <a:close/>
              </a:path>
              <a:path w="18288635" h="10287000">
                <a:moveTo>
                  <a:pt x="15836964" y="8622335"/>
                </a:moveTo>
                <a:lnTo>
                  <a:pt x="15828747" y="8608098"/>
                </a:lnTo>
                <a:lnTo>
                  <a:pt x="15814510" y="8616315"/>
                </a:lnTo>
                <a:lnTo>
                  <a:pt x="15822727" y="8630552"/>
                </a:lnTo>
                <a:lnTo>
                  <a:pt x="15836964" y="8622335"/>
                </a:lnTo>
                <a:close/>
              </a:path>
              <a:path w="18288635" h="10287000">
                <a:moveTo>
                  <a:pt x="15842933" y="6603314"/>
                </a:moveTo>
                <a:lnTo>
                  <a:pt x="15842679" y="6602870"/>
                </a:lnTo>
                <a:lnTo>
                  <a:pt x="15841282" y="6602870"/>
                </a:lnTo>
                <a:lnTo>
                  <a:pt x="15841536" y="6603314"/>
                </a:lnTo>
                <a:lnTo>
                  <a:pt x="15842933" y="6603314"/>
                </a:lnTo>
                <a:close/>
              </a:path>
              <a:path w="18288635" h="10287000">
                <a:moveTo>
                  <a:pt x="15843695" y="8025447"/>
                </a:moveTo>
                <a:lnTo>
                  <a:pt x="15837891" y="8015376"/>
                </a:lnTo>
                <a:lnTo>
                  <a:pt x="15827820" y="8021180"/>
                </a:lnTo>
                <a:lnTo>
                  <a:pt x="15833636" y="8031251"/>
                </a:lnTo>
                <a:lnTo>
                  <a:pt x="15843695" y="8025447"/>
                </a:lnTo>
                <a:close/>
              </a:path>
              <a:path w="18288635" h="10287000">
                <a:moveTo>
                  <a:pt x="15844736" y="9447644"/>
                </a:moveTo>
                <a:lnTo>
                  <a:pt x="15833509" y="9428201"/>
                </a:lnTo>
                <a:lnTo>
                  <a:pt x="15814078" y="9439427"/>
                </a:lnTo>
                <a:lnTo>
                  <a:pt x="15825292" y="9458858"/>
                </a:lnTo>
                <a:lnTo>
                  <a:pt x="15844736" y="9447644"/>
                </a:lnTo>
                <a:close/>
              </a:path>
              <a:path w="18288635" h="10287000">
                <a:moveTo>
                  <a:pt x="15850438" y="7428547"/>
                </a:moveTo>
                <a:lnTo>
                  <a:pt x="15847022" y="7422642"/>
                </a:lnTo>
                <a:lnTo>
                  <a:pt x="15841129" y="7426045"/>
                </a:lnTo>
                <a:lnTo>
                  <a:pt x="15844533" y="7431951"/>
                </a:lnTo>
                <a:lnTo>
                  <a:pt x="15850438" y="7428547"/>
                </a:lnTo>
                <a:close/>
              </a:path>
              <a:path w="18288635" h="10287000">
                <a:moveTo>
                  <a:pt x="15851150" y="10272573"/>
                </a:moveTo>
                <a:lnTo>
                  <a:pt x="15837916" y="10249662"/>
                </a:lnTo>
                <a:lnTo>
                  <a:pt x="15815005" y="10262895"/>
                </a:lnTo>
                <a:lnTo>
                  <a:pt x="15828239" y="10285806"/>
                </a:lnTo>
                <a:lnTo>
                  <a:pt x="15851150" y="10272573"/>
                </a:lnTo>
                <a:close/>
              </a:path>
              <a:path w="18288635" h="10287000">
                <a:moveTo>
                  <a:pt x="15852026" y="8850884"/>
                </a:moveTo>
                <a:lnTo>
                  <a:pt x="15842806" y="8834920"/>
                </a:lnTo>
                <a:lnTo>
                  <a:pt x="15826829" y="8844140"/>
                </a:lnTo>
                <a:lnTo>
                  <a:pt x="15836062" y="8860104"/>
                </a:lnTo>
                <a:lnTo>
                  <a:pt x="15852026" y="8850884"/>
                </a:lnTo>
                <a:close/>
              </a:path>
              <a:path w="18288635" h="10287000">
                <a:moveTo>
                  <a:pt x="15857728" y="6831787"/>
                </a:moveTo>
                <a:lnTo>
                  <a:pt x="15856319" y="6829349"/>
                </a:lnTo>
                <a:lnTo>
                  <a:pt x="15853880" y="6830758"/>
                </a:lnTo>
                <a:lnTo>
                  <a:pt x="15855290" y="6833197"/>
                </a:lnTo>
                <a:lnTo>
                  <a:pt x="15857728" y="6831787"/>
                </a:lnTo>
                <a:close/>
              </a:path>
              <a:path w="18288635" h="10287000">
                <a:moveTo>
                  <a:pt x="15859036" y="8254060"/>
                </a:moveTo>
                <a:lnTo>
                  <a:pt x="15852026" y="8241906"/>
                </a:lnTo>
                <a:lnTo>
                  <a:pt x="15839872" y="8248929"/>
                </a:lnTo>
                <a:lnTo>
                  <a:pt x="15846895" y="8261083"/>
                </a:lnTo>
                <a:lnTo>
                  <a:pt x="15859036" y="8254060"/>
                </a:lnTo>
                <a:close/>
              </a:path>
              <a:path w="18288635" h="10287000">
                <a:moveTo>
                  <a:pt x="15859532" y="9676117"/>
                </a:moveTo>
                <a:lnTo>
                  <a:pt x="15847505" y="9655289"/>
                </a:lnTo>
                <a:lnTo>
                  <a:pt x="15826677" y="9667316"/>
                </a:lnTo>
                <a:lnTo>
                  <a:pt x="15838704" y="9688144"/>
                </a:lnTo>
                <a:lnTo>
                  <a:pt x="15859532" y="9676117"/>
                </a:lnTo>
                <a:close/>
              </a:path>
              <a:path w="18288635" h="10287000">
                <a:moveTo>
                  <a:pt x="15865501" y="7657084"/>
                </a:moveTo>
                <a:lnTo>
                  <a:pt x="15861094" y="7649451"/>
                </a:lnTo>
                <a:lnTo>
                  <a:pt x="15853448" y="7653858"/>
                </a:lnTo>
                <a:lnTo>
                  <a:pt x="15857868" y="7661503"/>
                </a:lnTo>
                <a:lnTo>
                  <a:pt x="15865501" y="7657084"/>
                </a:lnTo>
                <a:close/>
              </a:path>
              <a:path w="18288635" h="10287000">
                <a:moveTo>
                  <a:pt x="15867368" y="9079509"/>
                </a:moveTo>
                <a:lnTo>
                  <a:pt x="15856941" y="9061463"/>
                </a:lnTo>
                <a:lnTo>
                  <a:pt x="15838894" y="9071877"/>
                </a:lnTo>
                <a:lnTo>
                  <a:pt x="15849308" y="9089936"/>
                </a:lnTo>
                <a:lnTo>
                  <a:pt x="15867368" y="9079509"/>
                </a:lnTo>
                <a:close/>
              </a:path>
              <a:path w="18288635" h="10287000">
                <a:moveTo>
                  <a:pt x="15872511" y="7060273"/>
                </a:moveTo>
                <a:lnTo>
                  <a:pt x="15870301" y="7056450"/>
                </a:lnTo>
                <a:lnTo>
                  <a:pt x="15866491" y="7058647"/>
                </a:lnTo>
                <a:lnTo>
                  <a:pt x="15868688" y="7062470"/>
                </a:lnTo>
                <a:lnTo>
                  <a:pt x="15872511" y="7060273"/>
                </a:lnTo>
                <a:close/>
              </a:path>
              <a:path w="18288635" h="10287000">
                <a:moveTo>
                  <a:pt x="15873832" y="8482546"/>
                </a:moveTo>
                <a:lnTo>
                  <a:pt x="15866009" y="8469008"/>
                </a:lnTo>
                <a:lnTo>
                  <a:pt x="15852470" y="8476818"/>
                </a:lnTo>
                <a:lnTo>
                  <a:pt x="15860294" y="8490356"/>
                </a:lnTo>
                <a:lnTo>
                  <a:pt x="15873832" y="8482546"/>
                </a:lnTo>
                <a:close/>
              </a:path>
              <a:path w="18288635" h="10287000">
                <a:moveTo>
                  <a:pt x="15874327" y="9904603"/>
                </a:moveTo>
                <a:lnTo>
                  <a:pt x="15861500" y="9882378"/>
                </a:lnTo>
                <a:lnTo>
                  <a:pt x="15839275" y="9895205"/>
                </a:lnTo>
                <a:lnTo>
                  <a:pt x="15852102" y="9917430"/>
                </a:lnTo>
                <a:lnTo>
                  <a:pt x="15874327" y="9904603"/>
                </a:lnTo>
                <a:close/>
              </a:path>
              <a:path w="18288635" h="10287000">
                <a:moveTo>
                  <a:pt x="15880576" y="7885646"/>
                </a:moveTo>
                <a:lnTo>
                  <a:pt x="15875153" y="7876273"/>
                </a:lnTo>
                <a:lnTo>
                  <a:pt x="15865780" y="7881683"/>
                </a:lnTo>
                <a:lnTo>
                  <a:pt x="15871190" y="7891056"/>
                </a:lnTo>
                <a:lnTo>
                  <a:pt x="15880576" y="7885646"/>
                </a:lnTo>
                <a:close/>
              </a:path>
              <a:path w="18288635" h="10287000">
                <a:moveTo>
                  <a:pt x="15881884" y="9307919"/>
                </a:moveTo>
                <a:lnTo>
                  <a:pt x="15870860" y="9288818"/>
                </a:lnTo>
                <a:lnTo>
                  <a:pt x="15851759" y="9299842"/>
                </a:lnTo>
                <a:lnTo>
                  <a:pt x="15862783" y="9318942"/>
                </a:lnTo>
                <a:lnTo>
                  <a:pt x="15881884" y="9307919"/>
                </a:lnTo>
                <a:close/>
              </a:path>
              <a:path w="18288635" h="10287000">
                <a:moveTo>
                  <a:pt x="15887307" y="7288746"/>
                </a:moveTo>
                <a:lnTo>
                  <a:pt x="15884297" y="7283539"/>
                </a:lnTo>
                <a:lnTo>
                  <a:pt x="15879090" y="7286549"/>
                </a:lnTo>
                <a:lnTo>
                  <a:pt x="15882100" y="7291756"/>
                </a:lnTo>
                <a:lnTo>
                  <a:pt x="15887307" y="7288746"/>
                </a:lnTo>
                <a:close/>
              </a:path>
              <a:path w="18288635" h="10287000">
                <a:moveTo>
                  <a:pt x="15888843" y="10133000"/>
                </a:moveTo>
                <a:lnTo>
                  <a:pt x="15875407" y="10109733"/>
                </a:lnTo>
                <a:lnTo>
                  <a:pt x="15852153" y="10123170"/>
                </a:lnTo>
                <a:lnTo>
                  <a:pt x="15865577" y="10146424"/>
                </a:lnTo>
                <a:lnTo>
                  <a:pt x="15888843" y="10133000"/>
                </a:lnTo>
                <a:close/>
              </a:path>
              <a:path w="18288635" h="10287000">
                <a:moveTo>
                  <a:pt x="15888894" y="8711095"/>
                </a:moveTo>
                <a:lnTo>
                  <a:pt x="15880080" y="8695817"/>
                </a:lnTo>
                <a:lnTo>
                  <a:pt x="15864802" y="8704631"/>
                </a:lnTo>
                <a:lnTo>
                  <a:pt x="15873616" y="8719909"/>
                </a:lnTo>
                <a:lnTo>
                  <a:pt x="15888894" y="8711095"/>
                </a:lnTo>
                <a:close/>
              </a:path>
              <a:path w="18288635" h="10287000">
                <a:moveTo>
                  <a:pt x="15894596" y="6691998"/>
                </a:moveTo>
                <a:lnTo>
                  <a:pt x="15893593" y="6690258"/>
                </a:lnTo>
                <a:lnTo>
                  <a:pt x="15891853" y="6691262"/>
                </a:lnTo>
                <a:lnTo>
                  <a:pt x="15892856" y="6693001"/>
                </a:lnTo>
                <a:lnTo>
                  <a:pt x="15894596" y="6691998"/>
                </a:lnTo>
                <a:close/>
              </a:path>
              <a:path w="18288635" h="10287000">
                <a:moveTo>
                  <a:pt x="15895638" y="8114195"/>
                </a:moveTo>
                <a:lnTo>
                  <a:pt x="15889224" y="8103082"/>
                </a:lnTo>
                <a:lnTo>
                  <a:pt x="15878112" y="8109496"/>
                </a:lnTo>
                <a:lnTo>
                  <a:pt x="15884525" y="8120608"/>
                </a:lnTo>
                <a:lnTo>
                  <a:pt x="15895638" y="8114195"/>
                </a:lnTo>
                <a:close/>
              </a:path>
              <a:path w="18288635" h="10287000">
                <a:moveTo>
                  <a:pt x="15896946" y="9536468"/>
                </a:moveTo>
                <a:lnTo>
                  <a:pt x="15884919" y="9515640"/>
                </a:lnTo>
                <a:lnTo>
                  <a:pt x="15864091" y="9527667"/>
                </a:lnTo>
                <a:lnTo>
                  <a:pt x="15876118" y="9548495"/>
                </a:lnTo>
                <a:lnTo>
                  <a:pt x="15896946" y="9536468"/>
                </a:lnTo>
                <a:close/>
              </a:path>
              <a:path w="18288635" h="10287000">
                <a:moveTo>
                  <a:pt x="15902102" y="7517219"/>
                </a:moveTo>
                <a:lnTo>
                  <a:pt x="15898292" y="7510627"/>
                </a:lnTo>
                <a:lnTo>
                  <a:pt x="15891701" y="7514437"/>
                </a:lnTo>
                <a:lnTo>
                  <a:pt x="15895498" y="7521029"/>
                </a:lnTo>
                <a:lnTo>
                  <a:pt x="15902102" y="7517219"/>
                </a:lnTo>
                <a:close/>
              </a:path>
              <a:path w="18288635" h="10287000">
                <a:moveTo>
                  <a:pt x="15904236" y="8939720"/>
                </a:moveTo>
                <a:lnTo>
                  <a:pt x="15894215" y="8922360"/>
                </a:lnTo>
                <a:lnTo>
                  <a:pt x="15876854" y="8932380"/>
                </a:lnTo>
                <a:lnTo>
                  <a:pt x="15886875" y="8949741"/>
                </a:lnTo>
                <a:lnTo>
                  <a:pt x="15904236" y="8939720"/>
                </a:lnTo>
                <a:close/>
              </a:path>
              <a:path w="18288635" h="10287000">
                <a:moveTo>
                  <a:pt x="15909379" y="6920471"/>
                </a:moveTo>
                <a:lnTo>
                  <a:pt x="15907588" y="6917347"/>
                </a:lnTo>
                <a:lnTo>
                  <a:pt x="15904452" y="6919150"/>
                </a:lnTo>
                <a:lnTo>
                  <a:pt x="15906255" y="6922275"/>
                </a:lnTo>
                <a:lnTo>
                  <a:pt x="15909379" y="6920471"/>
                </a:lnTo>
                <a:close/>
              </a:path>
              <a:path w="18288635" h="10287000">
                <a:moveTo>
                  <a:pt x="15910700" y="8342744"/>
                </a:moveTo>
                <a:lnTo>
                  <a:pt x="15903283" y="8329892"/>
                </a:lnTo>
                <a:lnTo>
                  <a:pt x="15890443" y="8337309"/>
                </a:lnTo>
                <a:lnTo>
                  <a:pt x="15897860" y="8350161"/>
                </a:lnTo>
                <a:lnTo>
                  <a:pt x="15910700" y="8342744"/>
                </a:lnTo>
                <a:close/>
              </a:path>
              <a:path w="18288635" h="10287000">
                <a:moveTo>
                  <a:pt x="15911741" y="9764941"/>
                </a:moveTo>
                <a:lnTo>
                  <a:pt x="15898914" y="9742729"/>
                </a:lnTo>
                <a:lnTo>
                  <a:pt x="15876689" y="9755556"/>
                </a:lnTo>
                <a:lnTo>
                  <a:pt x="15889516" y="9777781"/>
                </a:lnTo>
                <a:lnTo>
                  <a:pt x="15911741" y="9764941"/>
                </a:lnTo>
                <a:close/>
              </a:path>
              <a:path w="18288635" h="10287000">
                <a:moveTo>
                  <a:pt x="15917444" y="7745844"/>
                </a:moveTo>
                <a:lnTo>
                  <a:pt x="15912427" y="7737170"/>
                </a:lnTo>
                <a:lnTo>
                  <a:pt x="15903753" y="7742174"/>
                </a:lnTo>
                <a:lnTo>
                  <a:pt x="15908757" y="7750861"/>
                </a:lnTo>
                <a:lnTo>
                  <a:pt x="15917444" y="7745844"/>
                </a:lnTo>
                <a:close/>
              </a:path>
              <a:path w="18288635" h="10287000">
                <a:moveTo>
                  <a:pt x="15919031" y="9168193"/>
                </a:moveTo>
                <a:lnTo>
                  <a:pt x="15908198" y="9149448"/>
                </a:lnTo>
                <a:lnTo>
                  <a:pt x="15889453" y="9160269"/>
                </a:lnTo>
                <a:lnTo>
                  <a:pt x="15900273" y="9179014"/>
                </a:lnTo>
                <a:lnTo>
                  <a:pt x="15919031" y="9168193"/>
                </a:lnTo>
                <a:close/>
              </a:path>
              <a:path w="18288635" h="10287000">
                <a:moveTo>
                  <a:pt x="15924454" y="7149020"/>
                </a:moveTo>
                <a:lnTo>
                  <a:pt x="15921647" y="7144156"/>
                </a:lnTo>
                <a:lnTo>
                  <a:pt x="15916783" y="7146963"/>
                </a:lnTo>
                <a:lnTo>
                  <a:pt x="15919590" y="7151827"/>
                </a:lnTo>
                <a:lnTo>
                  <a:pt x="15924454" y="7149020"/>
                </a:lnTo>
                <a:close/>
              </a:path>
              <a:path w="18288635" h="10287000">
                <a:moveTo>
                  <a:pt x="15926042" y="8571370"/>
                </a:moveTo>
                <a:lnTo>
                  <a:pt x="15917418" y="8556434"/>
                </a:lnTo>
                <a:lnTo>
                  <a:pt x="15902496" y="8565058"/>
                </a:lnTo>
                <a:lnTo>
                  <a:pt x="15911106" y="8579993"/>
                </a:lnTo>
                <a:lnTo>
                  <a:pt x="15926042" y="8571370"/>
                </a:lnTo>
                <a:close/>
              </a:path>
              <a:path w="18288635" h="10287000">
                <a:moveTo>
                  <a:pt x="15926257" y="9993351"/>
                </a:moveTo>
                <a:lnTo>
                  <a:pt x="15912834" y="9970084"/>
                </a:lnTo>
                <a:lnTo>
                  <a:pt x="15889567" y="9983521"/>
                </a:lnTo>
                <a:lnTo>
                  <a:pt x="15903004" y="10006774"/>
                </a:lnTo>
                <a:lnTo>
                  <a:pt x="15926257" y="9993351"/>
                </a:lnTo>
                <a:close/>
              </a:path>
              <a:path w="18288635" h="10287000">
                <a:moveTo>
                  <a:pt x="15931731" y="6552273"/>
                </a:moveTo>
                <a:lnTo>
                  <a:pt x="15930931" y="6550888"/>
                </a:lnTo>
                <a:lnTo>
                  <a:pt x="15929547" y="6551689"/>
                </a:lnTo>
                <a:lnTo>
                  <a:pt x="15930347" y="6553073"/>
                </a:lnTo>
                <a:lnTo>
                  <a:pt x="15931731" y="6552273"/>
                </a:lnTo>
                <a:close/>
              </a:path>
              <a:path w="18288635" h="10287000">
                <a:moveTo>
                  <a:pt x="15932506" y="7974393"/>
                </a:moveTo>
                <a:lnTo>
                  <a:pt x="15926499" y="7963979"/>
                </a:lnTo>
                <a:lnTo>
                  <a:pt x="15916072" y="7969999"/>
                </a:lnTo>
                <a:lnTo>
                  <a:pt x="15922092" y="7980413"/>
                </a:lnTo>
                <a:lnTo>
                  <a:pt x="15932506" y="7974393"/>
                </a:lnTo>
                <a:close/>
              </a:path>
              <a:path w="18288635" h="10287000">
                <a:moveTo>
                  <a:pt x="15934093" y="9396743"/>
                </a:moveTo>
                <a:lnTo>
                  <a:pt x="15922270" y="9376258"/>
                </a:lnTo>
                <a:lnTo>
                  <a:pt x="15901785" y="9388094"/>
                </a:lnTo>
                <a:lnTo>
                  <a:pt x="15913608" y="9408566"/>
                </a:lnTo>
                <a:lnTo>
                  <a:pt x="15934093" y="9396743"/>
                </a:lnTo>
                <a:close/>
              </a:path>
              <a:path w="18288635" h="10287000">
                <a:moveTo>
                  <a:pt x="15938970" y="7377430"/>
                </a:moveTo>
                <a:lnTo>
                  <a:pt x="15935567" y="7371524"/>
                </a:lnTo>
                <a:lnTo>
                  <a:pt x="15929661" y="7374928"/>
                </a:lnTo>
                <a:lnTo>
                  <a:pt x="15933065" y="7380833"/>
                </a:lnTo>
                <a:lnTo>
                  <a:pt x="15938970" y="7377430"/>
                </a:lnTo>
                <a:close/>
              </a:path>
              <a:path w="18288635" h="10287000">
                <a:moveTo>
                  <a:pt x="15940774" y="10221760"/>
                </a:moveTo>
                <a:lnTo>
                  <a:pt x="15926740" y="10197452"/>
                </a:lnTo>
                <a:lnTo>
                  <a:pt x="15902445" y="10211486"/>
                </a:lnTo>
                <a:lnTo>
                  <a:pt x="15916478" y="10235781"/>
                </a:lnTo>
                <a:lnTo>
                  <a:pt x="15940774" y="10221760"/>
                </a:lnTo>
                <a:close/>
              </a:path>
              <a:path w="18288635" h="10287000">
                <a:moveTo>
                  <a:pt x="15941104" y="8799919"/>
                </a:moveTo>
                <a:lnTo>
                  <a:pt x="15931490" y="8783256"/>
                </a:lnTo>
                <a:lnTo>
                  <a:pt x="15914827" y="8792883"/>
                </a:lnTo>
                <a:lnTo>
                  <a:pt x="15924441" y="8809545"/>
                </a:lnTo>
                <a:lnTo>
                  <a:pt x="15941104" y="8799919"/>
                </a:lnTo>
                <a:close/>
              </a:path>
              <a:path w="18288635" h="10287000">
                <a:moveTo>
                  <a:pt x="15946260" y="6780670"/>
                </a:moveTo>
                <a:lnTo>
                  <a:pt x="15944850" y="6778244"/>
                </a:lnTo>
                <a:lnTo>
                  <a:pt x="15942425" y="6779641"/>
                </a:lnTo>
                <a:lnTo>
                  <a:pt x="15943822" y="6782079"/>
                </a:lnTo>
                <a:lnTo>
                  <a:pt x="15946260" y="6780670"/>
                </a:lnTo>
                <a:close/>
              </a:path>
              <a:path w="18288635" h="10287000">
                <a:moveTo>
                  <a:pt x="15947847" y="8203019"/>
                </a:moveTo>
                <a:lnTo>
                  <a:pt x="15940634" y="8190522"/>
                </a:lnTo>
                <a:lnTo>
                  <a:pt x="15928137" y="8197736"/>
                </a:lnTo>
                <a:lnTo>
                  <a:pt x="15935351" y="8210232"/>
                </a:lnTo>
                <a:lnTo>
                  <a:pt x="15947847" y="8203019"/>
                </a:lnTo>
                <a:close/>
              </a:path>
              <a:path w="18288635" h="10287000">
                <a:moveTo>
                  <a:pt x="15948889" y="9625228"/>
                </a:moveTo>
                <a:lnTo>
                  <a:pt x="15936252" y="9603346"/>
                </a:lnTo>
                <a:lnTo>
                  <a:pt x="15914383" y="9615970"/>
                </a:lnTo>
                <a:lnTo>
                  <a:pt x="15927007" y="9637852"/>
                </a:lnTo>
                <a:lnTo>
                  <a:pt x="15948889" y="9625228"/>
                </a:lnTo>
                <a:close/>
              </a:path>
              <a:path w="18288635" h="10287000">
                <a:moveTo>
                  <a:pt x="15954312" y="7606043"/>
                </a:moveTo>
                <a:lnTo>
                  <a:pt x="15949702" y="7598067"/>
                </a:lnTo>
                <a:lnTo>
                  <a:pt x="15941713" y="7602677"/>
                </a:lnTo>
                <a:lnTo>
                  <a:pt x="15946323" y="7610653"/>
                </a:lnTo>
                <a:lnTo>
                  <a:pt x="15954312" y="7606043"/>
                </a:lnTo>
                <a:close/>
              </a:path>
              <a:path w="18288635" h="10287000">
                <a:moveTo>
                  <a:pt x="15956445" y="9028544"/>
                </a:moveTo>
                <a:lnTo>
                  <a:pt x="15945625" y="9009799"/>
                </a:lnTo>
                <a:lnTo>
                  <a:pt x="15926880" y="9020619"/>
                </a:lnTo>
                <a:lnTo>
                  <a:pt x="15937700" y="9039365"/>
                </a:lnTo>
                <a:lnTo>
                  <a:pt x="15956445" y="9028544"/>
                </a:lnTo>
                <a:close/>
              </a:path>
              <a:path w="18288635" h="10287000">
                <a:moveTo>
                  <a:pt x="15961043" y="7009155"/>
                </a:moveTo>
                <a:lnTo>
                  <a:pt x="15958846" y="7005333"/>
                </a:lnTo>
                <a:lnTo>
                  <a:pt x="15955023" y="7007530"/>
                </a:lnTo>
                <a:lnTo>
                  <a:pt x="15957233" y="7011352"/>
                </a:lnTo>
                <a:lnTo>
                  <a:pt x="15961043" y="7009155"/>
                </a:lnTo>
                <a:close/>
              </a:path>
              <a:path w="18288635" h="10287000">
                <a:moveTo>
                  <a:pt x="15962910" y="8431568"/>
                </a:moveTo>
                <a:lnTo>
                  <a:pt x="15954693" y="8417344"/>
                </a:lnTo>
                <a:lnTo>
                  <a:pt x="15940456" y="8425561"/>
                </a:lnTo>
                <a:lnTo>
                  <a:pt x="15948673" y="8439798"/>
                </a:lnTo>
                <a:lnTo>
                  <a:pt x="15962910" y="8431568"/>
                </a:lnTo>
                <a:close/>
              </a:path>
              <a:path w="18288635" h="10287000">
                <a:moveTo>
                  <a:pt x="15963684" y="9853701"/>
                </a:moveTo>
                <a:lnTo>
                  <a:pt x="15950248" y="9830435"/>
                </a:lnTo>
                <a:lnTo>
                  <a:pt x="15926981" y="9843872"/>
                </a:lnTo>
                <a:lnTo>
                  <a:pt x="15940418" y="9867125"/>
                </a:lnTo>
                <a:lnTo>
                  <a:pt x="15963684" y="9853701"/>
                </a:lnTo>
                <a:close/>
              </a:path>
              <a:path w="18288635" h="10287000">
                <a:moveTo>
                  <a:pt x="15969374" y="7834604"/>
                </a:moveTo>
                <a:lnTo>
                  <a:pt x="15963761" y="7824876"/>
                </a:lnTo>
                <a:lnTo>
                  <a:pt x="15954045" y="7830490"/>
                </a:lnTo>
                <a:lnTo>
                  <a:pt x="15959658" y="7840218"/>
                </a:lnTo>
                <a:lnTo>
                  <a:pt x="15969374" y="7834604"/>
                </a:lnTo>
                <a:close/>
              </a:path>
              <a:path w="18288635" h="10287000">
                <a:moveTo>
                  <a:pt x="15970961" y="9256954"/>
                </a:moveTo>
                <a:lnTo>
                  <a:pt x="15959531" y="9237154"/>
                </a:lnTo>
                <a:lnTo>
                  <a:pt x="15939745" y="9248584"/>
                </a:lnTo>
                <a:lnTo>
                  <a:pt x="15951175" y="9268371"/>
                </a:lnTo>
                <a:lnTo>
                  <a:pt x="15970961" y="9256954"/>
                </a:lnTo>
                <a:close/>
              </a:path>
              <a:path w="18288635" h="10287000">
                <a:moveTo>
                  <a:pt x="15976118" y="7237704"/>
                </a:moveTo>
                <a:lnTo>
                  <a:pt x="15972905" y="7232142"/>
                </a:lnTo>
                <a:lnTo>
                  <a:pt x="15967355" y="7235355"/>
                </a:lnTo>
                <a:lnTo>
                  <a:pt x="15970555" y="7240905"/>
                </a:lnTo>
                <a:lnTo>
                  <a:pt x="15976118" y="7237704"/>
                </a:lnTo>
                <a:close/>
              </a:path>
              <a:path w="18288635" h="10287000">
                <a:moveTo>
                  <a:pt x="15977972" y="8660117"/>
                </a:moveTo>
                <a:lnTo>
                  <a:pt x="15968764" y="8644153"/>
                </a:lnTo>
                <a:lnTo>
                  <a:pt x="15952788" y="8653374"/>
                </a:lnTo>
                <a:lnTo>
                  <a:pt x="15962008" y="8669337"/>
                </a:lnTo>
                <a:lnTo>
                  <a:pt x="15977972" y="8660117"/>
                </a:lnTo>
                <a:close/>
              </a:path>
              <a:path w="18288635" h="10287000">
                <a:moveTo>
                  <a:pt x="15978467" y="10082174"/>
                </a:moveTo>
                <a:lnTo>
                  <a:pt x="15964243" y="10057524"/>
                </a:lnTo>
                <a:lnTo>
                  <a:pt x="15939592" y="10071760"/>
                </a:lnTo>
                <a:lnTo>
                  <a:pt x="15953816" y="10096411"/>
                </a:lnTo>
                <a:lnTo>
                  <a:pt x="15978467" y="10082174"/>
                </a:lnTo>
                <a:close/>
              </a:path>
              <a:path w="18288635" h="10287000">
                <a:moveTo>
                  <a:pt x="15979140" y="10286987"/>
                </a:moveTo>
                <a:lnTo>
                  <a:pt x="15978086" y="10285171"/>
                </a:lnTo>
                <a:lnTo>
                  <a:pt x="15974924" y="10286987"/>
                </a:lnTo>
                <a:lnTo>
                  <a:pt x="15979140" y="10286987"/>
                </a:lnTo>
                <a:close/>
              </a:path>
              <a:path w="18288635" h="10287000">
                <a:moveTo>
                  <a:pt x="15983395" y="6640957"/>
                </a:moveTo>
                <a:lnTo>
                  <a:pt x="15982188" y="6638861"/>
                </a:lnTo>
                <a:lnTo>
                  <a:pt x="15980105" y="6640068"/>
                </a:lnTo>
                <a:lnTo>
                  <a:pt x="15981312" y="6642151"/>
                </a:lnTo>
                <a:lnTo>
                  <a:pt x="15983395" y="6640957"/>
                </a:lnTo>
                <a:close/>
              </a:path>
              <a:path w="18288635" h="10287000">
                <a:moveTo>
                  <a:pt x="15984716" y="8063217"/>
                </a:moveTo>
                <a:lnTo>
                  <a:pt x="15977896" y="8051419"/>
                </a:lnTo>
                <a:lnTo>
                  <a:pt x="15966097" y="8058239"/>
                </a:lnTo>
                <a:lnTo>
                  <a:pt x="15972905" y="8070037"/>
                </a:lnTo>
                <a:lnTo>
                  <a:pt x="15984716" y="8063217"/>
                </a:lnTo>
                <a:close/>
              </a:path>
              <a:path w="18288635" h="10287000">
                <a:moveTo>
                  <a:pt x="15986303" y="9485579"/>
                </a:moveTo>
                <a:lnTo>
                  <a:pt x="15973679" y="9463697"/>
                </a:lnTo>
                <a:lnTo>
                  <a:pt x="15951797" y="9476334"/>
                </a:lnTo>
                <a:lnTo>
                  <a:pt x="15964434" y="9498203"/>
                </a:lnTo>
                <a:lnTo>
                  <a:pt x="15986303" y="9485579"/>
                </a:lnTo>
                <a:close/>
              </a:path>
              <a:path w="18288635" h="10287000">
                <a:moveTo>
                  <a:pt x="15990913" y="7466177"/>
                </a:moveTo>
                <a:lnTo>
                  <a:pt x="15986900" y="7459231"/>
                </a:lnTo>
                <a:lnTo>
                  <a:pt x="15979953" y="7463244"/>
                </a:lnTo>
                <a:lnTo>
                  <a:pt x="15983966" y="7470191"/>
                </a:lnTo>
                <a:lnTo>
                  <a:pt x="15990913" y="7466177"/>
                </a:lnTo>
                <a:close/>
              </a:path>
              <a:path w="18288635" h="10287000">
                <a:moveTo>
                  <a:pt x="15993326" y="8888743"/>
                </a:moveTo>
                <a:lnTo>
                  <a:pt x="15982899" y="8870696"/>
                </a:lnTo>
                <a:lnTo>
                  <a:pt x="15964840" y="8881123"/>
                </a:lnTo>
                <a:lnTo>
                  <a:pt x="15975267" y="8899169"/>
                </a:lnTo>
                <a:lnTo>
                  <a:pt x="15993326" y="8888743"/>
                </a:lnTo>
                <a:close/>
              </a:path>
              <a:path w="18288635" h="10287000">
                <a:moveTo>
                  <a:pt x="15997924" y="6869354"/>
                </a:moveTo>
                <a:lnTo>
                  <a:pt x="15996120" y="6866229"/>
                </a:lnTo>
                <a:lnTo>
                  <a:pt x="15992983" y="6868033"/>
                </a:lnTo>
                <a:lnTo>
                  <a:pt x="15994799" y="6871157"/>
                </a:lnTo>
                <a:lnTo>
                  <a:pt x="15997924" y="6869354"/>
                </a:lnTo>
                <a:close/>
              </a:path>
              <a:path w="18288635" h="10287000">
                <a:moveTo>
                  <a:pt x="15999778" y="8291779"/>
                </a:moveTo>
                <a:lnTo>
                  <a:pt x="15991967" y="8278228"/>
                </a:lnTo>
                <a:lnTo>
                  <a:pt x="15978429" y="8286051"/>
                </a:lnTo>
                <a:lnTo>
                  <a:pt x="15986240" y="8299590"/>
                </a:lnTo>
                <a:lnTo>
                  <a:pt x="15999778" y="8291779"/>
                </a:lnTo>
                <a:close/>
              </a:path>
              <a:path w="18288635" h="10287000">
                <a:moveTo>
                  <a:pt x="16000819" y="9713976"/>
                </a:moveTo>
                <a:lnTo>
                  <a:pt x="15987586" y="9691065"/>
                </a:lnTo>
                <a:lnTo>
                  <a:pt x="15964675" y="9704299"/>
                </a:lnTo>
                <a:lnTo>
                  <a:pt x="15977908" y="9727209"/>
                </a:lnTo>
                <a:lnTo>
                  <a:pt x="16000819" y="9713976"/>
                </a:lnTo>
                <a:close/>
              </a:path>
              <a:path w="18288635" h="10287000">
                <a:moveTo>
                  <a:pt x="16006255" y="7694803"/>
                </a:moveTo>
                <a:lnTo>
                  <a:pt x="16001035" y="7685773"/>
                </a:lnTo>
                <a:lnTo>
                  <a:pt x="15992005" y="7690993"/>
                </a:lnTo>
                <a:lnTo>
                  <a:pt x="15997212" y="7700010"/>
                </a:lnTo>
                <a:lnTo>
                  <a:pt x="16006255" y="7694803"/>
                </a:lnTo>
                <a:close/>
              </a:path>
              <a:path w="18288635" h="10287000">
                <a:moveTo>
                  <a:pt x="16008109" y="9117228"/>
                </a:moveTo>
                <a:lnTo>
                  <a:pt x="15996882" y="9097785"/>
                </a:lnTo>
                <a:lnTo>
                  <a:pt x="15977438" y="9109011"/>
                </a:lnTo>
                <a:lnTo>
                  <a:pt x="15988665" y="9128455"/>
                </a:lnTo>
                <a:lnTo>
                  <a:pt x="16008109" y="9117228"/>
                </a:lnTo>
                <a:close/>
              </a:path>
              <a:path w="18288635" h="10287000">
                <a:moveTo>
                  <a:pt x="16012986" y="7097903"/>
                </a:moveTo>
                <a:lnTo>
                  <a:pt x="16010179" y="7093039"/>
                </a:lnTo>
                <a:lnTo>
                  <a:pt x="16005315" y="7095845"/>
                </a:lnTo>
                <a:lnTo>
                  <a:pt x="16008122" y="7100710"/>
                </a:lnTo>
                <a:lnTo>
                  <a:pt x="16012986" y="7097903"/>
                </a:lnTo>
                <a:close/>
              </a:path>
              <a:path w="18288635" h="10287000">
                <a:moveTo>
                  <a:pt x="16014853" y="8520328"/>
                </a:moveTo>
                <a:lnTo>
                  <a:pt x="16006026" y="8505050"/>
                </a:lnTo>
                <a:lnTo>
                  <a:pt x="15990761" y="8513864"/>
                </a:lnTo>
                <a:lnTo>
                  <a:pt x="15999575" y="8529142"/>
                </a:lnTo>
                <a:lnTo>
                  <a:pt x="16014853" y="8520328"/>
                </a:lnTo>
                <a:close/>
              </a:path>
              <a:path w="18288635" h="10287000">
                <a:moveTo>
                  <a:pt x="16015894" y="9942525"/>
                </a:moveTo>
                <a:lnTo>
                  <a:pt x="16001657" y="9917874"/>
                </a:lnTo>
                <a:lnTo>
                  <a:pt x="15977007" y="9932111"/>
                </a:lnTo>
                <a:lnTo>
                  <a:pt x="15991243" y="9956762"/>
                </a:lnTo>
                <a:lnTo>
                  <a:pt x="16015894" y="9942525"/>
                </a:lnTo>
                <a:close/>
              </a:path>
              <a:path w="18288635" h="10287000">
                <a:moveTo>
                  <a:pt x="16020276" y="6501155"/>
                </a:moveTo>
                <a:lnTo>
                  <a:pt x="16019463" y="6499771"/>
                </a:lnTo>
                <a:lnTo>
                  <a:pt x="16018078" y="6500571"/>
                </a:lnTo>
                <a:lnTo>
                  <a:pt x="16018879" y="6501955"/>
                </a:lnTo>
                <a:lnTo>
                  <a:pt x="16020276" y="6501155"/>
                </a:lnTo>
                <a:close/>
              </a:path>
              <a:path w="18288635" h="10287000">
                <a:moveTo>
                  <a:pt x="16021317" y="7923352"/>
                </a:moveTo>
                <a:lnTo>
                  <a:pt x="16015107" y="7912595"/>
                </a:lnTo>
                <a:lnTo>
                  <a:pt x="16004337" y="7918805"/>
                </a:lnTo>
                <a:lnTo>
                  <a:pt x="16010560" y="7929562"/>
                </a:lnTo>
                <a:lnTo>
                  <a:pt x="16021317" y="7923352"/>
                </a:lnTo>
                <a:close/>
              </a:path>
              <a:path w="18288635" h="10287000">
                <a:moveTo>
                  <a:pt x="16023451" y="9345854"/>
                </a:moveTo>
                <a:lnTo>
                  <a:pt x="16011017" y="9324327"/>
                </a:lnTo>
                <a:lnTo>
                  <a:pt x="15989491" y="9336761"/>
                </a:lnTo>
                <a:lnTo>
                  <a:pt x="16001924" y="9358274"/>
                </a:lnTo>
                <a:lnTo>
                  <a:pt x="16023451" y="9345854"/>
                </a:lnTo>
                <a:close/>
              </a:path>
              <a:path w="18288635" h="10287000">
                <a:moveTo>
                  <a:pt x="16027769" y="7326389"/>
                </a:moveTo>
                <a:lnTo>
                  <a:pt x="16024162" y="7320127"/>
                </a:lnTo>
                <a:lnTo>
                  <a:pt x="16017913" y="7323734"/>
                </a:lnTo>
                <a:lnTo>
                  <a:pt x="16021533" y="7329995"/>
                </a:lnTo>
                <a:lnTo>
                  <a:pt x="16027769" y="7326389"/>
                </a:lnTo>
                <a:close/>
              </a:path>
              <a:path w="18288635" h="10287000">
                <a:moveTo>
                  <a:pt x="16030131" y="10170858"/>
                </a:moveTo>
                <a:lnTo>
                  <a:pt x="16015500" y="10145509"/>
                </a:lnTo>
                <a:lnTo>
                  <a:pt x="15990151" y="10160140"/>
                </a:lnTo>
                <a:lnTo>
                  <a:pt x="16004794" y="10185489"/>
                </a:lnTo>
                <a:lnTo>
                  <a:pt x="16030131" y="10170858"/>
                </a:lnTo>
                <a:close/>
              </a:path>
              <a:path w="18288635" h="10287000">
                <a:moveTo>
                  <a:pt x="16030194" y="8748954"/>
                </a:moveTo>
                <a:lnTo>
                  <a:pt x="16020161" y="8731593"/>
                </a:lnTo>
                <a:lnTo>
                  <a:pt x="16002800" y="8741613"/>
                </a:lnTo>
                <a:lnTo>
                  <a:pt x="16012833" y="8758974"/>
                </a:lnTo>
                <a:lnTo>
                  <a:pt x="16030194" y="8748954"/>
                </a:lnTo>
                <a:close/>
              </a:path>
              <a:path w="18288635" h="10287000">
                <a:moveTo>
                  <a:pt x="16035058" y="6729628"/>
                </a:moveTo>
                <a:lnTo>
                  <a:pt x="16033458" y="6726860"/>
                </a:lnTo>
                <a:lnTo>
                  <a:pt x="16030677" y="6728460"/>
                </a:lnTo>
                <a:lnTo>
                  <a:pt x="16032290" y="6731228"/>
                </a:lnTo>
                <a:lnTo>
                  <a:pt x="16035058" y="6729628"/>
                </a:lnTo>
                <a:close/>
              </a:path>
              <a:path w="18288635" h="10287000">
                <a:moveTo>
                  <a:pt x="16036659" y="8151977"/>
                </a:moveTo>
                <a:lnTo>
                  <a:pt x="16029242" y="8139125"/>
                </a:lnTo>
                <a:lnTo>
                  <a:pt x="16016389" y="8146555"/>
                </a:lnTo>
                <a:lnTo>
                  <a:pt x="16023806" y="8159394"/>
                </a:lnTo>
                <a:lnTo>
                  <a:pt x="16036659" y="8151977"/>
                </a:lnTo>
                <a:close/>
              </a:path>
              <a:path w="18288635" h="10287000">
                <a:moveTo>
                  <a:pt x="16038246" y="9574327"/>
                </a:moveTo>
                <a:lnTo>
                  <a:pt x="16025013" y="9551416"/>
                </a:lnTo>
                <a:lnTo>
                  <a:pt x="16002089" y="9564649"/>
                </a:lnTo>
                <a:lnTo>
                  <a:pt x="16015323" y="9587560"/>
                </a:lnTo>
                <a:lnTo>
                  <a:pt x="16038246" y="9574327"/>
                </a:lnTo>
                <a:close/>
              </a:path>
              <a:path w="18288635" h="10287000">
                <a:moveTo>
                  <a:pt x="16042843" y="7554938"/>
                </a:moveTo>
                <a:lnTo>
                  <a:pt x="16038233" y="7546949"/>
                </a:lnTo>
                <a:lnTo>
                  <a:pt x="16030245" y="7551560"/>
                </a:lnTo>
                <a:lnTo>
                  <a:pt x="16034855" y="7559548"/>
                </a:lnTo>
                <a:lnTo>
                  <a:pt x="16042843" y="7554938"/>
                </a:lnTo>
                <a:close/>
              </a:path>
              <a:path w="18288635" h="10287000">
                <a:moveTo>
                  <a:pt x="16045256" y="8977503"/>
                </a:moveTo>
                <a:lnTo>
                  <a:pt x="16034233" y="8958402"/>
                </a:lnTo>
                <a:lnTo>
                  <a:pt x="16015132" y="8969426"/>
                </a:lnTo>
                <a:lnTo>
                  <a:pt x="16026156" y="8988527"/>
                </a:lnTo>
                <a:lnTo>
                  <a:pt x="16045256" y="8977503"/>
                </a:lnTo>
                <a:close/>
              </a:path>
              <a:path w="18288635" h="10287000">
                <a:moveTo>
                  <a:pt x="16049854" y="6958114"/>
                </a:moveTo>
                <a:lnTo>
                  <a:pt x="16047454" y="6953948"/>
                </a:lnTo>
                <a:lnTo>
                  <a:pt x="16043275" y="6956349"/>
                </a:lnTo>
                <a:lnTo>
                  <a:pt x="16045688" y="6960514"/>
                </a:lnTo>
                <a:lnTo>
                  <a:pt x="16049854" y="6958114"/>
                </a:lnTo>
                <a:close/>
              </a:path>
              <a:path w="18288635" h="10287000">
                <a:moveTo>
                  <a:pt x="16051721" y="8380527"/>
                </a:moveTo>
                <a:lnTo>
                  <a:pt x="16043301" y="8365947"/>
                </a:lnTo>
                <a:lnTo>
                  <a:pt x="16028721" y="8374367"/>
                </a:lnTo>
                <a:lnTo>
                  <a:pt x="16037141" y="8388947"/>
                </a:lnTo>
                <a:lnTo>
                  <a:pt x="16051721" y="8380527"/>
                </a:lnTo>
                <a:close/>
              </a:path>
              <a:path w="18288635" h="10287000">
                <a:moveTo>
                  <a:pt x="16053042" y="9802800"/>
                </a:moveTo>
                <a:lnTo>
                  <a:pt x="16039008" y="9778505"/>
                </a:lnTo>
                <a:lnTo>
                  <a:pt x="16014700" y="9792538"/>
                </a:lnTo>
                <a:lnTo>
                  <a:pt x="16028734" y="9816833"/>
                </a:lnTo>
                <a:lnTo>
                  <a:pt x="16053042" y="9802800"/>
                </a:lnTo>
                <a:close/>
              </a:path>
              <a:path w="18288635" h="10287000">
                <a:moveTo>
                  <a:pt x="16058185" y="7783550"/>
                </a:moveTo>
                <a:lnTo>
                  <a:pt x="16052368" y="7773492"/>
                </a:lnTo>
                <a:lnTo>
                  <a:pt x="16042310" y="7779296"/>
                </a:lnTo>
                <a:lnTo>
                  <a:pt x="16048114" y="7789367"/>
                </a:lnTo>
                <a:lnTo>
                  <a:pt x="16058185" y="7783550"/>
                </a:lnTo>
                <a:close/>
              </a:path>
              <a:path w="18288635" h="10287000">
                <a:moveTo>
                  <a:pt x="16060319" y="9206052"/>
                </a:moveTo>
                <a:lnTo>
                  <a:pt x="16048292" y="9185224"/>
                </a:lnTo>
                <a:lnTo>
                  <a:pt x="16027464" y="9197251"/>
                </a:lnTo>
                <a:lnTo>
                  <a:pt x="16039491" y="9218079"/>
                </a:lnTo>
                <a:lnTo>
                  <a:pt x="16060319" y="9206052"/>
                </a:lnTo>
                <a:close/>
              </a:path>
              <a:path w="18288635" h="10287000">
                <a:moveTo>
                  <a:pt x="16064649" y="7186587"/>
                </a:moveTo>
                <a:lnTo>
                  <a:pt x="16061436" y="7181037"/>
                </a:lnTo>
                <a:lnTo>
                  <a:pt x="16055886" y="7184237"/>
                </a:lnTo>
                <a:lnTo>
                  <a:pt x="16059087" y="7189787"/>
                </a:lnTo>
                <a:lnTo>
                  <a:pt x="16064649" y="7186587"/>
                </a:lnTo>
                <a:close/>
              </a:path>
              <a:path w="18288635" h="10287000">
                <a:moveTo>
                  <a:pt x="16067062" y="8609152"/>
                </a:moveTo>
                <a:lnTo>
                  <a:pt x="16057436" y="8592490"/>
                </a:lnTo>
                <a:lnTo>
                  <a:pt x="16040773" y="8602116"/>
                </a:lnTo>
                <a:lnTo>
                  <a:pt x="16050400" y="8618779"/>
                </a:lnTo>
                <a:lnTo>
                  <a:pt x="16067062" y="8609152"/>
                </a:lnTo>
                <a:close/>
              </a:path>
              <a:path w="18288635" h="10287000">
                <a:moveTo>
                  <a:pt x="16067558" y="10031209"/>
                </a:moveTo>
                <a:lnTo>
                  <a:pt x="16052915" y="10005860"/>
                </a:lnTo>
                <a:lnTo>
                  <a:pt x="16027578" y="10020490"/>
                </a:lnTo>
                <a:lnTo>
                  <a:pt x="16042208" y="10045840"/>
                </a:lnTo>
                <a:lnTo>
                  <a:pt x="16067558" y="10031209"/>
                </a:lnTo>
                <a:close/>
              </a:path>
              <a:path w="18288635" h="10287000">
                <a:moveTo>
                  <a:pt x="16071926" y="6589839"/>
                </a:moveTo>
                <a:lnTo>
                  <a:pt x="16070733" y="6587757"/>
                </a:lnTo>
                <a:lnTo>
                  <a:pt x="16068650" y="6588950"/>
                </a:lnTo>
                <a:lnTo>
                  <a:pt x="16069844" y="6591033"/>
                </a:lnTo>
                <a:lnTo>
                  <a:pt x="16071926" y="6589839"/>
                </a:lnTo>
                <a:close/>
              </a:path>
              <a:path w="18288635" h="10287000">
                <a:moveTo>
                  <a:pt x="16073527" y="8012176"/>
                </a:moveTo>
                <a:lnTo>
                  <a:pt x="16066504" y="8000035"/>
                </a:lnTo>
                <a:lnTo>
                  <a:pt x="16054362" y="8007045"/>
                </a:lnTo>
                <a:lnTo>
                  <a:pt x="16061373" y="8019199"/>
                </a:lnTo>
                <a:lnTo>
                  <a:pt x="16073527" y="8012176"/>
                </a:lnTo>
                <a:close/>
              </a:path>
              <a:path w="18288635" h="10287000">
                <a:moveTo>
                  <a:pt x="16075381" y="9434601"/>
                </a:moveTo>
                <a:lnTo>
                  <a:pt x="16062363" y="9412033"/>
                </a:lnTo>
                <a:lnTo>
                  <a:pt x="16039783" y="9425064"/>
                </a:lnTo>
                <a:lnTo>
                  <a:pt x="16052813" y="9447632"/>
                </a:lnTo>
                <a:lnTo>
                  <a:pt x="16075381" y="9434601"/>
                </a:lnTo>
                <a:close/>
              </a:path>
              <a:path w="18288635" h="10287000">
                <a:moveTo>
                  <a:pt x="16079445" y="7415060"/>
                </a:moveTo>
                <a:lnTo>
                  <a:pt x="16075432" y="7408113"/>
                </a:lnTo>
                <a:lnTo>
                  <a:pt x="16068485" y="7412126"/>
                </a:lnTo>
                <a:lnTo>
                  <a:pt x="16072498" y="7419073"/>
                </a:lnTo>
                <a:lnTo>
                  <a:pt x="16079445" y="7415060"/>
                </a:lnTo>
                <a:close/>
              </a:path>
              <a:path w="18288635" h="10287000">
                <a:moveTo>
                  <a:pt x="16082074" y="10259619"/>
                </a:moveTo>
                <a:lnTo>
                  <a:pt x="16066834" y="10233228"/>
                </a:lnTo>
                <a:lnTo>
                  <a:pt x="16040443" y="10248468"/>
                </a:lnTo>
                <a:lnTo>
                  <a:pt x="16055683" y="10274846"/>
                </a:lnTo>
                <a:lnTo>
                  <a:pt x="16082074" y="10259619"/>
                </a:lnTo>
                <a:close/>
              </a:path>
              <a:path w="18288635" h="10287000">
                <a:moveTo>
                  <a:pt x="16082404" y="8837778"/>
                </a:moveTo>
                <a:lnTo>
                  <a:pt x="16071571" y="8819032"/>
                </a:lnTo>
                <a:lnTo>
                  <a:pt x="16052826" y="8829853"/>
                </a:lnTo>
                <a:lnTo>
                  <a:pt x="16063646" y="8848611"/>
                </a:lnTo>
                <a:lnTo>
                  <a:pt x="16082404" y="8837778"/>
                </a:lnTo>
                <a:close/>
              </a:path>
              <a:path w="18288635" h="10287000">
                <a:moveTo>
                  <a:pt x="16086722" y="6818312"/>
                </a:moveTo>
                <a:lnTo>
                  <a:pt x="16084715" y="6814845"/>
                </a:lnTo>
                <a:lnTo>
                  <a:pt x="16081248" y="6816839"/>
                </a:lnTo>
                <a:lnTo>
                  <a:pt x="16083255" y="6820319"/>
                </a:lnTo>
                <a:lnTo>
                  <a:pt x="16086722" y="6818312"/>
                </a:lnTo>
                <a:close/>
              </a:path>
              <a:path w="18288635" h="10287000">
                <a:moveTo>
                  <a:pt x="16088589" y="8240738"/>
                </a:moveTo>
                <a:lnTo>
                  <a:pt x="16080575" y="8226844"/>
                </a:lnTo>
                <a:lnTo>
                  <a:pt x="16066681" y="8234858"/>
                </a:lnTo>
                <a:lnTo>
                  <a:pt x="16074708" y="8248751"/>
                </a:lnTo>
                <a:lnTo>
                  <a:pt x="16088589" y="8240738"/>
                </a:lnTo>
                <a:close/>
              </a:path>
              <a:path w="18288635" h="10287000">
                <a:moveTo>
                  <a:pt x="16090443" y="9663163"/>
                </a:moveTo>
                <a:lnTo>
                  <a:pt x="16076422" y="9638855"/>
                </a:lnTo>
                <a:lnTo>
                  <a:pt x="16052114" y="9652876"/>
                </a:lnTo>
                <a:lnTo>
                  <a:pt x="16066148" y="9677184"/>
                </a:lnTo>
                <a:lnTo>
                  <a:pt x="16090443" y="9663163"/>
                </a:lnTo>
                <a:close/>
              </a:path>
              <a:path w="18288635" h="10287000">
                <a:moveTo>
                  <a:pt x="16095053" y="7643762"/>
                </a:moveTo>
                <a:lnTo>
                  <a:pt x="16089643" y="7634389"/>
                </a:lnTo>
                <a:lnTo>
                  <a:pt x="16080270" y="7639799"/>
                </a:lnTo>
                <a:lnTo>
                  <a:pt x="16085681" y="7649172"/>
                </a:lnTo>
                <a:lnTo>
                  <a:pt x="16095053" y="7643762"/>
                </a:lnTo>
                <a:close/>
              </a:path>
              <a:path w="18288635" h="10287000">
                <a:moveTo>
                  <a:pt x="16097187" y="9066263"/>
                </a:moveTo>
                <a:lnTo>
                  <a:pt x="16085566" y="9046121"/>
                </a:lnTo>
                <a:lnTo>
                  <a:pt x="16065424" y="9057742"/>
                </a:lnTo>
                <a:lnTo>
                  <a:pt x="16077057" y="9077884"/>
                </a:lnTo>
                <a:lnTo>
                  <a:pt x="16097187" y="9066263"/>
                </a:lnTo>
                <a:close/>
              </a:path>
              <a:path w="18288635" h="10287000">
                <a:moveTo>
                  <a:pt x="16101517" y="7046785"/>
                </a:moveTo>
                <a:lnTo>
                  <a:pt x="16098711" y="7041921"/>
                </a:lnTo>
                <a:lnTo>
                  <a:pt x="16093847" y="7044728"/>
                </a:lnTo>
                <a:lnTo>
                  <a:pt x="16096653" y="7049592"/>
                </a:lnTo>
                <a:lnTo>
                  <a:pt x="16101517" y="7046785"/>
                </a:lnTo>
                <a:close/>
              </a:path>
              <a:path w="18288635" h="10287000">
                <a:moveTo>
                  <a:pt x="16103664" y="8469287"/>
                </a:moveTo>
                <a:lnTo>
                  <a:pt x="16094634" y="8453666"/>
                </a:lnTo>
                <a:lnTo>
                  <a:pt x="16079013" y="8462683"/>
                </a:lnTo>
                <a:lnTo>
                  <a:pt x="16088030" y="8478304"/>
                </a:lnTo>
                <a:lnTo>
                  <a:pt x="16103664" y="8469287"/>
                </a:lnTo>
                <a:close/>
              </a:path>
              <a:path w="18288635" h="10287000">
                <a:moveTo>
                  <a:pt x="16104972" y="9891560"/>
                </a:moveTo>
                <a:lnTo>
                  <a:pt x="16090341" y="9866211"/>
                </a:lnTo>
                <a:lnTo>
                  <a:pt x="16064992" y="9880854"/>
                </a:lnTo>
                <a:lnTo>
                  <a:pt x="16079623" y="9906190"/>
                </a:lnTo>
                <a:lnTo>
                  <a:pt x="16104972" y="9891560"/>
                </a:lnTo>
                <a:close/>
              </a:path>
              <a:path w="18288635" h="10287000">
                <a:moveTo>
                  <a:pt x="16108807" y="6450038"/>
                </a:moveTo>
                <a:lnTo>
                  <a:pt x="16108007" y="6448653"/>
                </a:lnTo>
                <a:lnTo>
                  <a:pt x="16106610" y="6449454"/>
                </a:lnTo>
                <a:lnTo>
                  <a:pt x="16107410" y="6450838"/>
                </a:lnTo>
                <a:lnTo>
                  <a:pt x="16108807" y="6450038"/>
                </a:lnTo>
                <a:close/>
              </a:path>
              <a:path w="18288635" h="10287000">
                <a:moveTo>
                  <a:pt x="16110115" y="7872311"/>
                </a:moveTo>
                <a:lnTo>
                  <a:pt x="16103702" y="7861198"/>
                </a:lnTo>
                <a:lnTo>
                  <a:pt x="16092602" y="7867612"/>
                </a:lnTo>
                <a:lnTo>
                  <a:pt x="16099016" y="7878724"/>
                </a:lnTo>
                <a:lnTo>
                  <a:pt x="16110115" y="7872311"/>
                </a:lnTo>
                <a:close/>
              </a:path>
              <a:path w="18288635" h="10287000">
                <a:moveTo>
                  <a:pt x="16112528" y="9294876"/>
                </a:moveTo>
                <a:lnTo>
                  <a:pt x="16099701" y="9272664"/>
                </a:lnTo>
                <a:lnTo>
                  <a:pt x="16077476" y="9285491"/>
                </a:lnTo>
                <a:lnTo>
                  <a:pt x="16090316" y="9307716"/>
                </a:lnTo>
                <a:lnTo>
                  <a:pt x="16112528" y="9294876"/>
                </a:lnTo>
                <a:close/>
              </a:path>
              <a:path w="18288635" h="10287000">
                <a:moveTo>
                  <a:pt x="16116313" y="7275271"/>
                </a:moveTo>
                <a:lnTo>
                  <a:pt x="16112706" y="7269010"/>
                </a:lnTo>
                <a:lnTo>
                  <a:pt x="16106458" y="7272629"/>
                </a:lnTo>
                <a:lnTo>
                  <a:pt x="16110065" y="7278878"/>
                </a:lnTo>
                <a:lnTo>
                  <a:pt x="16116313" y="7275271"/>
                </a:lnTo>
                <a:close/>
              </a:path>
              <a:path w="18288635" h="10287000">
                <a:moveTo>
                  <a:pt x="16119272" y="8697989"/>
                </a:moveTo>
                <a:lnTo>
                  <a:pt x="16108845" y="8679929"/>
                </a:lnTo>
                <a:lnTo>
                  <a:pt x="16090799" y="8690343"/>
                </a:lnTo>
                <a:lnTo>
                  <a:pt x="16101213" y="8708403"/>
                </a:lnTo>
                <a:lnTo>
                  <a:pt x="16119272" y="8697989"/>
                </a:lnTo>
                <a:close/>
              </a:path>
              <a:path w="18288635" h="10287000">
                <a:moveTo>
                  <a:pt x="16119488" y="10119957"/>
                </a:moveTo>
                <a:lnTo>
                  <a:pt x="16104248" y="10093579"/>
                </a:lnTo>
                <a:lnTo>
                  <a:pt x="16077870" y="10108806"/>
                </a:lnTo>
                <a:lnTo>
                  <a:pt x="16093097" y="10135197"/>
                </a:lnTo>
                <a:lnTo>
                  <a:pt x="16119488" y="10119957"/>
                </a:lnTo>
                <a:close/>
              </a:path>
              <a:path w="18288635" h="10287000">
                <a:moveTo>
                  <a:pt x="16123590" y="6678511"/>
                </a:moveTo>
                <a:lnTo>
                  <a:pt x="16121990" y="6675742"/>
                </a:lnTo>
                <a:lnTo>
                  <a:pt x="16119221" y="6677342"/>
                </a:lnTo>
                <a:lnTo>
                  <a:pt x="16120821" y="6680124"/>
                </a:lnTo>
                <a:lnTo>
                  <a:pt x="16123590" y="6678511"/>
                </a:lnTo>
                <a:close/>
              </a:path>
              <a:path w="18288635" h="10287000">
                <a:moveTo>
                  <a:pt x="16125470" y="8100936"/>
                </a:moveTo>
                <a:lnTo>
                  <a:pt x="16117850" y="8087741"/>
                </a:lnTo>
                <a:lnTo>
                  <a:pt x="16104654" y="8095361"/>
                </a:lnTo>
                <a:lnTo>
                  <a:pt x="16112274" y="8108556"/>
                </a:lnTo>
                <a:lnTo>
                  <a:pt x="16125470" y="8100936"/>
                </a:lnTo>
                <a:close/>
              </a:path>
              <a:path w="18288635" h="10287000">
                <a:moveTo>
                  <a:pt x="16127591" y="9523438"/>
                </a:moveTo>
                <a:lnTo>
                  <a:pt x="16113760" y="9499473"/>
                </a:lnTo>
                <a:lnTo>
                  <a:pt x="16089808" y="9513303"/>
                </a:lnTo>
                <a:lnTo>
                  <a:pt x="16103638" y="9537268"/>
                </a:lnTo>
                <a:lnTo>
                  <a:pt x="16127591" y="9523438"/>
                </a:lnTo>
                <a:close/>
              </a:path>
              <a:path w="18288635" h="10287000">
                <a:moveTo>
                  <a:pt x="16131655" y="7503884"/>
                </a:moveTo>
                <a:lnTo>
                  <a:pt x="16126841" y="7495553"/>
                </a:lnTo>
                <a:lnTo>
                  <a:pt x="16118510" y="7500366"/>
                </a:lnTo>
                <a:lnTo>
                  <a:pt x="16123323" y="7508697"/>
                </a:lnTo>
                <a:lnTo>
                  <a:pt x="16131655" y="7503884"/>
                </a:lnTo>
                <a:close/>
              </a:path>
              <a:path w="18288635" h="10287000">
                <a:moveTo>
                  <a:pt x="16134334" y="8926538"/>
                </a:moveTo>
                <a:lnTo>
                  <a:pt x="16122917" y="8906739"/>
                </a:lnTo>
                <a:lnTo>
                  <a:pt x="16103118" y="8918169"/>
                </a:lnTo>
                <a:lnTo>
                  <a:pt x="16114548" y="8937955"/>
                </a:lnTo>
                <a:lnTo>
                  <a:pt x="16134334" y="8926538"/>
                </a:lnTo>
                <a:close/>
              </a:path>
              <a:path w="18288635" h="10287000">
                <a:moveTo>
                  <a:pt x="16138386" y="6906996"/>
                </a:moveTo>
                <a:lnTo>
                  <a:pt x="16135985" y="6902831"/>
                </a:lnTo>
                <a:lnTo>
                  <a:pt x="16131820" y="6905231"/>
                </a:lnTo>
                <a:lnTo>
                  <a:pt x="16134220" y="6909397"/>
                </a:lnTo>
                <a:lnTo>
                  <a:pt x="16138386" y="6906996"/>
                </a:lnTo>
                <a:close/>
              </a:path>
              <a:path w="18288635" h="10287000">
                <a:moveTo>
                  <a:pt x="16140532" y="8329485"/>
                </a:moveTo>
                <a:lnTo>
                  <a:pt x="16131909" y="8314563"/>
                </a:lnTo>
                <a:lnTo>
                  <a:pt x="16116973" y="8323173"/>
                </a:lnTo>
                <a:lnTo>
                  <a:pt x="16125597" y="8338109"/>
                </a:lnTo>
                <a:lnTo>
                  <a:pt x="16140532" y="8329485"/>
                </a:lnTo>
                <a:close/>
              </a:path>
              <a:path w="18288635" h="10287000">
                <a:moveTo>
                  <a:pt x="16142386" y="9751911"/>
                </a:moveTo>
                <a:lnTo>
                  <a:pt x="16127756" y="9726562"/>
                </a:lnTo>
                <a:lnTo>
                  <a:pt x="16102406" y="9741205"/>
                </a:lnTo>
                <a:lnTo>
                  <a:pt x="16117037" y="9766541"/>
                </a:lnTo>
                <a:lnTo>
                  <a:pt x="16142386" y="9751911"/>
                </a:lnTo>
                <a:close/>
              </a:path>
              <a:path w="18288635" h="10287000">
                <a:moveTo>
                  <a:pt x="16146996" y="7732509"/>
                </a:moveTo>
                <a:lnTo>
                  <a:pt x="16140976" y="7722095"/>
                </a:lnTo>
                <a:lnTo>
                  <a:pt x="16130562" y="7728115"/>
                </a:lnTo>
                <a:lnTo>
                  <a:pt x="16136569" y="7738529"/>
                </a:lnTo>
                <a:lnTo>
                  <a:pt x="16146996" y="7732509"/>
                </a:lnTo>
                <a:close/>
              </a:path>
              <a:path w="18288635" h="10287000">
                <a:moveTo>
                  <a:pt x="16149676" y="9155163"/>
                </a:moveTo>
                <a:lnTo>
                  <a:pt x="16137052" y="9133294"/>
                </a:lnTo>
                <a:lnTo>
                  <a:pt x="16115183" y="9145918"/>
                </a:lnTo>
                <a:lnTo>
                  <a:pt x="16127806" y="9167787"/>
                </a:lnTo>
                <a:lnTo>
                  <a:pt x="16149676" y="9155163"/>
                </a:lnTo>
                <a:close/>
              </a:path>
              <a:path w="18288635" h="10287000">
                <a:moveTo>
                  <a:pt x="16153181" y="7135469"/>
                </a:moveTo>
                <a:lnTo>
                  <a:pt x="16149981" y="7129920"/>
                </a:lnTo>
                <a:lnTo>
                  <a:pt x="16144418" y="7133120"/>
                </a:lnTo>
                <a:lnTo>
                  <a:pt x="16147618" y="7138683"/>
                </a:lnTo>
                <a:lnTo>
                  <a:pt x="16153181" y="7135469"/>
                </a:lnTo>
                <a:close/>
              </a:path>
              <a:path w="18288635" h="10287000">
                <a:moveTo>
                  <a:pt x="16156140" y="8558187"/>
                </a:moveTo>
                <a:lnTo>
                  <a:pt x="16146120" y="8540826"/>
                </a:lnTo>
                <a:lnTo>
                  <a:pt x="16128759" y="8550846"/>
                </a:lnTo>
                <a:lnTo>
                  <a:pt x="16138792" y="8568207"/>
                </a:lnTo>
                <a:lnTo>
                  <a:pt x="16156140" y="8558187"/>
                </a:lnTo>
                <a:close/>
              </a:path>
              <a:path w="18288635" h="10287000">
                <a:moveTo>
                  <a:pt x="16156902" y="9980320"/>
                </a:moveTo>
                <a:lnTo>
                  <a:pt x="16141675" y="9953930"/>
                </a:lnTo>
                <a:lnTo>
                  <a:pt x="16115284" y="9969157"/>
                </a:lnTo>
                <a:lnTo>
                  <a:pt x="16130524" y="9995548"/>
                </a:lnTo>
                <a:lnTo>
                  <a:pt x="16156902" y="9980320"/>
                </a:lnTo>
                <a:close/>
              </a:path>
              <a:path w="18288635" h="10287000">
                <a:moveTo>
                  <a:pt x="16160458" y="6538722"/>
                </a:moveTo>
                <a:lnTo>
                  <a:pt x="16159264" y="6536639"/>
                </a:lnTo>
                <a:lnTo>
                  <a:pt x="16157182" y="6537846"/>
                </a:lnTo>
                <a:lnTo>
                  <a:pt x="16158388" y="6539928"/>
                </a:lnTo>
                <a:lnTo>
                  <a:pt x="16160458" y="6538722"/>
                </a:lnTo>
                <a:close/>
              </a:path>
              <a:path w="18288635" h="10287000">
                <a:moveTo>
                  <a:pt x="16162338" y="7961135"/>
                </a:moveTo>
                <a:lnTo>
                  <a:pt x="16155111" y="7948638"/>
                </a:lnTo>
                <a:lnTo>
                  <a:pt x="16142615" y="7955864"/>
                </a:lnTo>
                <a:lnTo>
                  <a:pt x="16149828" y="7968361"/>
                </a:lnTo>
                <a:lnTo>
                  <a:pt x="16162338" y="7961135"/>
                </a:lnTo>
                <a:close/>
              </a:path>
              <a:path w="18288635" h="10287000">
                <a:moveTo>
                  <a:pt x="16164471" y="9383636"/>
                </a:moveTo>
                <a:lnTo>
                  <a:pt x="16151035" y="9360370"/>
                </a:lnTo>
                <a:lnTo>
                  <a:pt x="16127768" y="9373806"/>
                </a:lnTo>
                <a:lnTo>
                  <a:pt x="16141205" y="9397060"/>
                </a:lnTo>
                <a:lnTo>
                  <a:pt x="16164471" y="9383636"/>
                </a:lnTo>
                <a:close/>
              </a:path>
              <a:path w="18288635" h="10287000">
                <a:moveTo>
                  <a:pt x="16168243" y="7364019"/>
                </a:moveTo>
                <a:lnTo>
                  <a:pt x="16164040" y="7356729"/>
                </a:lnTo>
                <a:lnTo>
                  <a:pt x="16156750" y="7360933"/>
                </a:lnTo>
                <a:lnTo>
                  <a:pt x="16160953" y="7368235"/>
                </a:lnTo>
                <a:lnTo>
                  <a:pt x="16168243" y="7364019"/>
                </a:lnTo>
                <a:close/>
              </a:path>
              <a:path w="18288635" h="10287000">
                <a:moveTo>
                  <a:pt x="16171215" y="8786736"/>
                </a:moveTo>
                <a:lnTo>
                  <a:pt x="16160179" y="8767648"/>
                </a:lnTo>
                <a:lnTo>
                  <a:pt x="16141091" y="8778672"/>
                </a:lnTo>
                <a:lnTo>
                  <a:pt x="16152114" y="8797760"/>
                </a:lnTo>
                <a:lnTo>
                  <a:pt x="16171215" y="8786736"/>
                </a:lnTo>
                <a:close/>
              </a:path>
              <a:path w="18288635" h="10287000">
                <a:moveTo>
                  <a:pt x="16171431" y="10208717"/>
                </a:moveTo>
                <a:lnTo>
                  <a:pt x="16155581" y="10181285"/>
                </a:lnTo>
                <a:lnTo>
                  <a:pt x="16128162" y="10197122"/>
                </a:lnTo>
                <a:lnTo>
                  <a:pt x="16143999" y="10224554"/>
                </a:lnTo>
                <a:lnTo>
                  <a:pt x="16171431" y="10208717"/>
                </a:lnTo>
                <a:close/>
              </a:path>
              <a:path w="18288635" h="10287000">
                <a:moveTo>
                  <a:pt x="16175254" y="6767195"/>
                </a:moveTo>
                <a:lnTo>
                  <a:pt x="16173260" y="6763728"/>
                </a:lnTo>
                <a:lnTo>
                  <a:pt x="16169780" y="6765734"/>
                </a:lnTo>
                <a:lnTo>
                  <a:pt x="16171787" y="6769201"/>
                </a:lnTo>
                <a:lnTo>
                  <a:pt x="16175254" y="6767195"/>
                </a:lnTo>
                <a:close/>
              </a:path>
              <a:path w="18288635" h="10287000">
                <a:moveTo>
                  <a:pt x="16177400" y="8189696"/>
                </a:moveTo>
                <a:lnTo>
                  <a:pt x="16169183" y="8175460"/>
                </a:lnTo>
                <a:lnTo>
                  <a:pt x="16154946" y="8183677"/>
                </a:lnTo>
                <a:lnTo>
                  <a:pt x="16163163" y="8197913"/>
                </a:lnTo>
                <a:lnTo>
                  <a:pt x="16177400" y="8189696"/>
                </a:lnTo>
                <a:close/>
              </a:path>
              <a:path w="18288635" h="10287000">
                <a:moveTo>
                  <a:pt x="16179534" y="9612185"/>
                </a:moveTo>
                <a:lnTo>
                  <a:pt x="16165094" y="9587192"/>
                </a:lnTo>
                <a:lnTo>
                  <a:pt x="16140100" y="9601619"/>
                </a:lnTo>
                <a:lnTo>
                  <a:pt x="16154540" y="9626625"/>
                </a:lnTo>
                <a:lnTo>
                  <a:pt x="16179534" y="9612185"/>
                </a:lnTo>
                <a:close/>
              </a:path>
              <a:path w="18288635" h="10287000">
                <a:moveTo>
                  <a:pt x="16183585" y="7592644"/>
                </a:moveTo>
                <a:lnTo>
                  <a:pt x="16178175" y="7583271"/>
                </a:lnTo>
                <a:lnTo>
                  <a:pt x="16168802" y="7588682"/>
                </a:lnTo>
                <a:lnTo>
                  <a:pt x="16174212" y="7598054"/>
                </a:lnTo>
                <a:lnTo>
                  <a:pt x="16183585" y="7592644"/>
                </a:lnTo>
                <a:close/>
              </a:path>
              <a:path w="18288635" h="10287000">
                <a:moveTo>
                  <a:pt x="16186544" y="9015362"/>
                </a:moveTo>
                <a:lnTo>
                  <a:pt x="16174327" y="8994178"/>
                </a:lnTo>
                <a:lnTo>
                  <a:pt x="16153143" y="9006408"/>
                </a:lnTo>
                <a:lnTo>
                  <a:pt x="16165373" y="9027579"/>
                </a:lnTo>
                <a:lnTo>
                  <a:pt x="16186544" y="9015362"/>
                </a:lnTo>
                <a:close/>
              </a:path>
              <a:path w="18288635" h="10287000">
                <a:moveTo>
                  <a:pt x="16190329" y="6995757"/>
                </a:moveTo>
                <a:lnTo>
                  <a:pt x="16187319" y="6990537"/>
                </a:lnTo>
                <a:lnTo>
                  <a:pt x="16182112" y="6993547"/>
                </a:lnTo>
                <a:lnTo>
                  <a:pt x="16185122" y="6998754"/>
                </a:lnTo>
                <a:lnTo>
                  <a:pt x="16190329" y="6995757"/>
                </a:lnTo>
                <a:close/>
              </a:path>
              <a:path w="18288635" h="10287000">
                <a:moveTo>
                  <a:pt x="16192742" y="8418322"/>
                </a:moveTo>
                <a:lnTo>
                  <a:pt x="16183318" y="8402002"/>
                </a:lnTo>
                <a:lnTo>
                  <a:pt x="16166999" y="8411426"/>
                </a:lnTo>
                <a:lnTo>
                  <a:pt x="16176422" y="8427733"/>
                </a:lnTo>
                <a:lnTo>
                  <a:pt x="16192742" y="8418322"/>
                </a:lnTo>
                <a:close/>
              </a:path>
              <a:path w="18288635" h="10287000">
                <a:moveTo>
                  <a:pt x="16194329" y="9840671"/>
                </a:moveTo>
                <a:lnTo>
                  <a:pt x="16179089" y="9814281"/>
                </a:lnTo>
                <a:lnTo>
                  <a:pt x="16152698" y="9829508"/>
                </a:lnTo>
                <a:lnTo>
                  <a:pt x="16167938" y="9855898"/>
                </a:lnTo>
                <a:lnTo>
                  <a:pt x="16194329" y="9840671"/>
                </a:lnTo>
                <a:close/>
              </a:path>
              <a:path w="18288635" h="10287000">
                <a:moveTo>
                  <a:pt x="16197339" y="6398920"/>
                </a:moveTo>
                <a:lnTo>
                  <a:pt x="16196539" y="6397536"/>
                </a:lnTo>
                <a:lnTo>
                  <a:pt x="16195155" y="6398336"/>
                </a:lnTo>
                <a:lnTo>
                  <a:pt x="16195955" y="6399720"/>
                </a:lnTo>
                <a:lnTo>
                  <a:pt x="16197339" y="6398920"/>
                </a:lnTo>
                <a:close/>
              </a:path>
              <a:path w="18288635" h="10287000">
                <a:moveTo>
                  <a:pt x="16198926" y="7821269"/>
                </a:moveTo>
                <a:lnTo>
                  <a:pt x="16192310" y="7809814"/>
                </a:lnTo>
                <a:lnTo>
                  <a:pt x="16180854" y="7816431"/>
                </a:lnTo>
                <a:lnTo>
                  <a:pt x="16187471" y="7827886"/>
                </a:lnTo>
                <a:lnTo>
                  <a:pt x="16198926" y="7821269"/>
                </a:lnTo>
                <a:close/>
              </a:path>
              <a:path w="18288635" h="10287000">
                <a:moveTo>
                  <a:pt x="16201606" y="9243911"/>
                </a:moveTo>
                <a:lnTo>
                  <a:pt x="16188385" y="9221000"/>
                </a:lnTo>
                <a:lnTo>
                  <a:pt x="16165475" y="9234233"/>
                </a:lnTo>
                <a:lnTo>
                  <a:pt x="16178695" y="9257144"/>
                </a:lnTo>
                <a:lnTo>
                  <a:pt x="16201606" y="9243911"/>
                </a:lnTo>
                <a:close/>
              </a:path>
              <a:path w="18288635" h="10287000">
                <a:moveTo>
                  <a:pt x="16204845" y="7224154"/>
                </a:moveTo>
                <a:lnTo>
                  <a:pt x="16201238" y="7217905"/>
                </a:lnTo>
                <a:lnTo>
                  <a:pt x="16194977" y="7221512"/>
                </a:lnTo>
                <a:lnTo>
                  <a:pt x="16198596" y="7227760"/>
                </a:lnTo>
                <a:lnTo>
                  <a:pt x="16204845" y="7224154"/>
                </a:lnTo>
                <a:close/>
              </a:path>
              <a:path w="18288635" h="10287000">
                <a:moveTo>
                  <a:pt x="16208350" y="8647011"/>
                </a:moveTo>
                <a:lnTo>
                  <a:pt x="16197529" y="8628266"/>
                </a:lnTo>
                <a:lnTo>
                  <a:pt x="16178784" y="8639086"/>
                </a:lnTo>
                <a:lnTo>
                  <a:pt x="16189605" y="8657831"/>
                </a:lnTo>
                <a:lnTo>
                  <a:pt x="16208350" y="8647011"/>
                </a:lnTo>
                <a:close/>
              </a:path>
              <a:path w="18288635" h="10287000">
                <a:moveTo>
                  <a:pt x="16208845" y="10069068"/>
                </a:moveTo>
                <a:lnTo>
                  <a:pt x="16193008" y="10041636"/>
                </a:lnTo>
                <a:lnTo>
                  <a:pt x="16165576" y="10057473"/>
                </a:lnTo>
                <a:lnTo>
                  <a:pt x="16181413" y="10084905"/>
                </a:lnTo>
                <a:lnTo>
                  <a:pt x="16208845" y="10069068"/>
                </a:lnTo>
                <a:close/>
              </a:path>
              <a:path w="18288635" h="10287000">
                <a:moveTo>
                  <a:pt x="16212122" y="6627406"/>
                </a:moveTo>
                <a:lnTo>
                  <a:pt x="16210522" y="6624625"/>
                </a:lnTo>
                <a:lnTo>
                  <a:pt x="16207753" y="6626225"/>
                </a:lnTo>
                <a:lnTo>
                  <a:pt x="16209353" y="6629006"/>
                </a:lnTo>
                <a:lnTo>
                  <a:pt x="16212122" y="6627406"/>
                </a:lnTo>
                <a:close/>
              </a:path>
              <a:path w="18288635" h="10287000">
                <a:moveTo>
                  <a:pt x="16214268" y="8049895"/>
                </a:moveTo>
                <a:lnTo>
                  <a:pt x="16206458" y="8036357"/>
                </a:lnTo>
                <a:lnTo>
                  <a:pt x="16192907" y="8044167"/>
                </a:lnTo>
                <a:lnTo>
                  <a:pt x="16200730" y="8057705"/>
                </a:lnTo>
                <a:lnTo>
                  <a:pt x="16214268" y="8049895"/>
                </a:lnTo>
                <a:close/>
              </a:path>
              <a:path w="18288635" h="10287000">
                <a:moveTo>
                  <a:pt x="16216681" y="9472473"/>
                </a:moveTo>
                <a:lnTo>
                  <a:pt x="16202444" y="9447809"/>
                </a:lnTo>
                <a:lnTo>
                  <a:pt x="16177794" y="9462046"/>
                </a:lnTo>
                <a:lnTo>
                  <a:pt x="16192030" y="9486697"/>
                </a:lnTo>
                <a:lnTo>
                  <a:pt x="16216681" y="9472473"/>
                </a:lnTo>
                <a:close/>
              </a:path>
              <a:path w="18288635" h="10287000">
                <a:moveTo>
                  <a:pt x="16217316" y="10286987"/>
                </a:moveTo>
                <a:lnTo>
                  <a:pt x="16206927" y="10269004"/>
                </a:lnTo>
                <a:lnTo>
                  <a:pt x="16178454" y="10285438"/>
                </a:lnTo>
                <a:lnTo>
                  <a:pt x="16179343" y="10286987"/>
                </a:lnTo>
                <a:lnTo>
                  <a:pt x="16217316" y="10286987"/>
                </a:lnTo>
                <a:close/>
              </a:path>
              <a:path w="18288635" h="10287000">
                <a:moveTo>
                  <a:pt x="16220453" y="7452855"/>
                </a:moveTo>
                <a:lnTo>
                  <a:pt x="16215449" y="7444168"/>
                </a:lnTo>
                <a:lnTo>
                  <a:pt x="16206762" y="7449185"/>
                </a:lnTo>
                <a:lnTo>
                  <a:pt x="16211779" y="7457859"/>
                </a:lnTo>
                <a:lnTo>
                  <a:pt x="16220453" y="7452855"/>
                </a:lnTo>
                <a:close/>
              </a:path>
              <a:path w="18288635" h="10287000">
                <a:moveTo>
                  <a:pt x="16223412" y="8875573"/>
                </a:moveTo>
                <a:lnTo>
                  <a:pt x="16211588" y="8855088"/>
                </a:lnTo>
                <a:lnTo>
                  <a:pt x="16191116" y="8866911"/>
                </a:lnTo>
                <a:lnTo>
                  <a:pt x="16202940" y="8887396"/>
                </a:lnTo>
                <a:lnTo>
                  <a:pt x="16223412" y="8875573"/>
                </a:lnTo>
                <a:close/>
              </a:path>
              <a:path w="18288635" h="10287000">
                <a:moveTo>
                  <a:pt x="16226917" y="6855879"/>
                </a:moveTo>
                <a:lnTo>
                  <a:pt x="16224517" y="6851713"/>
                </a:lnTo>
                <a:lnTo>
                  <a:pt x="16220351" y="6854126"/>
                </a:lnTo>
                <a:lnTo>
                  <a:pt x="16222752" y="6858279"/>
                </a:lnTo>
                <a:lnTo>
                  <a:pt x="16226917" y="6855879"/>
                </a:lnTo>
                <a:close/>
              </a:path>
              <a:path w="18288635" h="10287000">
                <a:moveTo>
                  <a:pt x="16229330" y="8278444"/>
                </a:moveTo>
                <a:lnTo>
                  <a:pt x="16220516" y="8263166"/>
                </a:lnTo>
                <a:lnTo>
                  <a:pt x="16205238" y="8271992"/>
                </a:lnTo>
                <a:lnTo>
                  <a:pt x="16214065" y="8287271"/>
                </a:lnTo>
                <a:lnTo>
                  <a:pt x="16229330" y="8278444"/>
                </a:lnTo>
                <a:close/>
              </a:path>
              <a:path w="18288635" h="10287000">
                <a:moveTo>
                  <a:pt x="16231743" y="9701009"/>
                </a:moveTo>
                <a:lnTo>
                  <a:pt x="16216516" y="9674631"/>
                </a:lnTo>
                <a:lnTo>
                  <a:pt x="16190125" y="9689871"/>
                </a:lnTo>
                <a:lnTo>
                  <a:pt x="16205353" y="9716249"/>
                </a:lnTo>
                <a:lnTo>
                  <a:pt x="16231743" y="9701009"/>
                </a:lnTo>
                <a:close/>
              </a:path>
              <a:path w="18288635" h="10287000">
                <a:moveTo>
                  <a:pt x="16235528" y="7681392"/>
                </a:moveTo>
                <a:lnTo>
                  <a:pt x="16229508" y="7670978"/>
                </a:lnTo>
                <a:lnTo>
                  <a:pt x="16219094" y="7676997"/>
                </a:lnTo>
                <a:lnTo>
                  <a:pt x="16225114" y="7687411"/>
                </a:lnTo>
                <a:lnTo>
                  <a:pt x="16235528" y="7681392"/>
                </a:lnTo>
                <a:close/>
              </a:path>
              <a:path w="18288635" h="10287000">
                <a:moveTo>
                  <a:pt x="16238754" y="9104185"/>
                </a:moveTo>
                <a:lnTo>
                  <a:pt x="16225723" y="9081618"/>
                </a:lnTo>
                <a:lnTo>
                  <a:pt x="16203156" y="9094648"/>
                </a:lnTo>
                <a:lnTo>
                  <a:pt x="16216198" y="9117216"/>
                </a:lnTo>
                <a:lnTo>
                  <a:pt x="16238754" y="9104185"/>
                </a:lnTo>
                <a:close/>
              </a:path>
              <a:path w="18288635" h="10287000">
                <a:moveTo>
                  <a:pt x="16241979" y="7084428"/>
                </a:moveTo>
                <a:lnTo>
                  <a:pt x="16238576" y="7078523"/>
                </a:lnTo>
                <a:lnTo>
                  <a:pt x="16232683" y="7081939"/>
                </a:lnTo>
                <a:lnTo>
                  <a:pt x="16236087" y="7087844"/>
                </a:lnTo>
                <a:lnTo>
                  <a:pt x="16241979" y="7084428"/>
                </a:lnTo>
                <a:close/>
              </a:path>
              <a:path w="18288635" h="10287000">
                <a:moveTo>
                  <a:pt x="16244951" y="8507146"/>
                </a:moveTo>
                <a:lnTo>
                  <a:pt x="16234728" y="8489442"/>
                </a:lnTo>
                <a:lnTo>
                  <a:pt x="16217024" y="8499653"/>
                </a:lnTo>
                <a:lnTo>
                  <a:pt x="16227247" y="8517369"/>
                </a:lnTo>
                <a:lnTo>
                  <a:pt x="16244951" y="8507146"/>
                </a:lnTo>
                <a:close/>
              </a:path>
              <a:path w="18288635" h="10287000">
                <a:moveTo>
                  <a:pt x="16246259" y="9929419"/>
                </a:moveTo>
                <a:lnTo>
                  <a:pt x="16230422" y="9901987"/>
                </a:lnTo>
                <a:lnTo>
                  <a:pt x="16203003" y="9917824"/>
                </a:lnTo>
                <a:lnTo>
                  <a:pt x="16218840" y="9945256"/>
                </a:lnTo>
                <a:lnTo>
                  <a:pt x="16246259" y="9929419"/>
                </a:lnTo>
                <a:close/>
              </a:path>
              <a:path w="18288635" h="10287000">
                <a:moveTo>
                  <a:pt x="16249003" y="6487604"/>
                </a:moveTo>
                <a:lnTo>
                  <a:pt x="16247796" y="6485522"/>
                </a:lnTo>
                <a:lnTo>
                  <a:pt x="16245713" y="6486728"/>
                </a:lnTo>
                <a:lnTo>
                  <a:pt x="16246920" y="6488811"/>
                </a:lnTo>
                <a:lnTo>
                  <a:pt x="16249003" y="6487604"/>
                </a:lnTo>
                <a:close/>
              </a:path>
              <a:path w="18288635" h="10287000">
                <a:moveTo>
                  <a:pt x="16250869" y="7910030"/>
                </a:moveTo>
                <a:lnTo>
                  <a:pt x="16243643" y="7897533"/>
                </a:lnTo>
                <a:lnTo>
                  <a:pt x="16231146" y="7904747"/>
                </a:lnTo>
                <a:lnTo>
                  <a:pt x="16238360" y="7917243"/>
                </a:lnTo>
                <a:lnTo>
                  <a:pt x="16250869" y="7910030"/>
                </a:lnTo>
                <a:close/>
              </a:path>
              <a:path w="18288635" h="10287000">
                <a:moveTo>
                  <a:pt x="16253829" y="9332735"/>
                </a:moveTo>
                <a:lnTo>
                  <a:pt x="16239795" y="9308440"/>
                </a:lnTo>
                <a:lnTo>
                  <a:pt x="16215487" y="9322473"/>
                </a:lnTo>
                <a:lnTo>
                  <a:pt x="16229521" y="9346768"/>
                </a:lnTo>
                <a:lnTo>
                  <a:pt x="16253829" y="9332735"/>
                </a:lnTo>
                <a:close/>
              </a:path>
              <a:path w="18288635" h="10287000">
                <a:moveTo>
                  <a:pt x="16257054" y="7312977"/>
                </a:moveTo>
                <a:lnTo>
                  <a:pt x="16252647" y="7305345"/>
                </a:lnTo>
                <a:lnTo>
                  <a:pt x="16245002" y="7309752"/>
                </a:lnTo>
                <a:lnTo>
                  <a:pt x="16249409" y="7317384"/>
                </a:lnTo>
                <a:lnTo>
                  <a:pt x="16257054" y="7312977"/>
                </a:lnTo>
                <a:close/>
              </a:path>
              <a:path w="18288635" h="10287000">
                <a:moveTo>
                  <a:pt x="16260013" y="8735695"/>
                </a:moveTo>
                <a:lnTo>
                  <a:pt x="16248787" y="8716251"/>
                </a:lnTo>
                <a:lnTo>
                  <a:pt x="16229356" y="8727478"/>
                </a:lnTo>
                <a:lnTo>
                  <a:pt x="16240570" y="8746922"/>
                </a:lnTo>
                <a:lnTo>
                  <a:pt x="16260013" y="8735695"/>
                </a:lnTo>
                <a:close/>
              </a:path>
              <a:path w="18288635" h="10287000">
                <a:moveTo>
                  <a:pt x="16261055" y="10157892"/>
                </a:moveTo>
                <a:lnTo>
                  <a:pt x="16244418" y="10129075"/>
                </a:lnTo>
                <a:lnTo>
                  <a:pt x="16215602" y="10145725"/>
                </a:lnTo>
                <a:lnTo>
                  <a:pt x="16232239" y="10174529"/>
                </a:lnTo>
                <a:lnTo>
                  <a:pt x="16261055" y="10157892"/>
                </a:lnTo>
                <a:close/>
              </a:path>
              <a:path w="18288635" h="10287000">
                <a:moveTo>
                  <a:pt x="16263785" y="6716090"/>
                </a:moveTo>
                <a:lnTo>
                  <a:pt x="16261791" y="6712610"/>
                </a:lnTo>
                <a:lnTo>
                  <a:pt x="16258312" y="6714617"/>
                </a:lnTo>
                <a:lnTo>
                  <a:pt x="16260318" y="6718084"/>
                </a:lnTo>
                <a:lnTo>
                  <a:pt x="16263785" y="6716090"/>
                </a:lnTo>
                <a:close/>
              </a:path>
              <a:path w="18288635" h="10287000">
                <a:moveTo>
                  <a:pt x="16266198" y="8138642"/>
                </a:moveTo>
                <a:lnTo>
                  <a:pt x="16257791" y="8124063"/>
                </a:lnTo>
                <a:lnTo>
                  <a:pt x="16243199" y="8132483"/>
                </a:lnTo>
                <a:lnTo>
                  <a:pt x="16251631" y="8147063"/>
                </a:lnTo>
                <a:lnTo>
                  <a:pt x="16266198" y="8138642"/>
                </a:lnTo>
                <a:close/>
              </a:path>
              <a:path w="18288635" h="10287000">
                <a:moveTo>
                  <a:pt x="16268891" y="9561297"/>
                </a:moveTo>
                <a:lnTo>
                  <a:pt x="16253854" y="9535249"/>
                </a:lnTo>
                <a:lnTo>
                  <a:pt x="16227819" y="9550286"/>
                </a:lnTo>
                <a:lnTo>
                  <a:pt x="16242856" y="9576333"/>
                </a:lnTo>
                <a:lnTo>
                  <a:pt x="16268891" y="9561297"/>
                </a:lnTo>
                <a:close/>
              </a:path>
              <a:path w="18288635" h="10287000">
                <a:moveTo>
                  <a:pt x="16272396" y="7541603"/>
                </a:moveTo>
                <a:lnTo>
                  <a:pt x="16266783" y="7531887"/>
                </a:lnTo>
                <a:lnTo>
                  <a:pt x="16257067" y="7537501"/>
                </a:lnTo>
                <a:lnTo>
                  <a:pt x="16262680" y="7547216"/>
                </a:lnTo>
                <a:lnTo>
                  <a:pt x="16272396" y="7541603"/>
                </a:lnTo>
                <a:close/>
              </a:path>
              <a:path w="18288635" h="10287000">
                <a:moveTo>
                  <a:pt x="16275634" y="8964397"/>
                </a:moveTo>
                <a:lnTo>
                  <a:pt x="16262998" y="8942514"/>
                </a:lnTo>
                <a:lnTo>
                  <a:pt x="16241129" y="8955151"/>
                </a:lnTo>
                <a:lnTo>
                  <a:pt x="16253752" y="8977020"/>
                </a:lnTo>
                <a:lnTo>
                  <a:pt x="16275634" y="8964397"/>
                </a:lnTo>
                <a:close/>
              </a:path>
              <a:path w="18288635" h="10287000">
                <a:moveTo>
                  <a:pt x="16278860" y="6944639"/>
                </a:moveTo>
                <a:lnTo>
                  <a:pt x="16275850" y="6939432"/>
                </a:lnTo>
                <a:lnTo>
                  <a:pt x="16270643" y="6942429"/>
                </a:lnTo>
                <a:lnTo>
                  <a:pt x="16273653" y="6947636"/>
                </a:lnTo>
                <a:lnTo>
                  <a:pt x="16278860" y="6944639"/>
                </a:lnTo>
                <a:close/>
              </a:path>
              <a:path w="18288635" h="10287000">
                <a:moveTo>
                  <a:pt x="16281819" y="8367344"/>
                </a:moveTo>
                <a:lnTo>
                  <a:pt x="16272002" y="8350339"/>
                </a:lnTo>
                <a:lnTo>
                  <a:pt x="16254984" y="8360156"/>
                </a:lnTo>
                <a:lnTo>
                  <a:pt x="16264801" y="8377174"/>
                </a:lnTo>
                <a:lnTo>
                  <a:pt x="16281819" y="8367344"/>
                </a:lnTo>
                <a:close/>
              </a:path>
              <a:path w="18288635" h="10287000">
                <a:moveTo>
                  <a:pt x="16283686" y="9789770"/>
                </a:moveTo>
                <a:lnTo>
                  <a:pt x="16267849" y="9762338"/>
                </a:lnTo>
                <a:lnTo>
                  <a:pt x="16240417" y="9778187"/>
                </a:lnTo>
                <a:lnTo>
                  <a:pt x="16256254" y="9805606"/>
                </a:lnTo>
                <a:lnTo>
                  <a:pt x="16283686" y="9789770"/>
                </a:lnTo>
                <a:close/>
              </a:path>
              <a:path w="18288635" h="10287000">
                <a:moveTo>
                  <a:pt x="16285871" y="6347815"/>
                </a:moveTo>
                <a:lnTo>
                  <a:pt x="16285071" y="6346418"/>
                </a:lnTo>
                <a:lnTo>
                  <a:pt x="16283674" y="6347219"/>
                </a:lnTo>
                <a:lnTo>
                  <a:pt x="16284474" y="6348616"/>
                </a:lnTo>
                <a:lnTo>
                  <a:pt x="16285871" y="6347815"/>
                </a:lnTo>
                <a:close/>
              </a:path>
              <a:path w="18288635" h="10287000">
                <a:moveTo>
                  <a:pt x="16287738" y="7770228"/>
                </a:moveTo>
                <a:lnTo>
                  <a:pt x="16280918" y="7758417"/>
                </a:lnTo>
                <a:lnTo>
                  <a:pt x="16269119" y="7765237"/>
                </a:lnTo>
                <a:lnTo>
                  <a:pt x="16275927" y="7777048"/>
                </a:lnTo>
                <a:lnTo>
                  <a:pt x="16287738" y="7770228"/>
                </a:lnTo>
                <a:close/>
              </a:path>
              <a:path w="18288635" h="10287000">
                <a:moveTo>
                  <a:pt x="16290976" y="9193022"/>
                </a:moveTo>
                <a:lnTo>
                  <a:pt x="16277133" y="9169057"/>
                </a:lnTo>
                <a:lnTo>
                  <a:pt x="16253181" y="9182900"/>
                </a:lnTo>
                <a:lnTo>
                  <a:pt x="16267011" y="9206852"/>
                </a:lnTo>
                <a:lnTo>
                  <a:pt x="16290976" y="9193022"/>
                </a:lnTo>
                <a:close/>
              </a:path>
              <a:path w="18288635" h="10287000">
                <a:moveTo>
                  <a:pt x="16293643" y="7173112"/>
                </a:moveTo>
                <a:lnTo>
                  <a:pt x="16289846" y="7166508"/>
                </a:lnTo>
                <a:lnTo>
                  <a:pt x="16283242" y="7170331"/>
                </a:lnTo>
                <a:lnTo>
                  <a:pt x="16287052" y="7176922"/>
                </a:lnTo>
                <a:lnTo>
                  <a:pt x="16293643" y="7173112"/>
                </a:lnTo>
                <a:close/>
              </a:path>
              <a:path w="18288635" h="10287000">
                <a:moveTo>
                  <a:pt x="16297161" y="8595970"/>
                </a:moveTo>
                <a:lnTo>
                  <a:pt x="16286137" y="8576869"/>
                </a:lnTo>
                <a:lnTo>
                  <a:pt x="16267037" y="8587905"/>
                </a:lnTo>
                <a:lnTo>
                  <a:pt x="16278060" y="8606993"/>
                </a:lnTo>
                <a:lnTo>
                  <a:pt x="16297161" y="8595970"/>
                </a:lnTo>
                <a:close/>
              </a:path>
              <a:path w="18288635" h="10287000">
                <a:moveTo>
                  <a:pt x="16298469" y="10018255"/>
                </a:moveTo>
                <a:lnTo>
                  <a:pt x="16281832" y="9989439"/>
                </a:lnTo>
                <a:lnTo>
                  <a:pt x="16253016" y="10006076"/>
                </a:lnTo>
                <a:lnTo>
                  <a:pt x="16269653" y="10034892"/>
                </a:lnTo>
                <a:lnTo>
                  <a:pt x="16298469" y="10018255"/>
                </a:lnTo>
                <a:close/>
              </a:path>
              <a:path w="18288635" h="10287000">
                <a:moveTo>
                  <a:pt x="16300666" y="6576288"/>
                </a:moveTo>
                <a:lnTo>
                  <a:pt x="16299053" y="6573507"/>
                </a:lnTo>
                <a:lnTo>
                  <a:pt x="16296285" y="6575120"/>
                </a:lnTo>
                <a:lnTo>
                  <a:pt x="16297885" y="6577889"/>
                </a:lnTo>
                <a:lnTo>
                  <a:pt x="16300666" y="6576288"/>
                </a:lnTo>
                <a:close/>
              </a:path>
              <a:path w="18288635" h="10287000">
                <a:moveTo>
                  <a:pt x="16303079" y="7998854"/>
                </a:moveTo>
                <a:lnTo>
                  <a:pt x="16295065" y="7984972"/>
                </a:lnTo>
                <a:lnTo>
                  <a:pt x="16281172" y="7992986"/>
                </a:lnTo>
                <a:lnTo>
                  <a:pt x="16289185" y="8006867"/>
                </a:lnTo>
                <a:lnTo>
                  <a:pt x="16303079" y="7998854"/>
                </a:lnTo>
                <a:close/>
              </a:path>
              <a:path w="18288635" h="10287000">
                <a:moveTo>
                  <a:pt x="16306038" y="9421571"/>
                </a:moveTo>
                <a:lnTo>
                  <a:pt x="16291192" y="9395879"/>
                </a:lnTo>
                <a:lnTo>
                  <a:pt x="16265513" y="9410713"/>
                </a:lnTo>
                <a:lnTo>
                  <a:pt x="16280333" y="9436405"/>
                </a:lnTo>
                <a:lnTo>
                  <a:pt x="16306038" y="9421571"/>
                </a:lnTo>
                <a:close/>
              </a:path>
              <a:path w="18288635" h="10287000">
                <a:moveTo>
                  <a:pt x="16308985" y="7401738"/>
                </a:moveTo>
                <a:lnTo>
                  <a:pt x="16303981" y="7393051"/>
                </a:lnTo>
                <a:lnTo>
                  <a:pt x="16295294" y="7398067"/>
                </a:lnTo>
                <a:lnTo>
                  <a:pt x="16300311" y="7406741"/>
                </a:lnTo>
                <a:lnTo>
                  <a:pt x="16308985" y="7401738"/>
                </a:lnTo>
                <a:close/>
              </a:path>
              <a:path w="18288635" h="10287000">
                <a:moveTo>
                  <a:pt x="16312503" y="8824595"/>
                </a:moveTo>
                <a:lnTo>
                  <a:pt x="16300272" y="8803411"/>
                </a:lnTo>
                <a:lnTo>
                  <a:pt x="16279089" y="8815641"/>
                </a:lnTo>
                <a:lnTo>
                  <a:pt x="16291319" y="8836825"/>
                </a:lnTo>
                <a:lnTo>
                  <a:pt x="16312503" y="8824595"/>
                </a:lnTo>
                <a:close/>
              </a:path>
              <a:path w="18288635" h="10287000">
                <a:moveTo>
                  <a:pt x="16312985" y="10246652"/>
                </a:moveTo>
                <a:lnTo>
                  <a:pt x="16295751" y="10216794"/>
                </a:lnTo>
                <a:lnTo>
                  <a:pt x="16265894" y="10234028"/>
                </a:lnTo>
                <a:lnTo>
                  <a:pt x="16283127" y="10263886"/>
                </a:lnTo>
                <a:lnTo>
                  <a:pt x="16312985" y="10246652"/>
                </a:lnTo>
                <a:close/>
              </a:path>
              <a:path w="18288635" h="10287000">
                <a:moveTo>
                  <a:pt x="16315728" y="6804838"/>
                </a:moveTo>
                <a:lnTo>
                  <a:pt x="16313125" y="6800329"/>
                </a:lnTo>
                <a:lnTo>
                  <a:pt x="16308604" y="6802933"/>
                </a:lnTo>
                <a:lnTo>
                  <a:pt x="16311220" y="6807441"/>
                </a:lnTo>
                <a:lnTo>
                  <a:pt x="16315728" y="6804838"/>
                </a:lnTo>
                <a:close/>
              </a:path>
              <a:path w="18288635" h="10287000">
                <a:moveTo>
                  <a:pt x="16318421" y="8227479"/>
                </a:moveTo>
                <a:lnTo>
                  <a:pt x="16309201" y="8211502"/>
                </a:lnTo>
                <a:lnTo>
                  <a:pt x="16293224" y="8220735"/>
                </a:lnTo>
                <a:lnTo>
                  <a:pt x="16302444" y="8236699"/>
                </a:lnTo>
                <a:lnTo>
                  <a:pt x="16318421" y="8227479"/>
                </a:lnTo>
                <a:close/>
              </a:path>
              <a:path w="18288635" h="10287000">
                <a:moveTo>
                  <a:pt x="16320821" y="9650044"/>
                </a:moveTo>
                <a:lnTo>
                  <a:pt x="16305187" y="9622968"/>
                </a:lnTo>
                <a:lnTo>
                  <a:pt x="16278111" y="9638601"/>
                </a:lnTo>
                <a:lnTo>
                  <a:pt x="16293745" y="9665678"/>
                </a:lnTo>
                <a:lnTo>
                  <a:pt x="16320821" y="9650044"/>
                </a:lnTo>
                <a:close/>
              </a:path>
              <a:path w="18288635" h="10287000">
                <a:moveTo>
                  <a:pt x="16324339" y="7630363"/>
                </a:moveTo>
                <a:lnTo>
                  <a:pt x="16318116" y="7619593"/>
                </a:lnTo>
                <a:lnTo>
                  <a:pt x="16307359" y="7625804"/>
                </a:lnTo>
                <a:lnTo>
                  <a:pt x="16313569" y="7636573"/>
                </a:lnTo>
                <a:lnTo>
                  <a:pt x="16324339" y="7630363"/>
                </a:lnTo>
                <a:close/>
              </a:path>
              <a:path w="18288635" h="10287000">
                <a:moveTo>
                  <a:pt x="16327565" y="9053144"/>
                </a:moveTo>
                <a:lnTo>
                  <a:pt x="16314344" y="9030233"/>
                </a:lnTo>
                <a:lnTo>
                  <a:pt x="16291421" y="9043467"/>
                </a:lnTo>
                <a:lnTo>
                  <a:pt x="16304654" y="9066378"/>
                </a:lnTo>
                <a:lnTo>
                  <a:pt x="16327565" y="9053144"/>
                </a:lnTo>
                <a:close/>
              </a:path>
              <a:path w="18288635" h="10287000">
                <a:moveTo>
                  <a:pt x="16330524" y="7033311"/>
                </a:moveTo>
                <a:lnTo>
                  <a:pt x="16327120" y="7027405"/>
                </a:lnTo>
                <a:lnTo>
                  <a:pt x="16321215" y="7030821"/>
                </a:lnTo>
                <a:lnTo>
                  <a:pt x="16324618" y="7036727"/>
                </a:lnTo>
                <a:lnTo>
                  <a:pt x="16330524" y="7033311"/>
                </a:lnTo>
                <a:close/>
              </a:path>
              <a:path w="18288635" h="10287000">
                <a:moveTo>
                  <a:pt x="16334029" y="8456181"/>
                </a:moveTo>
                <a:lnTo>
                  <a:pt x="16323399" y="8437778"/>
                </a:lnTo>
                <a:lnTo>
                  <a:pt x="16305010" y="8448396"/>
                </a:lnTo>
                <a:lnTo>
                  <a:pt x="16315627" y="8466798"/>
                </a:lnTo>
                <a:lnTo>
                  <a:pt x="16334029" y="8456181"/>
                </a:lnTo>
                <a:close/>
              </a:path>
              <a:path w="18288635" h="10287000">
                <a:moveTo>
                  <a:pt x="16335617" y="9878530"/>
                </a:moveTo>
                <a:lnTo>
                  <a:pt x="16319183" y="9850056"/>
                </a:lnTo>
                <a:lnTo>
                  <a:pt x="16290709" y="9866490"/>
                </a:lnTo>
                <a:lnTo>
                  <a:pt x="16307143" y="9894964"/>
                </a:lnTo>
                <a:lnTo>
                  <a:pt x="16335617" y="9878530"/>
                </a:lnTo>
                <a:close/>
              </a:path>
              <a:path w="18288635" h="10287000">
                <a:moveTo>
                  <a:pt x="16337534" y="6436487"/>
                </a:moveTo>
                <a:lnTo>
                  <a:pt x="16336328" y="6434404"/>
                </a:lnTo>
                <a:lnTo>
                  <a:pt x="16334245" y="6435611"/>
                </a:lnTo>
                <a:lnTo>
                  <a:pt x="16335451" y="6437693"/>
                </a:lnTo>
                <a:lnTo>
                  <a:pt x="16337534" y="6436487"/>
                </a:lnTo>
                <a:close/>
              </a:path>
              <a:path w="18288635" h="10287000">
                <a:moveTo>
                  <a:pt x="16339668" y="7858976"/>
                </a:moveTo>
                <a:lnTo>
                  <a:pt x="16332251" y="7846136"/>
                </a:lnTo>
                <a:lnTo>
                  <a:pt x="16319411" y="7853553"/>
                </a:lnTo>
                <a:lnTo>
                  <a:pt x="16326828" y="7866405"/>
                </a:lnTo>
                <a:lnTo>
                  <a:pt x="16339668" y="7858976"/>
                </a:lnTo>
                <a:close/>
              </a:path>
              <a:path w="18288635" h="10287000">
                <a:moveTo>
                  <a:pt x="16342906" y="9281770"/>
                </a:moveTo>
                <a:lnTo>
                  <a:pt x="16328479" y="9256776"/>
                </a:lnTo>
                <a:lnTo>
                  <a:pt x="16303473" y="9271203"/>
                </a:lnTo>
                <a:lnTo>
                  <a:pt x="16317913" y="9296197"/>
                </a:lnTo>
                <a:lnTo>
                  <a:pt x="16342906" y="9281770"/>
                </a:lnTo>
                <a:close/>
              </a:path>
              <a:path w="18288635" h="10287000">
                <a:moveTo>
                  <a:pt x="16345586" y="7261860"/>
                </a:moveTo>
                <a:lnTo>
                  <a:pt x="16341179" y="7254227"/>
                </a:lnTo>
                <a:lnTo>
                  <a:pt x="16333534" y="7258634"/>
                </a:lnTo>
                <a:lnTo>
                  <a:pt x="16337953" y="7266267"/>
                </a:lnTo>
                <a:lnTo>
                  <a:pt x="16345586" y="7261860"/>
                </a:lnTo>
                <a:close/>
              </a:path>
              <a:path w="18288635" h="10287000">
                <a:moveTo>
                  <a:pt x="16349091" y="8684730"/>
                </a:moveTo>
                <a:lnTo>
                  <a:pt x="16337471" y="8664588"/>
                </a:lnTo>
                <a:lnTo>
                  <a:pt x="16317329" y="8676208"/>
                </a:lnTo>
                <a:lnTo>
                  <a:pt x="16328962" y="8696350"/>
                </a:lnTo>
                <a:lnTo>
                  <a:pt x="16349091" y="8684730"/>
                </a:lnTo>
                <a:close/>
              </a:path>
              <a:path w="18288635" h="10287000">
                <a:moveTo>
                  <a:pt x="16350412" y="10107003"/>
                </a:moveTo>
                <a:lnTo>
                  <a:pt x="16333165" y="10077145"/>
                </a:lnTo>
                <a:lnTo>
                  <a:pt x="16303308" y="10094379"/>
                </a:lnTo>
                <a:lnTo>
                  <a:pt x="16320554" y="10124237"/>
                </a:lnTo>
                <a:lnTo>
                  <a:pt x="16350412" y="10107003"/>
                </a:lnTo>
                <a:close/>
              </a:path>
              <a:path w="18288635" h="10287000">
                <a:moveTo>
                  <a:pt x="16352330" y="6653187"/>
                </a:moveTo>
                <a:lnTo>
                  <a:pt x="16346843" y="6653187"/>
                </a:lnTo>
                <a:lnTo>
                  <a:pt x="16348850" y="6665887"/>
                </a:lnTo>
                <a:lnTo>
                  <a:pt x="16352330" y="6653187"/>
                </a:lnTo>
                <a:close/>
              </a:path>
              <a:path w="18288635" h="10287000">
                <a:moveTo>
                  <a:pt x="16355009" y="8087601"/>
                </a:moveTo>
                <a:lnTo>
                  <a:pt x="16346399" y="8072679"/>
                </a:lnTo>
                <a:lnTo>
                  <a:pt x="16331464" y="8081302"/>
                </a:lnTo>
                <a:lnTo>
                  <a:pt x="16340087" y="8096224"/>
                </a:lnTo>
                <a:lnTo>
                  <a:pt x="16355009" y="8087601"/>
                </a:lnTo>
                <a:close/>
              </a:path>
              <a:path w="18288635" h="10287000">
                <a:moveTo>
                  <a:pt x="16357969" y="9510319"/>
                </a:moveTo>
                <a:lnTo>
                  <a:pt x="16342538" y="9483585"/>
                </a:lnTo>
                <a:lnTo>
                  <a:pt x="16315805" y="9499016"/>
                </a:lnTo>
                <a:lnTo>
                  <a:pt x="16331235" y="9525762"/>
                </a:lnTo>
                <a:lnTo>
                  <a:pt x="16357969" y="9510319"/>
                </a:lnTo>
                <a:close/>
              </a:path>
              <a:path w="18288635" h="10287000">
                <a:moveTo>
                  <a:pt x="16360928" y="7478687"/>
                </a:moveTo>
                <a:lnTo>
                  <a:pt x="16345586" y="7478687"/>
                </a:lnTo>
                <a:lnTo>
                  <a:pt x="16351199" y="7491387"/>
                </a:lnTo>
                <a:lnTo>
                  <a:pt x="16360928" y="7478687"/>
                </a:lnTo>
                <a:close/>
              </a:path>
              <a:path w="18288635" h="10287000">
                <a:moveTo>
                  <a:pt x="16364712" y="8913419"/>
                </a:moveTo>
                <a:lnTo>
                  <a:pt x="16351682" y="8890851"/>
                </a:lnTo>
                <a:lnTo>
                  <a:pt x="16329114" y="8903881"/>
                </a:lnTo>
                <a:lnTo>
                  <a:pt x="16342144" y="8926449"/>
                </a:lnTo>
                <a:lnTo>
                  <a:pt x="16364712" y="8913419"/>
                </a:lnTo>
                <a:close/>
              </a:path>
              <a:path w="18288635" h="10287000">
                <a:moveTo>
                  <a:pt x="16367392" y="6881787"/>
                </a:moveTo>
                <a:lnTo>
                  <a:pt x="16359175" y="6881787"/>
                </a:lnTo>
                <a:lnTo>
                  <a:pt x="16362185" y="6894487"/>
                </a:lnTo>
                <a:lnTo>
                  <a:pt x="16367392" y="6881787"/>
                </a:lnTo>
                <a:close/>
              </a:path>
              <a:path w="18288635" h="10287000">
                <a:moveTo>
                  <a:pt x="16370630" y="8316303"/>
                </a:moveTo>
                <a:lnTo>
                  <a:pt x="16360597" y="8298942"/>
                </a:lnTo>
                <a:lnTo>
                  <a:pt x="16343249" y="8308962"/>
                </a:lnTo>
                <a:lnTo>
                  <a:pt x="16353270" y="8326323"/>
                </a:lnTo>
                <a:lnTo>
                  <a:pt x="16370630" y="8316303"/>
                </a:lnTo>
                <a:close/>
              </a:path>
              <a:path w="18288635" h="10287000">
                <a:moveTo>
                  <a:pt x="16373031" y="9738868"/>
                </a:moveTo>
                <a:lnTo>
                  <a:pt x="16356597" y="9710407"/>
                </a:lnTo>
                <a:lnTo>
                  <a:pt x="16328124" y="9726841"/>
                </a:lnTo>
                <a:lnTo>
                  <a:pt x="16344557" y="9755314"/>
                </a:lnTo>
                <a:lnTo>
                  <a:pt x="16373031" y="9738868"/>
                </a:lnTo>
                <a:close/>
              </a:path>
              <a:path w="18288635" h="10287000">
                <a:moveTo>
                  <a:pt x="16374402" y="6296698"/>
                </a:moveTo>
                <a:lnTo>
                  <a:pt x="16373602" y="6295314"/>
                </a:lnTo>
                <a:lnTo>
                  <a:pt x="16372205" y="6296114"/>
                </a:lnTo>
                <a:lnTo>
                  <a:pt x="16373005" y="6297498"/>
                </a:lnTo>
                <a:lnTo>
                  <a:pt x="16374402" y="6296698"/>
                </a:lnTo>
                <a:close/>
              </a:path>
              <a:path w="18288635" h="10287000">
                <a:moveTo>
                  <a:pt x="16376549" y="7707287"/>
                </a:moveTo>
                <a:lnTo>
                  <a:pt x="16369526" y="7694587"/>
                </a:lnTo>
                <a:lnTo>
                  <a:pt x="16357372" y="7707287"/>
                </a:lnTo>
                <a:lnTo>
                  <a:pt x="16364395" y="7719987"/>
                </a:lnTo>
                <a:lnTo>
                  <a:pt x="16376549" y="7707287"/>
                </a:lnTo>
                <a:close/>
              </a:path>
              <a:path w="18288635" h="10287000">
                <a:moveTo>
                  <a:pt x="16380054" y="9142044"/>
                </a:moveTo>
                <a:lnTo>
                  <a:pt x="16365817" y="9117393"/>
                </a:lnTo>
                <a:lnTo>
                  <a:pt x="16341166" y="9131630"/>
                </a:lnTo>
                <a:lnTo>
                  <a:pt x="16355403" y="9156281"/>
                </a:lnTo>
                <a:lnTo>
                  <a:pt x="16380054" y="9142044"/>
                </a:lnTo>
                <a:close/>
              </a:path>
              <a:path w="18288635" h="10287000">
                <a:moveTo>
                  <a:pt x="16382187" y="7110387"/>
                </a:moveTo>
                <a:lnTo>
                  <a:pt x="16371773" y="7110387"/>
                </a:lnTo>
                <a:lnTo>
                  <a:pt x="16375583" y="7123087"/>
                </a:lnTo>
                <a:lnTo>
                  <a:pt x="16382187" y="7110387"/>
                </a:lnTo>
                <a:close/>
              </a:path>
              <a:path w="18288635" h="10287000">
                <a:moveTo>
                  <a:pt x="16385972" y="8544928"/>
                </a:moveTo>
                <a:lnTo>
                  <a:pt x="16374745" y="8525485"/>
                </a:lnTo>
                <a:lnTo>
                  <a:pt x="16355302" y="8536711"/>
                </a:lnTo>
                <a:lnTo>
                  <a:pt x="16366528" y="8556155"/>
                </a:lnTo>
                <a:lnTo>
                  <a:pt x="16385972" y="8544928"/>
                </a:lnTo>
                <a:close/>
              </a:path>
              <a:path w="18288635" h="10287000">
                <a:moveTo>
                  <a:pt x="16387826" y="9967354"/>
                </a:moveTo>
                <a:lnTo>
                  <a:pt x="16370592" y="9937496"/>
                </a:lnTo>
                <a:lnTo>
                  <a:pt x="16340735" y="9954730"/>
                </a:lnTo>
                <a:lnTo>
                  <a:pt x="16357969" y="9984588"/>
                </a:lnTo>
                <a:lnTo>
                  <a:pt x="16387826" y="9967354"/>
                </a:lnTo>
                <a:close/>
              </a:path>
              <a:path w="18288635" h="10287000">
                <a:moveTo>
                  <a:pt x="16389198" y="6525171"/>
                </a:moveTo>
                <a:lnTo>
                  <a:pt x="16387598" y="6522402"/>
                </a:lnTo>
                <a:lnTo>
                  <a:pt x="16384816" y="6524003"/>
                </a:lnTo>
                <a:lnTo>
                  <a:pt x="16386417" y="6526784"/>
                </a:lnTo>
                <a:lnTo>
                  <a:pt x="16389198" y="6525171"/>
                </a:lnTo>
                <a:close/>
              </a:path>
              <a:path w="18288635" h="10287000">
                <a:moveTo>
                  <a:pt x="16391878" y="7935887"/>
                </a:moveTo>
                <a:lnTo>
                  <a:pt x="16383661" y="7923187"/>
                </a:lnTo>
                <a:lnTo>
                  <a:pt x="16369437" y="7935887"/>
                </a:lnTo>
                <a:lnTo>
                  <a:pt x="16377641" y="7948587"/>
                </a:lnTo>
                <a:lnTo>
                  <a:pt x="16391878" y="7935887"/>
                </a:lnTo>
                <a:close/>
              </a:path>
              <a:path w="18288635" h="10287000">
                <a:moveTo>
                  <a:pt x="16395116" y="9370606"/>
                </a:moveTo>
                <a:lnTo>
                  <a:pt x="16379889" y="9344215"/>
                </a:lnTo>
                <a:lnTo>
                  <a:pt x="16353498" y="9359443"/>
                </a:lnTo>
                <a:lnTo>
                  <a:pt x="16368738" y="9385833"/>
                </a:lnTo>
                <a:lnTo>
                  <a:pt x="16395116" y="9370606"/>
                </a:lnTo>
                <a:close/>
              </a:path>
              <a:path w="18288635" h="10287000">
                <a:moveTo>
                  <a:pt x="16397796" y="7338987"/>
                </a:moveTo>
                <a:lnTo>
                  <a:pt x="16383559" y="7338987"/>
                </a:lnTo>
                <a:lnTo>
                  <a:pt x="16388766" y="7351687"/>
                </a:lnTo>
                <a:lnTo>
                  <a:pt x="16397796" y="7338987"/>
                </a:lnTo>
                <a:close/>
              </a:path>
              <a:path w="18288635" h="10287000">
                <a:moveTo>
                  <a:pt x="16401580" y="8773630"/>
                </a:moveTo>
                <a:lnTo>
                  <a:pt x="16388944" y="8751760"/>
                </a:lnTo>
                <a:lnTo>
                  <a:pt x="16367074" y="8764384"/>
                </a:lnTo>
                <a:lnTo>
                  <a:pt x="16379711" y="8786254"/>
                </a:lnTo>
                <a:lnTo>
                  <a:pt x="16401580" y="8773630"/>
                </a:lnTo>
                <a:close/>
              </a:path>
              <a:path w="18288635" h="10287000">
                <a:moveTo>
                  <a:pt x="16402622" y="10195827"/>
                </a:moveTo>
                <a:lnTo>
                  <a:pt x="16384575" y="10164585"/>
                </a:lnTo>
                <a:lnTo>
                  <a:pt x="16353333" y="10182619"/>
                </a:lnTo>
                <a:lnTo>
                  <a:pt x="16371367" y="10213873"/>
                </a:lnTo>
                <a:lnTo>
                  <a:pt x="16402622" y="10195827"/>
                </a:lnTo>
                <a:close/>
              </a:path>
              <a:path w="18288635" h="10287000">
                <a:moveTo>
                  <a:pt x="16404260" y="6742087"/>
                </a:moveTo>
                <a:lnTo>
                  <a:pt x="16397135" y="6742087"/>
                </a:lnTo>
                <a:lnTo>
                  <a:pt x="16399752" y="6754787"/>
                </a:lnTo>
                <a:lnTo>
                  <a:pt x="16404260" y="6742087"/>
                </a:lnTo>
                <a:close/>
              </a:path>
              <a:path w="18288635" h="10287000">
                <a:moveTo>
                  <a:pt x="16407219" y="8176438"/>
                </a:moveTo>
                <a:lnTo>
                  <a:pt x="16397796" y="8160118"/>
                </a:lnTo>
                <a:lnTo>
                  <a:pt x="16381489" y="8169542"/>
                </a:lnTo>
                <a:lnTo>
                  <a:pt x="16390912" y="8185861"/>
                </a:lnTo>
                <a:lnTo>
                  <a:pt x="16407219" y="8176438"/>
                </a:lnTo>
                <a:close/>
              </a:path>
              <a:path w="18288635" h="10287000">
                <a:moveTo>
                  <a:pt x="16410178" y="9599155"/>
                </a:moveTo>
                <a:lnTo>
                  <a:pt x="16393948" y="9571025"/>
                </a:lnTo>
                <a:lnTo>
                  <a:pt x="16365830" y="9587268"/>
                </a:lnTo>
                <a:lnTo>
                  <a:pt x="16382060" y="9615386"/>
                </a:lnTo>
                <a:lnTo>
                  <a:pt x="16410178" y="9599155"/>
                </a:lnTo>
                <a:close/>
              </a:path>
              <a:path w="18288635" h="10287000">
                <a:moveTo>
                  <a:pt x="16413137" y="7567587"/>
                </a:moveTo>
                <a:lnTo>
                  <a:pt x="16395611" y="7567587"/>
                </a:lnTo>
                <a:lnTo>
                  <a:pt x="16402025" y="7580287"/>
                </a:lnTo>
                <a:lnTo>
                  <a:pt x="16413137" y="7567587"/>
                </a:lnTo>
                <a:close/>
              </a:path>
              <a:path w="18288635" h="10287000">
                <a:moveTo>
                  <a:pt x="16416922" y="9002255"/>
                </a:moveTo>
                <a:lnTo>
                  <a:pt x="16403092" y="8978290"/>
                </a:lnTo>
                <a:lnTo>
                  <a:pt x="16379127" y="8992121"/>
                </a:lnTo>
                <a:lnTo>
                  <a:pt x="16392970" y="9016086"/>
                </a:lnTo>
                <a:lnTo>
                  <a:pt x="16416922" y="9002255"/>
                </a:lnTo>
                <a:close/>
              </a:path>
              <a:path w="18288635" h="10287000">
                <a:moveTo>
                  <a:pt x="16419056" y="6970687"/>
                </a:moveTo>
                <a:lnTo>
                  <a:pt x="16409746" y="6970687"/>
                </a:lnTo>
                <a:lnTo>
                  <a:pt x="16413150" y="6983387"/>
                </a:lnTo>
                <a:lnTo>
                  <a:pt x="16419056" y="6970687"/>
                </a:lnTo>
                <a:close/>
              </a:path>
              <a:path w="18288635" h="10287000">
                <a:moveTo>
                  <a:pt x="16422840" y="8405127"/>
                </a:moveTo>
                <a:lnTo>
                  <a:pt x="16412020" y="8386381"/>
                </a:lnTo>
                <a:lnTo>
                  <a:pt x="16393262" y="8397202"/>
                </a:lnTo>
                <a:lnTo>
                  <a:pt x="16404095" y="8415960"/>
                </a:lnTo>
                <a:lnTo>
                  <a:pt x="16422840" y="8405127"/>
                </a:lnTo>
                <a:close/>
              </a:path>
              <a:path w="18288635" h="10287000">
                <a:moveTo>
                  <a:pt x="16424974" y="9827628"/>
                </a:moveTo>
                <a:lnTo>
                  <a:pt x="16407930" y="9798113"/>
                </a:lnTo>
                <a:lnTo>
                  <a:pt x="16378428" y="9815157"/>
                </a:lnTo>
                <a:lnTo>
                  <a:pt x="16395459" y="9844672"/>
                </a:lnTo>
                <a:lnTo>
                  <a:pt x="16424974" y="9827628"/>
                </a:lnTo>
                <a:close/>
              </a:path>
              <a:path w="18288635" h="10287000">
                <a:moveTo>
                  <a:pt x="16426066" y="6385382"/>
                </a:moveTo>
                <a:lnTo>
                  <a:pt x="16424859" y="6383287"/>
                </a:lnTo>
                <a:lnTo>
                  <a:pt x="16422777" y="6384493"/>
                </a:lnTo>
                <a:lnTo>
                  <a:pt x="16423983" y="6386576"/>
                </a:lnTo>
                <a:lnTo>
                  <a:pt x="16426066" y="6385382"/>
                </a:lnTo>
                <a:close/>
              </a:path>
              <a:path w="18288635" h="10287000">
                <a:moveTo>
                  <a:pt x="16428479" y="7796187"/>
                </a:moveTo>
                <a:lnTo>
                  <a:pt x="16420859" y="7783487"/>
                </a:lnTo>
                <a:lnTo>
                  <a:pt x="16407676" y="7796187"/>
                </a:lnTo>
                <a:lnTo>
                  <a:pt x="16415284" y="7808887"/>
                </a:lnTo>
                <a:lnTo>
                  <a:pt x="16428479" y="7796187"/>
                </a:lnTo>
                <a:close/>
              </a:path>
              <a:path w="18288635" h="10287000">
                <a:moveTo>
                  <a:pt x="16431997" y="9230804"/>
                </a:moveTo>
                <a:lnTo>
                  <a:pt x="16417151" y="9205112"/>
                </a:lnTo>
                <a:lnTo>
                  <a:pt x="16391458" y="9219946"/>
                </a:lnTo>
                <a:lnTo>
                  <a:pt x="16406292" y="9245638"/>
                </a:lnTo>
                <a:lnTo>
                  <a:pt x="16431997" y="9230804"/>
                </a:lnTo>
                <a:close/>
              </a:path>
              <a:path w="18288635" h="10287000">
                <a:moveTo>
                  <a:pt x="16434397" y="7199287"/>
                </a:moveTo>
                <a:lnTo>
                  <a:pt x="16421799" y="7199287"/>
                </a:lnTo>
                <a:lnTo>
                  <a:pt x="16426409" y="7211987"/>
                </a:lnTo>
                <a:lnTo>
                  <a:pt x="16434397" y="7199287"/>
                </a:lnTo>
                <a:close/>
              </a:path>
              <a:path w="18288635" h="10287000">
                <a:moveTo>
                  <a:pt x="16438182" y="8633752"/>
                </a:moveTo>
                <a:lnTo>
                  <a:pt x="16426155" y="8612924"/>
                </a:lnTo>
                <a:lnTo>
                  <a:pt x="16405314" y="8624951"/>
                </a:lnTo>
                <a:lnTo>
                  <a:pt x="16417341" y="8645779"/>
                </a:lnTo>
                <a:lnTo>
                  <a:pt x="16438182" y="8633752"/>
                </a:lnTo>
                <a:close/>
              </a:path>
              <a:path w="18288635" h="10287000">
                <a:moveTo>
                  <a:pt x="16440036" y="10056177"/>
                </a:moveTo>
                <a:lnTo>
                  <a:pt x="16422002" y="10024935"/>
                </a:lnTo>
                <a:lnTo>
                  <a:pt x="16390747" y="10042969"/>
                </a:lnTo>
                <a:lnTo>
                  <a:pt x="16408794" y="10074224"/>
                </a:lnTo>
                <a:lnTo>
                  <a:pt x="16440036" y="10056177"/>
                </a:lnTo>
                <a:close/>
              </a:path>
              <a:path w="18288635" h="10287000">
                <a:moveTo>
                  <a:pt x="16440861" y="6602387"/>
                </a:moveTo>
                <a:lnTo>
                  <a:pt x="16435375" y="6602387"/>
                </a:lnTo>
                <a:lnTo>
                  <a:pt x="16437382" y="6615087"/>
                </a:lnTo>
                <a:lnTo>
                  <a:pt x="16440861" y="6602387"/>
                </a:lnTo>
                <a:close/>
              </a:path>
              <a:path w="18288635" h="10287000">
                <a:moveTo>
                  <a:pt x="16443821" y="8024787"/>
                </a:moveTo>
                <a:lnTo>
                  <a:pt x="16434994" y="8012087"/>
                </a:lnTo>
                <a:lnTo>
                  <a:pt x="16419729" y="8024787"/>
                </a:lnTo>
                <a:lnTo>
                  <a:pt x="16428542" y="8037487"/>
                </a:lnTo>
                <a:lnTo>
                  <a:pt x="16443821" y="8024787"/>
                </a:lnTo>
                <a:close/>
              </a:path>
              <a:path w="18288635" h="10287000">
                <a:moveTo>
                  <a:pt x="16447059" y="9459354"/>
                </a:moveTo>
                <a:lnTo>
                  <a:pt x="16431222" y="9431922"/>
                </a:lnTo>
                <a:lnTo>
                  <a:pt x="16403790" y="9447759"/>
                </a:lnTo>
                <a:lnTo>
                  <a:pt x="16419627" y="9475191"/>
                </a:lnTo>
                <a:lnTo>
                  <a:pt x="16447059" y="9459354"/>
                </a:lnTo>
                <a:close/>
              </a:path>
              <a:path w="18288635" h="10287000">
                <a:moveTo>
                  <a:pt x="16449739" y="7427887"/>
                </a:moveTo>
                <a:lnTo>
                  <a:pt x="16433851" y="7427887"/>
                </a:lnTo>
                <a:lnTo>
                  <a:pt x="16439668" y="7440587"/>
                </a:lnTo>
                <a:lnTo>
                  <a:pt x="16449739" y="7427887"/>
                </a:lnTo>
                <a:close/>
              </a:path>
              <a:path w="18288635" h="10287000">
                <a:moveTo>
                  <a:pt x="16453511" y="8862377"/>
                </a:moveTo>
                <a:lnTo>
                  <a:pt x="16440290" y="8839467"/>
                </a:lnTo>
                <a:lnTo>
                  <a:pt x="16417366" y="8852700"/>
                </a:lnTo>
                <a:lnTo>
                  <a:pt x="16430600" y="8875611"/>
                </a:lnTo>
                <a:lnTo>
                  <a:pt x="16453511" y="8862377"/>
                </a:lnTo>
                <a:close/>
              </a:path>
              <a:path w="18288635" h="10287000">
                <a:moveTo>
                  <a:pt x="16454831" y="10284663"/>
                </a:moveTo>
                <a:lnTo>
                  <a:pt x="16435985" y="10252024"/>
                </a:lnTo>
                <a:lnTo>
                  <a:pt x="16403346" y="10270858"/>
                </a:lnTo>
                <a:lnTo>
                  <a:pt x="16412667" y="10286987"/>
                </a:lnTo>
                <a:lnTo>
                  <a:pt x="16450793" y="10286987"/>
                </a:lnTo>
                <a:lnTo>
                  <a:pt x="16454831" y="10284663"/>
                </a:lnTo>
                <a:close/>
              </a:path>
              <a:path w="18288635" h="10287000">
                <a:moveTo>
                  <a:pt x="16455924" y="6830987"/>
                </a:moveTo>
                <a:lnTo>
                  <a:pt x="16447707" y="6830987"/>
                </a:lnTo>
                <a:lnTo>
                  <a:pt x="16450717" y="6843687"/>
                </a:lnTo>
                <a:lnTo>
                  <a:pt x="16455924" y="6830987"/>
                </a:lnTo>
                <a:close/>
              </a:path>
              <a:path w="18288635" h="10287000">
                <a:moveTo>
                  <a:pt x="16459429" y="8265261"/>
                </a:moveTo>
                <a:lnTo>
                  <a:pt x="16449205" y="8247558"/>
                </a:lnTo>
                <a:lnTo>
                  <a:pt x="16431502" y="8257781"/>
                </a:lnTo>
                <a:lnTo>
                  <a:pt x="16441725" y="8275485"/>
                </a:lnTo>
                <a:lnTo>
                  <a:pt x="16459429" y="8265261"/>
                </a:lnTo>
                <a:close/>
              </a:path>
              <a:path w="18288635" h="10287000">
                <a:moveTo>
                  <a:pt x="16462388" y="9687979"/>
                </a:moveTo>
                <a:lnTo>
                  <a:pt x="16445357" y="9658464"/>
                </a:lnTo>
                <a:lnTo>
                  <a:pt x="16415842" y="9675508"/>
                </a:lnTo>
                <a:lnTo>
                  <a:pt x="16432886" y="9705022"/>
                </a:lnTo>
                <a:lnTo>
                  <a:pt x="16462388" y="9687979"/>
                </a:lnTo>
                <a:close/>
              </a:path>
              <a:path w="18288635" h="10287000">
                <a:moveTo>
                  <a:pt x="16462934" y="6245580"/>
                </a:moveTo>
                <a:lnTo>
                  <a:pt x="16462134" y="6244196"/>
                </a:lnTo>
                <a:lnTo>
                  <a:pt x="16460750" y="6244996"/>
                </a:lnTo>
                <a:lnTo>
                  <a:pt x="16461550" y="6246380"/>
                </a:lnTo>
                <a:lnTo>
                  <a:pt x="16462934" y="6245580"/>
                </a:lnTo>
                <a:close/>
              </a:path>
              <a:path w="18288635" h="10287000">
                <a:moveTo>
                  <a:pt x="16465068" y="7656487"/>
                </a:moveTo>
                <a:lnTo>
                  <a:pt x="16458057" y="7643787"/>
                </a:lnTo>
                <a:lnTo>
                  <a:pt x="16445903" y="7656487"/>
                </a:lnTo>
                <a:lnTo>
                  <a:pt x="16452926" y="7669187"/>
                </a:lnTo>
                <a:lnTo>
                  <a:pt x="16465068" y="7656487"/>
                </a:lnTo>
                <a:close/>
              </a:path>
              <a:path w="18288635" h="10287000">
                <a:moveTo>
                  <a:pt x="16469132" y="9091079"/>
                </a:moveTo>
                <a:lnTo>
                  <a:pt x="16454501" y="9065730"/>
                </a:lnTo>
                <a:lnTo>
                  <a:pt x="16429152" y="9080360"/>
                </a:lnTo>
                <a:lnTo>
                  <a:pt x="16443782" y="9105709"/>
                </a:lnTo>
                <a:lnTo>
                  <a:pt x="16469132" y="9091079"/>
                </a:lnTo>
                <a:close/>
              </a:path>
              <a:path w="18288635" h="10287000">
                <a:moveTo>
                  <a:pt x="16470986" y="7059587"/>
                </a:moveTo>
                <a:lnTo>
                  <a:pt x="16460038" y="7059587"/>
                </a:lnTo>
                <a:lnTo>
                  <a:pt x="16464052" y="7072287"/>
                </a:lnTo>
                <a:lnTo>
                  <a:pt x="16470986" y="7059587"/>
                </a:lnTo>
                <a:close/>
              </a:path>
              <a:path w="18288635" h="10287000">
                <a:moveTo>
                  <a:pt x="16474770" y="8493887"/>
                </a:moveTo>
                <a:lnTo>
                  <a:pt x="16463353" y="8474100"/>
                </a:lnTo>
                <a:lnTo>
                  <a:pt x="16443554" y="8485518"/>
                </a:lnTo>
                <a:lnTo>
                  <a:pt x="16454984" y="8505317"/>
                </a:lnTo>
                <a:lnTo>
                  <a:pt x="16474770" y="8493887"/>
                </a:lnTo>
                <a:close/>
              </a:path>
              <a:path w="18288635" h="10287000">
                <a:moveTo>
                  <a:pt x="16477463" y="9916528"/>
                </a:moveTo>
                <a:lnTo>
                  <a:pt x="16459416" y="9885286"/>
                </a:lnTo>
                <a:lnTo>
                  <a:pt x="16428174" y="9903320"/>
                </a:lnTo>
                <a:lnTo>
                  <a:pt x="16446208" y="9934575"/>
                </a:lnTo>
                <a:lnTo>
                  <a:pt x="16477463" y="9916528"/>
                </a:lnTo>
                <a:close/>
              </a:path>
              <a:path w="18288635" h="10287000">
                <a:moveTo>
                  <a:pt x="16477730" y="6474053"/>
                </a:moveTo>
                <a:lnTo>
                  <a:pt x="16476129" y="6471285"/>
                </a:lnTo>
                <a:lnTo>
                  <a:pt x="16473348" y="6472885"/>
                </a:lnTo>
                <a:lnTo>
                  <a:pt x="16474948" y="6475654"/>
                </a:lnTo>
                <a:lnTo>
                  <a:pt x="16477730" y="6474053"/>
                </a:lnTo>
                <a:close/>
              </a:path>
              <a:path w="18288635" h="10287000">
                <a:moveTo>
                  <a:pt x="16480689" y="7885087"/>
                </a:moveTo>
                <a:lnTo>
                  <a:pt x="16472269" y="7872387"/>
                </a:lnTo>
                <a:lnTo>
                  <a:pt x="16457689" y="7885087"/>
                </a:lnTo>
                <a:lnTo>
                  <a:pt x="16466109" y="7897787"/>
                </a:lnTo>
                <a:lnTo>
                  <a:pt x="16480689" y="7885087"/>
                </a:lnTo>
                <a:close/>
              </a:path>
              <a:path w="18288635" h="10287000">
                <a:moveTo>
                  <a:pt x="16484194" y="9319628"/>
                </a:moveTo>
                <a:lnTo>
                  <a:pt x="16468560" y="9292552"/>
                </a:lnTo>
                <a:lnTo>
                  <a:pt x="16441484" y="9308186"/>
                </a:lnTo>
                <a:lnTo>
                  <a:pt x="16457117" y="9335262"/>
                </a:lnTo>
                <a:lnTo>
                  <a:pt x="16484194" y="9319628"/>
                </a:lnTo>
                <a:close/>
              </a:path>
              <a:path w="18288635" h="10287000">
                <a:moveTo>
                  <a:pt x="16486327" y="7288187"/>
                </a:moveTo>
                <a:lnTo>
                  <a:pt x="16472091" y="7288187"/>
                </a:lnTo>
                <a:lnTo>
                  <a:pt x="16477298" y="7300887"/>
                </a:lnTo>
                <a:lnTo>
                  <a:pt x="16486327" y="7288187"/>
                </a:lnTo>
                <a:close/>
              </a:path>
              <a:path w="18288635" h="10287000">
                <a:moveTo>
                  <a:pt x="16490391" y="8722589"/>
                </a:moveTo>
                <a:lnTo>
                  <a:pt x="16477564" y="8700364"/>
                </a:lnTo>
                <a:lnTo>
                  <a:pt x="16455339" y="8713191"/>
                </a:lnTo>
                <a:lnTo>
                  <a:pt x="16468166" y="8735416"/>
                </a:lnTo>
                <a:lnTo>
                  <a:pt x="16490391" y="8722589"/>
                </a:lnTo>
                <a:close/>
              </a:path>
              <a:path w="18288635" h="10287000">
                <a:moveTo>
                  <a:pt x="16492246" y="10145014"/>
                </a:moveTo>
                <a:lnTo>
                  <a:pt x="16473412" y="10112375"/>
                </a:lnTo>
                <a:lnTo>
                  <a:pt x="16440773" y="10131222"/>
                </a:lnTo>
                <a:lnTo>
                  <a:pt x="16459619" y="10163848"/>
                </a:lnTo>
                <a:lnTo>
                  <a:pt x="16492246" y="10145014"/>
                </a:lnTo>
                <a:close/>
              </a:path>
              <a:path w="18288635" h="10287000">
                <a:moveTo>
                  <a:pt x="16492792" y="6691287"/>
                </a:moveTo>
                <a:lnTo>
                  <a:pt x="16485667" y="6691287"/>
                </a:lnTo>
                <a:lnTo>
                  <a:pt x="16488283" y="6703987"/>
                </a:lnTo>
                <a:lnTo>
                  <a:pt x="16492792" y="6691287"/>
                </a:lnTo>
                <a:close/>
              </a:path>
              <a:path w="18288635" h="10287000">
                <a:moveTo>
                  <a:pt x="16496030" y="8113687"/>
                </a:moveTo>
                <a:lnTo>
                  <a:pt x="16486404" y="8100987"/>
                </a:lnTo>
                <a:lnTo>
                  <a:pt x="16469741" y="8113687"/>
                </a:lnTo>
                <a:lnTo>
                  <a:pt x="16479368" y="8126387"/>
                </a:lnTo>
                <a:lnTo>
                  <a:pt x="16496030" y="8113687"/>
                </a:lnTo>
                <a:close/>
              </a:path>
              <a:path w="18288635" h="10287000">
                <a:moveTo>
                  <a:pt x="16499535" y="9548254"/>
                </a:moveTo>
                <a:lnTo>
                  <a:pt x="16482695" y="9519094"/>
                </a:lnTo>
                <a:lnTo>
                  <a:pt x="16453536" y="9535935"/>
                </a:lnTo>
                <a:lnTo>
                  <a:pt x="16470376" y="9565094"/>
                </a:lnTo>
                <a:lnTo>
                  <a:pt x="16499535" y="9548254"/>
                </a:lnTo>
                <a:close/>
              </a:path>
              <a:path w="18288635" h="10287000">
                <a:moveTo>
                  <a:pt x="16501669" y="7516787"/>
                </a:moveTo>
                <a:lnTo>
                  <a:pt x="16484143" y="7516787"/>
                </a:lnTo>
                <a:lnTo>
                  <a:pt x="16490569" y="7529487"/>
                </a:lnTo>
                <a:lnTo>
                  <a:pt x="16501669" y="7516787"/>
                </a:lnTo>
                <a:close/>
              </a:path>
              <a:path w="18288635" h="10287000">
                <a:moveTo>
                  <a:pt x="16506000" y="8951277"/>
                </a:moveTo>
                <a:lnTo>
                  <a:pt x="16491763" y="8926627"/>
                </a:lnTo>
                <a:lnTo>
                  <a:pt x="16467125" y="8940863"/>
                </a:lnTo>
                <a:lnTo>
                  <a:pt x="16481349" y="8965514"/>
                </a:lnTo>
                <a:lnTo>
                  <a:pt x="16506000" y="8951277"/>
                </a:lnTo>
                <a:close/>
              </a:path>
              <a:path w="18288635" h="10287000">
                <a:moveTo>
                  <a:pt x="16507587" y="6919887"/>
                </a:moveTo>
                <a:lnTo>
                  <a:pt x="16498278" y="6919887"/>
                </a:lnTo>
                <a:lnTo>
                  <a:pt x="16501682" y="6932587"/>
                </a:lnTo>
                <a:lnTo>
                  <a:pt x="16507587" y="6919887"/>
                </a:lnTo>
                <a:close/>
              </a:path>
              <a:path w="18288635" h="10287000">
                <a:moveTo>
                  <a:pt x="16511639" y="8354098"/>
                </a:moveTo>
                <a:lnTo>
                  <a:pt x="16500615" y="8334997"/>
                </a:lnTo>
                <a:lnTo>
                  <a:pt x="16481527" y="8346021"/>
                </a:lnTo>
                <a:lnTo>
                  <a:pt x="16492550" y="8365122"/>
                </a:lnTo>
                <a:lnTo>
                  <a:pt x="16511639" y="8354098"/>
                </a:lnTo>
                <a:close/>
              </a:path>
              <a:path w="18288635" h="10287000">
                <a:moveTo>
                  <a:pt x="16514598" y="9776803"/>
                </a:moveTo>
                <a:lnTo>
                  <a:pt x="16496754" y="9745904"/>
                </a:lnTo>
                <a:lnTo>
                  <a:pt x="16465855" y="9763747"/>
                </a:lnTo>
                <a:lnTo>
                  <a:pt x="16483699" y="9794646"/>
                </a:lnTo>
                <a:lnTo>
                  <a:pt x="16514598" y="9776803"/>
                </a:lnTo>
                <a:close/>
              </a:path>
              <a:path w="18288635" h="10287000">
                <a:moveTo>
                  <a:pt x="16514598" y="6334265"/>
                </a:moveTo>
                <a:lnTo>
                  <a:pt x="16513391" y="6332182"/>
                </a:lnTo>
                <a:lnTo>
                  <a:pt x="16511308" y="6333376"/>
                </a:lnTo>
                <a:lnTo>
                  <a:pt x="16512515" y="6335458"/>
                </a:lnTo>
                <a:lnTo>
                  <a:pt x="16514598" y="6334265"/>
                </a:lnTo>
                <a:close/>
              </a:path>
              <a:path w="18288635" h="10287000">
                <a:moveTo>
                  <a:pt x="16517290" y="7745387"/>
                </a:moveTo>
                <a:lnTo>
                  <a:pt x="16509467" y="7732687"/>
                </a:lnTo>
                <a:lnTo>
                  <a:pt x="16495929" y="7745387"/>
                </a:lnTo>
                <a:lnTo>
                  <a:pt x="16503752" y="7758087"/>
                </a:lnTo>
                <a:lnTo>
                  <a:pt x="16517290" y="7745387"/>
                </a:lnTo>
                <a:close/>
              </a:path>
              <a:path w="18288635" h="10287000">
                <a:moveTo>
                  <a:pt x="16521062" y="9179839"/>
                </a:moveTo>
                <a:lnTo>
                  <a:pt x="16505835" y="9153449"/>
                </a:lnTo>
                <a:lnTo>
                  <a:pt x="16479444" y="9168676"/>
                </a:lnTo>
                <a:lnTo>
                  <a:pt x="16494684" y="9195067"/>
                </a:lnTo>
                <a:lnTo>
                  <a:pt x="16521062" y="9179839"/>
                </a:lnTo>
                <a:close/>
              </a:path>
              <a:path w="18288635" h="10287000">
                <a:moveTo>
                  <a:pt x="16522929" y="7148487"/>
                </a:moveTo>
                <a:lnTo>
                  <a:pt x="16510330" y="7148487"/>
                </a:lnTo>
                <a:lnTo>
                  <a:pt x="16514941" y="7161187"/>
                </a:lnTo>
                <a:lnTo>
                  <a:pt x="16522929" y="7148487"/>
                </a:lnTo>
                <a:close/>
              </a:path>
              <a:path w="18288635" h="10287000">
                <a:moveTo>
                  <a:pt x="16527260" y="8582787"/>
                </a:moveTo>
                <a:lnTo>
                  <a:pt x="16514826" y="8561260"/>
                </a:lnTo>
                <a:lnTo>
                  <a:pt x="16493300" y="8573694"/>
                </a:lnTo>
                <a:lnTo>
                  <a:pt x="16505733" y="8595220"/>
                </a:lnTo>
                <a:lnTo>
                  <a:pt x="16527260" y="8582787"/>
                </a:lnTo>
                <a:close/>
              </a:path>
              <a:path w="18288635" h="10287000">
                <a:moveTo>
                  <a:pt x="16529393" y="6551587"/>
                </a:moveTo>
                <a:lnTo>
                  <a:pt x="16523919" y="6551587"/>
                </a:lnTo>
                <a:lnTo>
                  <a:pt x="16525913" y="6564287"/>
                </a:lnTo>
                <a:lnTo>
                  <a:pt x="16529393" y="6551587"/>
                </a:lnTo>
                <a:close/>
              </a:path>
              <a:path w="18288635" h="10287000">
                <a:moveTo>
                  <a:pt x="16529673" y="10005365"/>
                </a:moveTo>
                <a:lnTo>
                  <a:pt x="16510826" y="9972726"/>
                </a:lnTo>
                <a:lnTo>
                  <a:pt x="16478187" y="9991560"/>
                </a:lnTo>
                <a:lnTo>
                  <a:pt x="16497034" y="10024199"/>
                </a:lnTo>
                <a:lnTo>
                  <a:pt x="16529673" y="10005365"/>
                </a:lnTo>
                <a:close/>
              </a:path>
              <a:path w="18288635" h="10287000">
                <a:moveTo>
                  <a:pt x="16532619" y="7973987"/>
                </a:moveTo>
                <a:lnTo>
                  <a:pt x="16523602" y="7961287"/>
                </a:lnTo>
                <a:lnTo>
                  <a:pt x="16507981" y="7973987"/>
                </a:lnTo>
                <a:lnTo>
                  <a:pt x="16516998" y="7986687"/>
                </a:lnTo>
                <a:lnTo>
                  <a:pt x="16532619" y="7973987"/>
                </a:lnTo>
                <a:close/>
              </a:path>
              <a:path w="18288635" h="10287000">
                <a:moveTo>
                  <a:pt x="16536404" y="9408465"/>
                </a:moveTo>
                <a:lnTo>
                  <a:pt x="16519970" y="9379991"/>
                </a:lnTo>
                <a:lnTo>
                  <a:pt x="16491509" y="9396425"/>
                </a:lnTo>
                <a:lnTo>
                  <a:pt x="16507943" y="9424899"/>
                </a:lnTo>
                <a:lnTo>
                  <a:pt x="16536404" y="9408465"/>
                </a:lnTo>
                <a:close/>
              </a:path>
              <a:path w="18288635" h="10287000">
                <a:moveTo>
                  <a:pt x="16538270" y="7377087"/>
                </a:moveTo>
                <a:lnTo>
                  <a:pt x="16522383" y="7377087"/>
                </a:lnTo>
                <a:lnTo>
                  <a:pt x="16528199" y="7389787"/>
                </a:lnTo>
                <a:lnTo>
                  <a:pt x="16538270" y="7377087"/>
                </a:lnTo>
                <a:close/>
              </a:path>
              <a:path w="18288635" h="10287000">
                <a:moveTo>
                  <a:pt x="16542601" y="8811412"/>
                </a:moveTo>
                <a:lnTo>
                  <a:pt x="16528961" y="8787803"/>
                </a:lnTo>
                <a:lnTo>
                  <a:pt x="16505352" y="8801430"/>
                </a:lnTo>
                <a:lnTo>
                  <a:pt x="16518992" y="8825039"/>
                </a:lnTo>
                <a:lnTo>
                  <a:pt x="16542601" y="8811412"/>
                </a:lnTo>
                <a:close/>
              </a:path>
              <a:path w="18288635" h="10287000">
                <a:moveTo>
                  <a:pt x="16544455" y="10233838"/>
                </a:moveTo>
                <a:lnTo>
                  <a:pt x="16524821" y="10199814"/>
                </a:lnTo>
                <a:lnTo>
                  <a:pt x="16490798" y="10219461"/>
                </a:lnTo>
                <a:lnTo>
                  <a:pt x="16510432" y="10253485"/>
                </a:lnTo>
                <a:lnTo>
                  <a:pt x="16544455" y="10233838"/>
                </a:lnTo>
                <a:close/>
              </a:path>
              <a:path w="18288635" h="10287000">
                <a:moveTo>
                  <a:pt x="16544455" y="6780187"/>
                </a:moveTo>
                <a:lnTo>
                  <a:pt x="16536251" y="6780187"/>
                </a:lnTo>
                <a:lnTo>
                  <a:pt x="16539248" y="6792887"/>
                </a:lnTo>
                <a:lnTo>
                  <a:pt x="16544455" y="6780187"/>
                </a:lnTo>
                <a:close/>
              </a:path>
              <a:path w="18288635" h="10287000">
                <a:moveTo>
                  <a:pt x="16548519" y="8202587"/>
                </a:moveTo>
                <a:lnTo>
                  <a:pt x="16537889" y="8189887"/>
                </a:lnTo>
                <a:lnTo>
                  <a:pt x="16519487" y="8202587"/>
                </a:lnTo>
                <a:lnTo>
                  <a:pt x="16530117" y="8215287"/>
                </a:lnTo>
                <a:lnTo>
                  <a:pt x="16548519" y="8202587"/>
                </a:lnTo>
                <a:close/>
              </a:path>
              <a:path w="18288635" h="10287000">
                <a:moveTo>
                  <a:pt x="16551466" y="6194463"/>
                </a:moveTo>
                <a:lnTo>
                  <a:pt x="16550666" y="6193079"/>
                </a:lnTo>
                <a:lnTo>
                  <a:pt x="16549281" y="6193879"/>
                </a:lnTo>
                <a:lnTo>
                  <a:pt x="16550081" y="6195263"/>
                </a:lnTo>
                <a:lnTo>
                  <a:pt x="16551466" y="6194463"/>
                </a:lnTo>
                <a:close/>
              </a:path>
              <a:path w="18288635" h="10287000">
                <a:moveTo>
                  <a:pt x="16551745" y="9637077"/>
                </a:moveTo>
                <a:lnTo>
                  <a:pt x="16534105" y="9606534"/>
                </a:lnTo>
                <a:lnTo>
                  <a:pt x="16503549" y="9624174"/>
                </a:lnTo>
                <a:lnTo>
                  <a:pt x="16521189" y="9654718"/>
                </a:lnTo>
                <a:lnTo>
                  <a:pt x="16551745" y="9637077"/>
                </a:lnTo>
                <a:close/>
              </a:path>
              <a:path w="18288635" h="10287000">
                <a:moveTo>
                  <a:pt x="16553891" y="7605687"/>
                </a:moveTo>
                <a:lnTo>
                  <a:pt x="16546665" y="7592987"/>
                </a:lnTo>
                <a:lnTo>
                  <a:pt x="16534168" y="7605687"/>
                </a:lnTo>
                <a:lnTo>
                  <a:pt x="16541382" y="7618387"/>
                </a:lnTo>
                <a:lnTo>
                  <a:pt x="16553891" y="7605687"/>
                </a:lnTo>
                <a:close/>
              </a:path>
              <a:path w="18288635" h="10287000">
                <a:moveTo>
                  <a:pt x="16558209" y="9040101"/>
                </a:moveTo>
                <a:lnTo>
                  <a:pt x="16543185" y="9014066"/>
                </a:lnTo>
                <a:lnTo>
                  <a:pt x="16517138" y="9029103"/>
                </a:lnTo>
                <a:lnTo>
                  <a:pt x="16532174" y="9055138"/>
                </a:lnTo>
                <a:lnTo>
                  <a:pt x="16558209" y="9040101"/>
                </a:lnTo>
                <a:close/>
              </a:path>
              <a:path w="18288635" h="10287000">
                <a:moveTo>
                  <a:pt x="16559530" y="7008787"/>
                </a:moveTo>
                <a:lnTo>
                  <a:pt x="16548570" y="7008787"/>
                </a:lnTo>
                <a:lnTo>
                  <a:pt x="16552583" y="7021487"/>
                </a:lnTo>
                <a:lnTo>
                  <a:pt x="16559530" y="7008787"/>
                </a:lnTo>
                <a:close/>
              </a:path>
              <a:path w="18288635" h="10287000">
                <a:moveTo>
                  <a:pt x="16563582" y="8442846"/>
                </a:moveTo>
                <a:lnTo>
                  <a:pt x="16551961" y="8422703"/>
                </a:lnTo>
                <a:lnTo>
                  <a:pt x="16531819" y="8434337"/>
                </a:lnTo>
                <a:lnTo>
                  <a:pt x="16543439" y="8454466"/>
                </a:lnTo>
                <a:lnTo>
                  <a:pt x="16563582" y="8442846"/>
                </a:lnTo>
                <a:close/>
              </a:path>
              <a:path w="18288635" h="10287000">
                <a:moveTo>
                  <a:pt x="16566261" y="6422936"/>
                </a:moveTo>
                <a:lnTo>
                  <a:pt x="16564661" y="6420167"/>
                </a:lnTo>
                <a:lnTo>
                  <a:pt x="16561880" y="6421768"/>
                </a:lnTo>
                <a:lnTo>
                  <a:pt x="16563480" y="6424549"/>
                </a:lnTo>
                <a:lnTo>
                  <a:pt x="16566261" y="6422936"/>
                </a:lnTo>
                <a:close/>
              </a:path>
              <a:path w="18288635" h="10287000">
                <a:moveTo>
                  <a:pt x="16566807" y="9865639"/>
                </a:moveTo>
                <a:lnTo>
                  <a:pt x="16548164" y="9833343"/>
                </a:lnTo>
                <a:lnTo>
                  <a:pt x="16515880" y="9851987"/>
                </a:lnTo>
                <a:lnTo>
                  <a:pt x="16534524" y="9884283"/>
                </a:lnTo>
                <a:lnTo>
                  <a:pt x="16566807" y="9865639"/>
                </a:lnTo>
                <a:close/>
              </a:path>
              <a:path w="18288635" h="10287000">
                <a:moveTo>
                  <a:pt x="16569220" y="7834287"/>
                </a:moveTo>
                <a:lnTo>
                  <a:pt x="16560800" y="7821587"/>
                </a:lnTo>
                <a:lnTo>
                  <a:pt x="16546221" y="7834287"/>
                </a:lnTo>
                <a:lnTo>
                  <a:pt x="16554641" y="7846987"/>
                </a:lnTo>
                <a:lnTo>
                  <a:pt x="16569220" y="7834287"/>
                </a:lnTo>
                <a:close/>
              </a:path>
              <a:path w="18288635" h="10287000">
                <a:moveTo>
                  <a:pt x="16573284" y="9268663"/>
                </a:moveTo>
                <a:lnTo>
                  <a:pt x="16557244" y="9240888"/>
                </a:lnTo>
                <a:lnTo>
                  <a:pt x="16529469" y="9256916"/>
                </a:lnTo>
                <a:lnTo>
                  <a:pt x="16545509" y="9284691"/>
                </a:lnTo>
                <a:lnTo>
                  <a:pt x="16573284" y="9268663"/>
                </a:lnTo>
                <a:close/>
              </a:path>
              <a:path w="18288635" h="10287000">
                <a:moveTo>
                  <a:pt x="16575139" y="7237387"/>
                </a:moveTo>
                <a:lnTo>
                  <a:pt x="16560356" y="7237387"/>
                </a:lnTo>
                <a:lnTo>
                  <a:pt x="16565766" y="7250087"/>
                </a:lnTo>
                <a:lnTo>
                  <a:pt x="16575139" y="7237387"/>
                </a:lnTo>
                <a:close/>
              </a:path>
              <a:path w="18288635" h="10287000">
                <a:moveTo>
                  <a:pt x="16579469" y="8671623"/>
                </a:moveTo>
                <a:lnTo>
                  <a:pt x="16566236" y="8648700"/>
                </a:lnTo>
                <a:lnTo>
                  <a:pt x="16543325" y="8661933"/>
                </a:lnTo>
                <a:lnTo>
                  <a:pt x="16556558" y="8684844"/>
                </a:lnTo>
                <a:lnTo>
                  <a:pt x="16579469" y="8671623"/>
                </a:lnTo>
                <a:close/>
              </a:path>
              <a:path w="18288635" h="10287000">
                <a:moveTo>
                  <a:pt x="16581323" y="6640487"/>
                </a:moveTo>
                <a:lnTo>
                  <a:pt x="16574211" y="6640487"/>
                </a:lnTo>
                <a:lnTo>
                  <a:pt x="16576815" y="6653187"/>
                </a:lnTo>
                <a:lnTo>
                  <a:pt x="16581323" y="6640487"/>
                </a:lnTo>
                <a:close/>
              </a:path>
              <a:path w="18288635" h="10287000">
                <a:moveTo>
                  <a:pt x="16581882" y="10094189"/>
                </a:moveTo>
                <a:lnTo>
                  <a:pt x="16562235" y="10060153"/>
                </a:lnTo>
                <a:lnTo>
                  <a:pt x="16528212" y="10079799"/>
                </a:lnTo>
                <a:lnTo>
                  <a:pt x="16547859" y="10113835"/>
                </a:lnTo>
                <a:lnTo>
                  <a:pt x="16581882" y="10094189"/>
                </a:lnTo>
                <a:close/>
              </a:path>
              <a:path w="18288635" h="10287000">
                <a:moveTo>
                  <a:pt x="16585108" y="8062887"/>
                </a:moveTo>
                <a:lnTo>
                  <a:pt x="16575088" y="8050187"/>
                </a:lnTo>
                <a:lnTo>
                  <a:pt x="16557727" y="8062887"/>
                </a:lnTo>
                <a:lnTo>
                  <a:pt x="16567747" y="8075587"/>
                </a:lnTo>
                <a:lnTo>
                  <a:pt x="16585108" y="8062887"/>
                </a:lnTo>
                <a:close/>
              </a:path>
              <a:path w="18288635" h="10287000">
                <a:moveTo>
                  <a:pt x="16588613" y="9497289"/>
                </a:moveTo>
                <a:lnTo>
                  <a:pt x="16571379" y="9467431"/>
                </a:lnTo>
                <a:lnTo>
                  <a:pt x="16541522" y="9484665"/>
                </a:lnTo>
                <a:lnTo>
                  <a:pt x="16558756" y="9514522"/>
                </a:lnTo>
                <a:lnTo>
                  <a:pt x="16588613" y="9497289"/>
                </a:lnTo>
                <a:close/>
              </a:path>
              <a:path w="18288635" h="10287000">
                <a:moveTo>
                  <a:pt x="16590480" y="7465987"/>
                </a:moveTo>
                <a:lnTo>
                  <a:pt x="16583863" y="7453287"/>
                </a:lnTo>
                <a:lnTo>
                  <a:pt x="16572408" y="7465987"/>
                </a:lnTo>
                <a:lnTo>
                  <a:pt x="16579025" y="7478687"/>
                </a:lnTo>
                <a:lnTo>
                  <a:pt x="16590480" y="7465987"/>
                </a:lnTo>
                <a:close/>
              </a:path>
              <a:path w="18288635" h="10287000">
                <a:moveTo>
                  <a:pt x="16595078" y="8900312"/>
                </a:moveTo>
                <a:lnTo>
                  <a:pt x="16580447" y="8874976"/>
                </a:lnTo>
                <a:lnTo>
                  <a:pt x="16555111" y="8889606"/>
                </a:lnTo>
                <a:lnTo>
                  <a:pt x="16569741" y="8914943"/>
                </a:lnTo>
                <a:lnTo>
                  <a:pt x="16595078" y="8900312"/>
                </a:lnTo>
                <a:close/>
              </a:path>
              <a:path w="18288635" h="10287000">
                <a:moveTo>
                  <a:pt x="16596119" y="6869087"/>
                </a:moveTo>
                <a:lnTo>
                  <a:pt x="16586810" y="6869087"/>
                </a:lnTo>
                <a:lnTo>
                  <a:pt x="16590226" y="6881787"/>
                </a:lnTo>
                <a:lnTo>
                  <a:pt x="16596119" y="6869087"/>
                </a:lnTo>
                <a:close/>
              </a:path>
              <a:path w="18288635" h="10287000">
                <a:moveTo>
                  <a:pt x="16600450" y="8291487"/>
                </a:moveTo>
                <a:lnTo>
                  <a:pt x="16589223" y="8278787"/>
                </a:lnTo>
                <a:lnTo>
                  <a:pt x="16569779" y="8291487"/>
                </a:lnTo>
                <a:lnTo>
                  <a:pt x="16581006" y="8304187"/>
                </a:lnTo>
                <a:lnTo>
                  <a:pt x="16600450" y="8291487"/>
                </a:lnTo>
                <a:close/>
              </a:path>
              <a:path w="18288635" h="10287000">
                <a:moveTo>
                  <a:pt x="16603129" y="6283147"/>
                </a:moveTo>
                <a:lnTo>
                  <a:pt x="16601923" y="6281064"/>
                </a:lnTo>
                <a:lnTo>
                  <a:pt x="16599853" y="6282271"/>
                </a:lnTo>
                <a:lnTo>
                  <a:pt x="16601047" y="6284341"/>
                </a:lnTo>
                <a:lnTo>
                  <a:pt x="16603129" y="6283147"/>
                </a:lnTo>
                <a:close/>
              </a:path>
              <a:path w="18288635" h="10287000">
                <a:moveTo>
                  <a:pt x="16603955" y="9725914"/>
                </a:moveTo>
                <a:lnTo>
                  <a:pt x="16585514" y="9693973"/>
                </a:lnTo>
                <a:lnTo>
                  <a:pt x="16553574" y="9712414"/>
                </a:lnTo>
                <a:lnTo>
                  <a:pt x="16572014" y="9744354"/>
                </a:lnTo>
                <a:lnTo>
                  <a:pt x="16603955" y="9725914"/>
                </a:lnTo>
                <a:close/>
              </a:path>
              <a:path w="18288635" h="10287000">
                <a:moveTo>
                  <a:pt x="16605822" y="7694587"/>
                </a:moveTo>
                <a:lnTo>
                  <a:pt x="16597999" y="7681887"/>
                </a:lnTo>
                <a:lnTo>
                  <a:pt x="16584460" y="7694587"/>
                </a:lnTo>
                <a:lnTo>
                  <a:pt x="16592284" y="7707287"/>
                </a:lnTo>
                <a:lnTo>
                  <a:pt x="16605822" y="7694587"/>
                </a:lnTo>
                <a:close/>
              </a:path>
              <a:path w="18288635" h="10287000">
                <a:moveTo>
                  <a:pt x="16610152" y="9128862"/>
                </a:moveTo>
                <a:lnTo>
                  <a:pt x="16594506" y="9101785"/>
                </a:lnTo>
                <a:lnTo>
                  <a:pt x="16567430" y="9117419"/>
                </a:lnTo>
                <a:lnTo>
                  <a:pt x="16583076" y="9144495"/>
                </a:lnTo>
                <a:lnTo>
                  <a:pt x="16610152" y="9128862"/>
                </a:lnTo>
                <a:close/>
              </a:path>
              <a:path w="18288635" h="10287000">
                <a:moveTo>
                  <a:pt x="16611727" y="7097687"/>
                </a:moveTo>
                <a:lnTo>
                  <a:pt x="16598595" y="7097687"/>
                </a:lnTo>
                <a:lnTo>
                  <a:pt x="16603396" y="7110387"/>
                </a:lnTo>
                <a:lnTo>
                  <a:pt x="16611727" y="7097687"/>
                </a:lnTo>
                <a:close/>
              </a:path>
              <a:path w="18288635" h="10287000">
                <a:moveTo>
                  <a:pt x="16616071" y="8531746"/>
                </a:moveTo>
                <a:lnTo>
                  <a:pt x="16603434" y="8509876"/>
                </a:lnTo>
                <a:lnTo>
                  <a:pt x="16581565" y="8522500"/>
                </a:lnTo>
                <a:lnTo>
                  <a:pt x="16594189" y="8544369"/>
                </a:lnTo>
                <a:lnTo>
                  <a:pt x="16616071" y="8531746"/>
                </a:lnTo>
                <a:close/>
              </a:path>
              <a:path w="18288635" h="10287000">
                <a:moveTo>
                  <a:pt x="16617925" y="6511620"/>
                </a:moveTo>
                <a:lnTo>
                  <a:pt x="16615918" y="6508153"/>
                </a:lnTo>
                <a:lnTo>
                  <a:pt x="16612451" y="6510160"/>
                </a:lnTo>
                <a:lnTo>
                  <a:pt x="16614445" y="6513627"/>
                </a:lnTo>
                <a:lnTo>
                  <a:pt x="16617925" y="6511620"/>
                </a:lnTo>
                <a:close/>
              </a:path>
              <a:path w="18288635" h="10287000">
                <a:moveTo>
                  <a:pt x="16619030" y="9954463"/>
                </a:moveTo>
                <a:lnTo>
                  <a:pt x="16599586" y="9920783"/>
                </a:lnTo>
                <a:lnTo>
                  <a:pt x="16565906" y="9940226"/>
                </a:lnTo>
                <a:lnTo>
                  <a:pt x="16585349" y="9973907"/>
                </a:lnTo>
                <a:lnTo>
                  <a:pt x="16619030" y="9954463"/>
                </a:lnTo>
                <a:close/>
              </a:path>
              <a:path w="18288635" h="10287000">
                <a:moveTo>
                  <a:pt x="16621163" y="7923187"/>
                </a:moveTo>
                <a:lnTo>
                  <a:pt x="16612134" y="7910487"/>
                </a:lnTo>
                <a:lnTo>
                  <a:pt x="16596513" y="7923187"/>
                </a:lnTo>
                <a:lnTo>
                  <a:pt x="16605530" y="7935887"/>
                </a:lnTo>
                <a:lnTo>
                  <a:pt x="16621163" y="7923187"/>
                </a:lnTo>
                <a:close/>
              </a:path>
              <a:path w="18288635" h="10287000">
                <a:moveTo>
                  <a:pt x="16625494" y="9357487"/>
                </a:moveTo>
                <a:lnTo>
                  <a:pt x="16608654" y="9328328"/>
                </a:lnTo>
                <a:lnTo>
                  <a:pt x="16579495" y="9345155"/>
                </a:lnTo>
                <a:lnTo>
                  <a:pt x="16596322" y="9374327"/>
                </a:lnTo>
                <a:lnTo>
                  <a:pt x="16625494" y="9357487"/>
                </a:lnTo>
                <a:close/>
              </a:path>
              <a:path w="18288635" h="10287000">
                <a:moveTo>
                  <a:pt x="16627069" y="7326287"/>
                </a:moveTo>
                <a:lnTo>
                  <a:pt x="16610648" y="7326287"/>
                </a:lnTo>
                <a:lnTo>
                  <a:pt x="16616655" y="7338987"/>
                </a:lnTo>
                <a:lnTo>
                  <a:pt x="16627069" y="7326287"/>
                </a:lnTo>
                <a:close/>
              </a:path>
              <a:path w="18288635" h="10287000">
                <a:moveTo>
                  <a:pt x="16631679" y="8760447"/>
                </a:moveTo>
                <a:lnTo>
                  <a:pt x="16617645" y="8736139"/>
                </a:lnTo>
                <a:lnTo>
                  <a:pt x="16593350" y="8750173"/>
                </a:lnTo>
                <a:lnTo>
                  <a:pt x="16607384" y="8774481"/>
                </a:lnTo>
                <a:lnTo>
                  <a:pt x="16631679" y="8760447"/>
                </a:lnTo>
                <a:close/>
              </a:path>
              <a:path w="18288635" h="10287000">
                <a:moveTo>
                  <a:pt x="16632987" y="6729387"/>
                </a:moveTo>
                <a:lnTo>
                  <a:pt x="16624770" y="6729387"/>
                </a:lnTo>
                <a:lnTo>
                  <a:pt x="16627780" y="6742087"/>
                </a:lnTo>
                <a:lnTo>
                  <a:pt x="16632987" y="6729387"/>
                </a:lnTo>
                <a:close/>
              </a:path>
              <a:path w="18288635" h="10287000">
                <a:moveTo>
                  <a:pt x="16633813" y="10182949"/>
                </a:moveTo>
                <a:lnTo>
                  <a:pt x="16613569" y="10147871"/>
                </a:lnTo>
                <a:lnTo>
                  <a:pt x="16578504" y="10168115"/>
                </a:lnTo>
                <a:lnTo>
                  <a:pt x="16598748" y="10203180"/>
                </a:lnTo>
                <a:lnTo>
                  <a:pt x="16633813" y="10182949"/>
                </a:lnTo>
                <a:close/>
              </a:path>
              <a:path w="18288635" h="10287000">
                <a:moveTo>
                  <a:pt x="16637051" y="8151787"/>
                </a:moveTo>
                <a:lnTo>
                  <a:pt x="16626421" y="8139087"/>
                </a:lnTo>
                <a:lnTo>
                  <a:pt x="16608019" y="8151787"/>
                </a:lnTo>
                <a:lnTo>
                  <a:pt x="16618649" y="8164487"/>
                </a:lnTo>
                <a:lnTo>
                  <a:pt x="16637051" y="8151787"/>
                </a:lnTo>
                <a:close/>
              </a:path>
              <a:path w="18288635" h="10287000">
                <a:moveTo>
                  <a:pt x="16639997" y="6143345"/>
                </a:moveTo>
                <a:lnTo>
                  <a:pt x="16639197" y="6141961"/>
                </a:lnTo>
                <a:lnTo>
                  <a:pt x="16637813" y="6142761"/>
                </a:lnTo>
                <a:lnTo>
                  <a:pt x="16638613" y="6144145"/>
                </a:lnTo>
                <a:lnTo>
                  <a:pt x="16639997" y="6143345"/>
                </a:lnTo>
                <a:close/>
              </a:path>
              <a:path w="18288635" h="10287000">
                <a:moveTo>
                  <a:pt x="16641102" y="9586189"/>
                </a:moveTo>
                <a:lnTo>
                  <a:pt x="16622865" y="9554591"/>
                </a:lnTo>
                <a:lnTo>
                  <a:pt x="16591268" y="9572828"/>
                </a:lnTo>
                <a:lnTo>
                  <a:pt x="16609505" y="9604426"/>
                </a:lnTo>
                <a:lnTo>
                  <a:pt x="16641102" y="9586189"/>
                </a:lnTo>
                <a:close/>
              </a:path>
              <a:path w="18288635" h="10287000">
                <a:moveTo>
                  <a:pt x="16642410" y="7554887"/>
                </a:moveTo>
                <a:lnTo>
                  <a:pt x="16635197" y="7542187"/>
                </a:lnTo>
                <a:lnTo>
                  <a:pt x="16622700" y="7554887"/>
                </a:lnTo>
                <a:lnTo>
                  <a:pt x="16629914" y="7567587"/>
                </a:lnTo>
                <a:lnTo>
                  <a:pt x="16642410" y="7554887"/>
                </a:lnTo>
                <a:close/>
              </a:path>
              <a:path w="18288635" h="10287000">
                <a:moveTo>
                  <a:pt x="16647021" y="8989060"/>
                </a:moveTo>
                <a:lnTo>
                  <a:pt x="16631793" y="8962682"/>
                </a:lnTo>
                <a:lnTo>
                  <a:pt x="16605403" y="8977922"/>
                </a:lnTo>
                <a:lnTo>
                  <a:pt x="16620630" y="9004300"/>
                </a:lnTo>
                <a:lnTo>
                  <a:pt x="16647021" y="8989060"/>
                </a:lnTo>
                <a:close/>
              </a:path>
              <a:path w="18288635" h="10287000">
                <a:moveTo>
                  <a:pt x="16648049" y="6957987"/>
                </a:moveTo>
                <a:lnTo>
                  <a:pt x="16637102" y="6957987"/>
                </a:lnTo>
                <a:lnTo>
                  <a:pt x="16641115" y="6970687"/>
                </a:lnTo>
                <a:lnTo>
                  <a:pt x="16648049" y="6957987"/>
                </a:lnTo>
                <a:close/>
              </a:path>
              <a:path w="18288635" h="10287000">
                <a:moveTo>
                  <a:pt x="16652659" y="8380387"/>
                </a:moveTo>
                <a:lnTo>
                  <a:pt x="16640632" y="8367687"/>
                </a:lnTo>
                <a:lnTo>
                  <a:pt x="16619804" y="8380387"/>
                </a:lnTo>
                <a:lnTo>
                  <a:pt x="16631831" y="8393087"/>
                </a:lnTo>
                <a:lnTo>
                  <a:pt x="16652659" y="8380387"/>
                </a:lnTo>
                <a:close/>
              </a:path>
              <a:path w="18288635" h="10287000">
                <a:moveTo>
                  <a:pt x="16654793" y="6371831"/>
                </a:moveTo>
                <a:lnTo>
                  <a:pt x="16653193" y="6369050"/>
                </a:lnTo>
                <a:lnTo>
                  <a:pt x="16650411" y="6370650"/>
                </a:lnTo>
                <a:lnTo>
                  <a:pt x="16652012" y="6373431"/>
                </a:lnTo>
                <a:lnTo>
                  <a:pt x="16654793" y="6371831"/>
                </a:lnTo>
                <a:close/>
              </a:path>
              <a:path w="18288635" h="10287000">
                <a:moveTo>
                  <a:pt x="16656444" y="9814814"/>
                </a:moveTo>
                <a:lnTo>
                  <a:pt x="16637000" y="9781134"/>
                </a:lnTo>
                <a:lnTo>
                  <a:pt x="16603320" y="9800577"/>
                </a:lnTo>
                <a:lnTo>
                  <a:pt x="16622764" y="9834258"/>
                </a:lnTo>
                <a:lnTo>
                  <a:pt x="16656444" y="9814814"/>
                </a:lnTo>
                <a:close/>
              </a:path>
              <a:path w="18288635" h="10287000">
                <a:moveTo>
                  <a:pt x="16658031" y="7783487"/>
                </a:moveTo>
                <a:lnTo>
                  <a:pt x="16649408" y="7770787"/>
                </a:lnTo>
                <a:lnTo>
                  <a:pt x="16634486" y="7783487"/>
                </a:lnTo>
                <a:lnTo>
                  <a:pt x="16643096" y="7796187"/>
                </a:lnTo>
                <a:lnTo>
                  <a:pt x="16658031" y="7783487"/>
                </a:lnTo>
                <a:close/>
              </a:path>
              <a:path w="18288635" h="10287000">
                <a:moveTo>
                  <a:pt x="16662629" y="9217774"/>
                </a:moveTo>
                <a:lnTo>
                  <a:pt x="16645992" y="9188945"/>
                </a:lnTo>
                <a:lnTo>
                  <a:pt x="16617176" y="9205582"/>
                </a:lnTo>
                <a:lnTo>
                  <a:pt x="16633813" y="9234399"/>
                </a:lnTo>
                <a:lnTo>
                  <a:pt x="16662629" y="9217774"/>
                </a:lnTo>
                <a:close/>
              </a:path>
              <a:path w="18288635" h="10287000">
                <a:moveTo>
                  <a:pt x="16663670" y="7186587"/>
                </a:moveTo>
                <a:lnTo>
                  <a:pt x="16648887" y="7186587"/>
                </a:lnTo>
                <a:lnTo>
                  <a:pt x="16654298" y="7199287"/>
                </a:lnTo>
                <a:lnTo>
                  <a:pt x="16663670" y="7186587"/>
                </a:lnTo>
                <a:close/>
              </a:path>
              <a:path w="18288635" h="10287000">
                <a:moveTo>
                  <a:pt x="16668280" y="8620569"/>
                </a:moveTo>
                <a:lnTo>
                  <a:pt x="16654844" y="8597316"/>
                </a:lnTo>
                <a:lnTo>
                  <a:pt x="16631590" y="8610740"/>
                </a:lnTo>
                <a:lnTo>
                  <a:pt x="16645014" y="8634006"/>
                </a:lnTo>
                <a:lnTo>
                  <a:pt x="16668280" y="8620569"/>
                </a:lnTo>
                <a:close/>
              </a:path>
              <a:path w="18288635" h="10287000">
                <a:moveTo>
                  <a:pt x="16669855" y="6589687"/>
                </a:moveTo>
                <a:lnTo>
                  <a:pt x="16662743" y="6589687"/>
                </a:lnTo>
                <a:lnTo>
                  <a:pt x="16665347" y="6602387"/>
                </a:lnTo>
                <a:lnTo>
                  <a:pt x="16669855" y="6589687"/>
                </a:lnTo>
                <a:close/>
              </a:path>
              <a:path w="18288635" h="10287000">
                <a:moveTo>
                  <a:pt x="16671239" y="10043287"/>
                </a:moveTo>
                <a:lnTo>
                  <a:pt x="16650983" y="10008222"/>
                </a:lnTo>
                <a:lnTo>
                  <a:pt x="16615918" y="10028466"/>
                </a:lnTo>
                <a:lnTo>
                  <a:pt x="16636162" y="10063531"/>
                </a:lnTo>
                <a:lnTo>
                  <a:pt x="16671239" y="10043287"/>
                </a:lnTo>
                <a:close/>
              </a:path>
              <a:path w="18288635" h="10287000">
                <a:moveTo>
                  <a:pt x="16673640" y="8012087"/>
                </a:moveTo>
                <a:lnTo>
                  <a:pt x="16663619" y="7999387"/>
                </a:lnTo>
                <a:lnTo>
                  <a:pt x="16646259" y="8012087"/>
                </a:lnTo>
                <a:lnTo>
                  <a:pt x="16656279" y="8024787"/>
                </a:lnTo>
                <a:lnTo>
                  <a:pt x="16673640" y="8012087"/>
                </a:lnTo>
                <a:close/>
              </a:path>
              <a:path w="18288635" h="10287000">
                <a:moveTo>
                  <a:pt x="16677970" y="9446387"/>
                </a:moveTo>
                <a:lnTo>
                  <a:pt x="16660127" y="9415488"/>
                </a:lnTo>
                <a:lnTo>
                  <a:pt x="16629228" y="9433331"/>
                </a:lnTo>
                <a:lnTo>
                  <a:pt x="16647071" y="9464230"/>
                </a:lnTo>
                <a:lnTo>
                  <a:pt x="16677970" y="9446387"/>
                </a:lnTo>
                <a:close/>
              </a:path>
              <a:path w="18288635" h="10287000">
                <a:moveTo>
                  <a:pt x="16679012" y="7415187"/>
                </a:moveTo>
                <a:lnTo>
                  <a:pt x="16672395" y="7402487"/>
                </a:lnTo>
                <a:lnTo>
                  <a:pt x="16660940" y="7415187"/>
                </a:lnTo>
                <a:lnTo>
                  <a:pt x="16667556" y="7427887"/>
                </a:lnTo>
                <a:lnTo>
                  <a:pt x="16679012" y="7415187"/>
                </a:lnTo>
                <a:close/>
              </a:path>
              <a:path w="18288635" h="10287000">
                <a:moveTo>
                  <a:pt x="16683889" y="8849271"/>
                </a:moveTo>
                <a:lnTo>
                  <a:pt x="16669055" y="8823579"/>
                </a:lnTo>
                <a:lnTo>
                  <a:pt x="16643363" y="8838413"/>
                </a:lnTo>
                <a:lnTo>
                  <a:pt x="16658197" y="8864105"/>
                </a:lnTo>
                <a:lnTo>
                  <a:pt x="16683889" y="8849271"/>
                </a:lnTo>
                <a:close/>
              </a:path>
              <a:path w="18288635" h="10287000">
                <a:moveTo>
                  <a:pt x="16684651" y="6818287"/>
                </a:moveTo>
                <a:lnTo>
                  <a:pt x="16675342" y="6818287"/>
                </a:lnTo>
                <a:lnTo>
                  <a:pt x="16678745" y="6830987"/>
                </a:lnTo>
                <a:lnTo>
                  <a:pt x="16684651" y="6818287"/>
                </a:lnTo>
                <a:close/>
              </a:path>
              <a:path w="18288635" h="10287000">
                <a:moveTo>
                  <a:pt x="16686022" y="10271773"/>
                </a:moveTo>
                <a:lnTo>
                  <a:pt x="16664978" y="10235311"/>
                </a:lnTo>
                <a:lnTo>
                  <a:pt x="16628529" y="10256355"/>
                </a:lnTo>
                <a:lnTo>
                  <a:pt x="16646208" y="10286987"/>
                </a:lnTo>
                <a:lnTo>
                  <a:pt x="16659657" y="10286987"/>
                </a:lnTo>
                <a:lnTo>
                  <a:pt x="16686022" y="10271773"/>
                </a:lnTo>
                <a:close/>
              </a:path>
              <a:path w="18288635" h="10287000">
                <a:moveTo>
                  <a:pt x="16688981" y="8240687"/>
                </a:moveTo>
                <a:lnTo>
                  <a:pt x="16677755" y="8227987"/>
                </a:lnTo>
                <a:lnTo>
                  <a:pt x="16658324" y="8240687"/>
                </a:lnTo>
                <a:lnTo>
                  <a:pt x="16669538" y="8253387"/>
                </a:lnTo>
                <a:lnTo>
                  <a:pt x="16688981" y="8240687"/>
                </a:lnTo>
                <a:close/>
              </a:path>
              <a:path w="18288635" h="10287000">
                <a:moveTo>
                  <a:pt x="16691661" y="6232029"/>
                </a:moveTo>
                <a:lnTo>
                  <a:pt x="16690467" y="6229947"/>
                </a:lnTo>
                <a:lnTo>
                  <a:pt x="16688384" y="6231153"/>
                </a:lnTo>
                <a:lnTo>
                  <a:pt x="16689578" y="6233236"/>
                </a:lnTo>
                <a:lnTo>
                  <a:pt x="16691661" y="6232029"/>
                </a:lnTo>
                <a:close/>
              </a:path>
              <a:path w="18288635" h="10287000">
                <a:moveTo>
                  <a:pt x="16693312" y="9675012"/>
                </a:moveTo>
                <a:lnTo>
                  <a:pt x="16674275" y="9642030"/>
                </a:lnTo>
                <a:lnTo>
                  <a:pt x="16641293" y="9661080"/>
                </a:lnTo>
                <a:lnTo>
                  <a:pt x="16660330" y="9694050"/>
                </a:lnTo>
                <a:lnTo>
                  <a:pt x="16693312" y="9675012"/>
                </a:lnTo>
                <a:close/>
              </a:path>
              <a:path w="18288635" h="10287000">
                <a:moveTo>
                  <a:pt x="16694620" y="7643787"/>
                </a:moveTo>
                <a:lnTo>
                  <a:pt x="16686606" y="7631087"/>
                </a:lnTo>
                <a:lnTo>
                  <a:pt x="16672725" y="7643787"/>
                </a:lnTo>
                <a:lnTo>
                  <a:pt x="16680739" y="7656487"/>
                </a:lnTo>
                <a:lnTo>
                  <a:pt x="16694620" y="7643787"/>
                </a:lnTo>
                <a:close/>
              </a:path>
              <a:path w="18288635" h="10287000">
                <a:moveTo>
                  <a:pt x="16699230" y="9077896"/>
                </a:moveTo>
                <a:lnTo>
                  <a:pt x="16683190" y="9050122"/>
                </a:lnTo>
                <a:lnTo>
                  <a:pt x="16655415" y="9066162"/>
                </a:lnTo>
                <a:lnTo>
                  <a:pt x="16671455" y="9093937"/>
                </a:lnTo>
                <a:lnTo>
                  <a:pt x="16699230" y="9077896"/>
                </a:lnTo>
                <a:close/>
              </a:path>
              <a:path w="18288635" h="10287000">
                <a:moveTo>
                  <a:pt x="16700259" y="7046887"/>
                </a:moveTo>
                <a:lnTo>
                  <a:pt x="16687127" y="7046887"/>
                </a:lnTo>
                <a:lnTo>
                  <a:pt x="16691940" y="7059587"/>
                </a:lnTo>
                <a:lnTo>
                  <a:pt x="16700259" y="7046887"/>
                </a:lnTo>
                <a:close/>
              </a:path>
              <a:path w="18288635" h="10287000">
                <a:moveTo>
                  <a:pt x="16704869" y="8469287"/>
                </a:moveTo>
                <a:lnTo>
                  <a:pt x="16692042" y="8456587"/>
                </a:lnTo>
                <a:lnTo>
                  <a:pt x="16669830" y="8469287"/>
                </a:lnTo>
                <a:lnTo>
                  <a:pt x="16682657" y="8481987"/>
                </a:lnTo>
                <a:lnTo>
                  <a:pt x="16704869" y="8469287"/>
                </a:lnTo>
                <a:close/>
              </a:path>
              <a:path w="18288635" h="10287000">
                <a:moveTo>
                  <a:pt x="16706457" y="6460515"/>
                </a:moveTo>
                <a:lnTo>
                  <a:pt x="16704450" y="6457035"/>
                </a:lnTo>
                <a:lnTo>
                  <a:pt x="16700983" y="6459042"/>
                </a:lnTo>
                <a:lnTo>
                  <a:pt x="16702989" y="6462509"/>
                </a:lnTo>
                <a:lnTo>
                  <a:pt x="16706457" y="6460515"/>
                </a:lnTo>
                <a:close/>
              </a:path>
              <a:path w="18288635" h="10287000">
                <a:moveTo>
                  <a:pt x="16708654" y="9903638"/>
                </a:moveTo>
                <a:lnTo>
                  <a:pt x="16688410" y="9868573"/>
                </a:lnTo>
                <a:lnTo>
                  <a:pt x="16653332" y="9888817"/>
                </a:lnTo>
                <a:lnTo>
                  <a:pt x="16673589" y="9923882"/>
                </a:lnTo>
                <a:lnTo>
                  <a:pt x="16708654" y="9903638"/>
                </a:lnTo>
                <a:close/>
              </a:path>
              <a:path w="18288635" h="10287000">
                <a:moveTo>
                  <a:pt x="16709962" y="7872387"/>
                </a:moveTo>
                <a:lnTo>
                  <a:pt x="16700754" y="7859687"/>
                </a:lnTo>
                <a:lnTo>
                  <a:pt x="16684778" y="7872387"/>
                </a:lnTo>
                <a:lnTo>
                  <a:pt x="16693998" y="7885087"/>
                </a:lnTo>
                <a:lnTo>
                  <a:pt x="16709962" y="7872387"/>
                </a:lnTo>
                <a:close/>
              </a:path>
              <a:path w="18288635" h="10287000">
                <a:moveTo>
                  <a:pt x="16714839" y="9306585"/>
                </a:moveTo>
                <a:lnTo>
                  <a:pt x="16697401" y="9276385"/>
                </a:lnTo>
                <a:lnTo>
                  <a:pt x="16667201" y="9293822"/>
                </a:lnTo>
                <a:lnTo>
                  <a:pt x="16684638" y="9324035"/>
                </a:lnTo>
                <a:lnTo>
                  <a:pt x="16714839" y="9306585"/>
                </a:lnTo>
                <a:close/>
              </a:path>
              <a:path w="18288635" h="10287000">
                <a:moveTo>
                  <a:pt x="16715613" y="7275487"/>
                </a:moveTo>
                <a:lnTo>
                  <a:pt x="16699179" y="7275487"/>
                </a:lnTo>
                <a:lnTo>
                  <a:pt x="16705187" y="7288187"/>
                </a:lnTo>
                <a:lnTo>
                  <a:pt x="16715613" y="7275487"/>
                </a:lnTo>
                <a:close/>
              </a:path>
              <a:path w="18288635" h="10287000">
                <a:moveTo>
                  <a:pt x="16720757" y="8709482"/>
                </a:moveTo>
                <a:lnTo>
                  <a:pt x="16706330" y="8684476"/>
                </a:lnTo>
                <a:lnTo>
                  <a:pt x="16681336" y="8698903"/>
                </a:lnTo>
                <a:lnTo>
                  <a:pt x="16695763" y="8723909"/>
                </a:lnTo>
                <a:lnTo>
                  <a:pt x="16720757" y="8709482"/>
                </a:lnTo>
                <a:close/>
              </a:path>
              <a:path w="18288635" h="10287000">
                <a:moveTo>
                  <a:pt x="16721531" y="6678587"/>
                </a:moveTo>
                <a:lnTo>
                  <a:pt x="16713302" y="6678587"/>
                </a:lnTo>
                <a:lnTo>
                  <a:pt x="16716312" y="6691287"/>
                </a:lnTo>
                <a:lnTo>
                  <a:pt x="16721531" y="6678587"/>
                </a:lnTo>
                <a:close/>
              </a:path>
              <a:path w="18288635" h="10287000">
                <a:moveTo>
                  <a:pt x="16723449" y="10132111"/>
                </a:moveTo>
                <a:lnTo>
                  <a:pt x="16702405" y="10095662"/>
                </a:lnTo>
                <a:lnTo>
                  <a:pt x="16665944" y="10116706"/>
                </a:lnTo>
                <a:lnTo>
                  <a:pt x="16686987" y="10153167"/>
                </a:lnTo>
                <a:lnTo>
                  <a:pt x="16723449" y="10132111"/>
                </a:lnTo>
                <a:close/>
              </a:path>
              <a:path w="18288635" h="10287000">
                <a:moveTo>
                  <a:pt x="16725849" y="8100987"/>
                </a:moveTo>
                <a:lnTo>
                  <a:pt x="16715029" y="8088287"/>
                </a:lnTo>
                <a:lnTo>
                  <a:pt x="16696284" y="8100987"/>
                </a:lnTo>
                <a:lnTo>
                  <a:pt x="16707104" y="8113687"/>
                </a:lnTo>
                <a:lnTo>
                  <a:pt x="16725849" y="8100987"/>
                </a:lnTo>
                <a:close/>
              </a:path>
              <a:path w="18288635" h="10287000">
                <a:moveTo>
                  <a:pt x="16728529" y="6092241"/>
                </a:moveTo>
                <a:lnTo>
                  <a:pt x="16727729" y="6090844"/>
                </a:lnTo>
                <a:lnTo>
                  <a:pt x="16726345" y="6091656"/>
                </a:lnTo>
                <a:lnTo>
                  <a:pt x="16727145" y="6093041"/>
                </a:lnTo>
                <a:lnTo>
                  <a:pt x="16728529" y="6092241"/>
                </a:lnTo>
                <a:close/>
              </a:path>
              <a:path w="18288635" h="10287000">
                <a:moveTo>
                  <a:pt x="16730460" y="9535300"/>
                </a:moveTo>
                <a:lnTo>
                  <a:pt x="16711613" y="9502661"/>
                </a:lnTo>
                <a:lnTo>
                  <a:pt x="16678986" y="9521507"/>
                </a:lnTo>
                <a:lnTo>
                  <a:pt x="16697821" y="9554134"/>
                </a:lnTo>
                <a:lnTo>
                  <a:pt x="16730460" y="9535300"/>
                </a:lnTo>
                <a:close/>
              </a:path>
              <a:path w="18288635" h="10287000">
                <a:moveTo>
                  <a:pt x="16731222" y="7504087"/>
                </a:moveTo>
                <a:lnTo>
                  <a:pt x="16723805" y="7491387"/>
                </a:lnTo>
                <a:lnTo>
                  <a:pt x="16710965" y="7504087"/>
                </a:lnTo>
                <a:lnTo>
                  <a:pt x="16718369" y="7516787"/>
                </a:lnTo>
                <a:lnTo>
                  <a:pt x="16731222" y="7504087"/>
                </a:lnTo>
                <a:close/>
              </a:path>
              <a:path w="18288635" h="10287000">
                <a:moveTo>
                  <a:pt x="16736098" y="8938095"/>
                </a:moveTo>
                <a:lnTo>
                  <a:pt x="16720465" y="8911018"/>
                </a:lnTo>
                <a:lnTo>
                  <a:pt x="16693388" y="8926652"/>
                </a:lnTo>
                <a:lnTo>
                  <a:pt x="16709022" y="8953729"/>
                </a:lnTo>
                <a:lnTo>
                  <a:pt x="16736098" y="8938095"/>
                </a:lnTo>
                <a:close/>
              </a:path>
              <a:path w="18288635" h="10287000">
                <a:moveTo>
                  <a:pt x="16736594" y="6907187"/>
                </a:moveTo>
                <a:lnTo>
                  <a:pt x="16725634" y="6907187"/>
                </a:lnTo>
                <a:lnTo>
                  <a:pt x="16729647" y="6919887"/>
                </a:lnTo>
                <a:lnTo>
                  <a:pt x="16736594" y="6907187"/>
                </a:lnTo>
                <a:close/>
              </a:path>
              <a:path w="18288635" h="10287000">
                <a:moveTo>
                  <a:pt x="16741470" y="8329587"/>
                </a:moveTo>
                <a:lnTo>
                  <a:pt x="16729240" y="8316887"/>
                </a:lnTo>
                <a:lnTo>
                  <a:pt x="16708057" y="8329587"/>
                </a:lnTo>
                <a:lnTo>
                  <a:pt x="16720287" y="8342287"/>
                </a:lnTo>
                <a:lnTo>
                  <a:pt x="16741470" y="8329587"/>
                </a:lnTo>
                <a:close/>
              </a:path>
              <a:path w="18288635" h="10287000">
                <a:moveTo>
                  <a:pt x="16743325" y="6320714"/>
                </a:moveTo>
                <a:lnTo>
                  <a:pt x="16741724" y="6317932"/>
                </a:lnTo>
                <a:lnTo>
                  <a:pt x="16738943" y="6319533"/>
                </a:lnTo>
                <a:lnTo>
                  <a:pt x="16740556" y="6322314"/>
                </a:lnTo>
                <a:lnTo>
                  <a:pt x="16743325" y="6320714"/>
                </a:lnTo>
                <a:close/>
              </a:path>
              <a:path w="18288635" h="10287000">
                <a:moveTo>
                  <a:pt x="16745801" y="9763912"/>
                </a:moveTo>
                <a:lnTo>
                  <a:pt x="16725748" y="9729203"/>
                </a:lnTo>
                <a:lnTo>
                  <a:pt x="16691039" y="9749244"/>
                </a:lnTo>
                <a:lnTo>
                  <a:pt x="16711079" y="9783966"/>
                </a:lnTo>
                <a:lnTo>
                  <a:pt x="16745801" y="9763912"/>
                </a:lnTo>
                <a:close/>
              </a:path>
              <a:path w="18288635" h="10287000">
                <a:moveTo>
                  <a:pt x="16746563" y="7732687"/>
                </a:moveTo>
                <a:lnTo>
                  <a:pt x="16737940" y="7719987"/>
                </a:lnTo>
                <a:lnTo>
                  <a:pt x="16723017" y="7732687"/>
                </a:lnTo>
                <a:lnTo>
                  <a:pt x="16731641" y="7745387"/>
                </a:lnTo>
                <a:lnTo>
                  <a:pt x="16746563" y="7732687"/>
                </a:lnTo>
                <a:close/>
              </a:path>
              <a:path w="18288635" h="10287000">
                <a:moveTo>
                  <a:pt x="16751707" y="9166796"/>
                </a:moveTo>
                <a:lnTo>
                  <a:pt x="16734676" y="9137282"/>
                </a:lnTo>
                <a:lnTo>
                  <a:pt x="16705161" y="9154325"/>
                </a:lnTo>
                <a:lnTo>
                  <a:pt x="16722205" y="9183840"/>
                </a:lnTo>
                <a:lnTo>
                  <a:pt x="16751707" y="9166796"/>
                </a:lnTo>
                <a:close/>
              </a:path>
              <a:path w="18288635" h="10287000">
                <a:moveTo>
                  <a:pt x="16752202" y="7135787"/>
                </a:moveTo>
                <a:lnTo>
                  <a:pt x="16737419" y="7135787"/>
                </a:lnTo>
                <a:lnTo>
                  <a:pt x="16742829" y="7148487"/>
                </a:lnTo>
                <a:lnTo>
                  <a:pt x="16752202" y="7135787"/>
                </a:lnTo>
                <a:close/>
              </a:path>
              <a:path w="18288635" h="10287000">
                <a:moveTo>
                  <a:pt x="16757079" y="8558187"/>
                </a:moveTo>
                <a:lnTo>
                  <a:pt x="16743452" y="8545487"/>
                </a:lnTo>
                <a:lnTo>
                  <a:pt x="16719842" y="8558187"/>
                </a:lnTo>
                <a:lnTo>
                  <a:pt x="16733469" y="8570887"/>
                </a:lnTo>
                <a:lnTo>
                  <a:pt x="16757079" y="8558187"/>
                </a:lnTo>
                <a:close/>
              </a:path>
              <a:path w="18288635" h="10287000">
                <a:moveTo>
                  <a:pt x="16758400" y="6538887"/>
                </a:moveTo>
                <a:lnTo>
                  <a:pt x="16751275" y="6538887"/>
                </a:lnTo>
                <a:lnTo>
                  <a:pt x="16753878" y="6551587"/>
                </a:lnTo>
                <a:lnTo>
                  <a:pt x="16758400" y="6538887"/>
                </a:lnTo>
                <a:close/>
              </a:path>
              <a:path w="18288635" h="10287000">
                <a:moveTo>
                  <a:pt x="16760863" y="9992462"/>
                </a:moveTo>
                <a:lnTo>
                  <a:pt x="16739819" y="9956013"/>
                </a:lnTo>
                <a:lnTo>
                  <a:pt x="16703358" y="9977056"/>
                </a:lnTo>
                <a:lnTo>
                  <a:pt x="16724402" y="10013518"/>
                </a:lnTo>
                <a:lnTo>
                  <a:pt x="16760863" y="9992462"/>
                </a:lnTo>
                <a:close/>
              </a:path>
              <a:path w="18288635" h="10287000">
                <a:moveTo>
                  <a:pt x="16762451" y="7961287"/>
                </a:moveTo>
                <a:lnTo>
                  <a:pt x="16752227" y="7948587"/>
                </a:lnTo>
                <a:lnTo>
                  <a:pt x="16734524" y="7961287"/>
                </a:lnTo>
                <a:lnTo>
                  <a:pt x="16744747" y="7973987"/>
                </a:lnTo>
                <a:lnTo>
                  <a:pt x="16762451" y="7961287"/>
                </a:lnTo>
                <a:close/>
              </a:path>
              <a:path w="18288635" h="10287000">
                <a:moveTo>
                  <a:pt x="16767328" y="9395498"/>
                </a:moveTo>
                <a:lnTo>
                  <a:pt x="16748887" y="9363558"/>
                </a:lnTo>
                <a:lnTo>
                  <a:pt x="16716947" y="9381998"/>
                </a:lnTo>
                <a:lnTo>
                  <a:pt x="16735387" y="9413938"/>
                </a:lnTo>
                <a:lnTo>
                  <a:pt x="16767328" y="9395498"/>
                </a:lnTo>
                <a:close/>
              </a:path>
              <a:path w="18288635" h="10287000">
                <a:moveTo>
                  <a:pt x="16767823" y="7364387"/>
                </a:moveTo>
                <a:lnTo>
                  <a:pt x="16761003" y="7351687"/>
                </a:lnTo>
                <a:lnTo>
                  <a:pt x="16749205" y="7364387"/>
                </a:lnTo>
                <a:lnTo>
                  <a:pt x="16756012" y="7377087"/>
                </a:lnTo>
                <a:lnTo>
                  <a:pt x="16767823" y="7364387"/>
                </a:lnTo>
                <a:close/>
              </a:path>
              <a:path w="18288635" h="10287000">
                <a:moveTo>
                  <a:pt x="16772700" y="8798230"/>
                </a:moveTo>
                <a:lnTo>
                  <a:pt x="16757663" y="8772182"/>
                </a:lnTo>
                <a:lnTo>
                  <a:pt x="16731628" y="8787219"/>
                </a:lnTo>
                <a:lnTo>
                  <a:pt x="16746665" y="8813267"/>
                </a:lnTo>
                <a:lnTo>
                  <a:pt x="16772700" y="8798230"/>
                </a:lnTo>
                <a:close/>
              </a:path>
              <a:path w="18288635" h="10287000">
                <a:moveTo>
                  <a:pt x="16773195" y="6767487"/>
                </a:moveTo>
                <a:lnTo>
                  <a:pt x="16763873" y="6767487"/>
                </a:lnTo>
                <a:lnTo>
                  <a:pt x="16767290" y="6780187"/>
                </a:lnTo>
                <a:lnTo>
                  <a:pt x="16773195" y="6767487"/>
                </a:lnTo>
                <a:close/>
              </a:path>
              <a:path w="18288635" h="10287000">
                <a:moveTo>
                  <a:pt x="16775379" y="10220871"/>
                </a:moveTo>
                <a:lnTo>
                  <a:pt x="16753726" y="10183381"/>
                </a:lnTo>
                <a:lnTo>
                  <a:pt x="16716236" y="10205021"/>
                </a:lnTo>
                <a:lnTo>
                  <a:pt x="16737889" y="10242525"/>
                </a:lnTo>
                <a:lnTo>
                  <a:pt x="16775379" y="10220871"/>
                </a:lnTo>
                <a:close/>
              </a:path>
              <a:path w="18288635" h="10287000">
                <a:moveTo>
                  <a:pt x="16777792" y="8189887"/>
                </a:moveTo>
                <a:lnTo>
                  <a:pt x="16766362" y="8177187"/>
                </a:lnTo>
                <a:lnTo>
                  <a:pt x="16746576" y="8189887"/>
                </a:lnTo>
                <a:lnTo>
                  <a:pt x="16758006" y="8202587"/>
                </a:lnTo>
                <a:lnTo>
                  <a:pt x="16777792" y="8189887"/>
                </a:lnTo>
                <a:close/>
              </a:path>
              <a:path w="18288635" h="10287000">
                <a:moveTo>
                  <a:pt x="16780193" y="6180912"/>
                </a:moveTo>
                <a:lnTo>
                  <a:pt x="16778999" y="6178829"/>
                </a:lnTo>
                <a:lnTo>
                  <a:pt x="16776916" y="6180036"/>
                </a:lnTo>
                <a:lnTo>
                  <a:pt x="16778110" y="6182118"/>
                </a:lnTo>
                <a:lnTo>
                  <a:pt x="16780193" y="6180912"/>
                </a:lnTo>
                <a:close/>
              </a:path>
              <a:path w="18288635" h="10287000">
                <a:moveTo>
                  <a:pt x="16782669" y="9624123"/>
                </a:moveTo>
                <a:lnTo>
                  <a:pt x="16763022" y="9590087"/>
                </a:lnTo>
                <a:lnTo>
                  <a:pt x="16728999" y="9609734"/>
                </a:lnTo>
                <a:lnTo>
                  <a:pt x="16748646" y="9643770"/>
                </a:lnTo>
                <a:lnTo>
                  <a:pt x="16782669" y="9624123"/>
                </a:lnTo>
                <a:close/>
              </a:path>
              <a:path w="18288635" h="10287000">
                <a:moveTo>
                  <a:pt x="16783152" y="7592987"/>
                </a:moveTo>
                <a:lnTo>
                  <a:pt x="16775138" y="7580287"/>
                </a:lnTo>
                <a:lnTo>
                  <a:pt x="16761257" y="7592987"/>
                </a:lnTo>
                <a:lnTo>
                  <a:pt x="16769271" y="7605687"/>
                </a:lnTo>
                <a:lnTo>
                  <a:pt x="16783152" y="7592987"/>
                </a:lnTo>
                <a:close/>
              </a:path>
              <a:path w="18288635" h="10287000">
                <a:moveTo>
                  <a:pt x="16788308" y="9026931"/>
                </a:moveTo>
                <a:lnTo>
                  <a:pt x="16771874" y="8998458"/>
                </a:lnTo>
                <a:lnTo>
                  <a:pt x="16743401" y="9014892"/>
                </a:lnTo>
                <a:lnTo>
                  <a:pt x="16759847" y="9043365"/>
                </a:lnTo>
                <a:lnTo>
                  <a:pt x="16788308" y="9026931"/>
                </a:lnTo>
                <a:close/>
              </a:path>
              <a:path w="18288635" h="10287000">
                <a:moveTo>
                  <a:pt x="16788803" y="6996087"/>
                </a:moveTo>
                <a:lnTo>
                  <a:pt x="16775659" y="6996087"/>
                </a:lnTo>
                <a:lnTo>
                  <a:pt x="16780459" y="7008787"/>
                </a:lnTo>
                <a:lnTo>
                  <a:pt x="16788803" y="6996087"/>
                </a:lnTo>
                <a:close/>
              </a:path>
              <a:path w="18288635" h="10287000">
                <a:moveTo>
                  <a:pt x="16793680" y="8418487"/>
                </a:moveTo>
                <a:lnTo>
                  <a:pt x="16780650" y="8405787"/>
                </a:lnTo>
                <a:lnTo>
                  <a:pt x="16758082" y="8418487"/>
                </a:lnTo>
                <a:lnTo>
                  <a:pt x="16771112" y="8431187"/>
                </a:lnTo>
                <a:lnTo>
                  <a:pt x="16793680" y="8418487"/>
                </a:lnTo>
                <a:close/>
              </a:path>
              <a:path w="18288635" h="10287000">
                <a:moveTo>
                  <a:pt x="16794988" y="6409398"/>
                </a:moveTo>
                <a:lnTo>
                  <a:pt x="16792982" y="6405918"/>
                </a:lnTo>
                <a:lnTo>
                  <a:pt x="16789515" y="6407925"/>
                </a:lnTo>
                <a:lnTo>
                  <a:pt x="16791521" y="6411392"/>
                </a:lnTo>
                <a:lnTo>
                  <a:pt x="16794988" y="6409398"/>
                </a:lnTo>
                <a:close/>
              </a:path>
              <a:path w="18288635" h="10287000">
                <a:moveTo>
                  <a:pt x="16798011" y="9852749"/>
                </a:moveTo>
                <a:lnTo>
                  <a:pt x="16777157" y="9816630"/>
                </a:lnTo>
                <a:lnTo>
                  <a:pt x="16741051" y="9837483"/>
                </a:lnTo>
                <a:lnTo>
                  <a:pt x="16761905" y="9873590"/>
                </a:lnTo>
                <a:lnTo>
                  <a:pt x="16798011" y="9852749"/>
                </a:lnTo>
                <a:close/>
              </a:path>
              <a:path w="18288635" h="10287000">
                <a:moveTo>
                  <a:pt x="16798773" y="7821587"/>
                </a:moveTo>
                <a:lnTo>
                  <a:pt x="16789349" y="7808887"/>
                </a:lnTo>
                <a:lnTo>
                  <a:pt x="16773030" y="7821587"/>
                </a:lnTo>
                <a:lnTo>
                  <a:pt x="16782453" y="7834287"/>
                </a:lnTo>
                <a:lnTo>
                  <a:pt x="16798773" y="7821587"/>
                </a:lnTo>
                <a:close/>
              </a:path>
              <a:path w="18288635" h="10287000">
                <a:moveTo>
                  <a:pt x="16803929" y="9255620"/>
                </a:moveTo>
                <a:lnTo>
                  <a:pt x="16786086" y="9224721"/>
                </a:lnTo>
                <a:lnTo>
                  <a:pt x="16755186" y="9242565"/>
                </a:lnTo>
                <a:lnTo>
                  <a:pt x="16773030" y="9273464"/>
                </a:lnTo>
                <a:lnTo>
                  <a:pt x="16803929" y="9255620"/>
                </a:lnTo>
                <a:close/>
              </a:path>
              <a:path w="18288635" h="10287000">
                <a:moveTo>
                  <a:pt x="16804145" y="7224687"/>
                </a:moveTo>
                <a:lnTo>
                  <a:pt x="16798125" y="7211987"/>
                </a:lnTo>
                <a:lnTo>
                  <a:pt x="16787711" y="7224687"/>
                </a:lnTo>
                <a:lnTo>
                  <a:pt x="16793731" y="7237387"/>
                </a:lnTo>
                <a:lnTo>
                  <a:pt x="16804145" y="7224687"/>
                </a:lnTo>
                <a:close/>
              </a:path>
              <a:path w="18288635" h="10287000">
                <a:moveTo>
                  <a:pt x="16809568" y="8647087"/>
                </a:moveTo>
                <a:lnTo>
                  <a:pt x="16794937" y="8621687"/>
                </a:lnTo>
                <a:lnTo>
                  <a:pt x="16769588" y="8647087"/>
                </a:lnTo>
                <a:lnTo>
                  <a:pt x="16784219" y="8672487"/>
                </a:lnTo>
                <a:lnTo>
                  <a:pt x="16809568" y="8647087"/>
                </a:lnTo>
                <a:close/>
              </a:path>
              <a:path w="18288635" h="10287000">
                <a:moveTo>
                  <a:pt x="16810063" y="6627787"/>
                </a:moveTo>
                <a:lnTo>
                  <a:pt x="16801846" y="6627787"/>
                </a:lnTo>
                <a:lnTo>
                  <a:pt x="16804843" y="6640487"/>
                </a:lnTo>
                <a:lnTo>
                  <a:pt x="16810063" y="6627787"/>
                </a:lnTo>
                <a:close/>
              </a:path>
              <a:path w="18288635" h="10287000">
                <a:moveTo>
                  <a:pt x="16812794" y="10081222"/>
                </a:moveTo>
                <a:lnTo>
                  <a:pt x="16791153" y="10043731"/>
                </a:lnTo>
                <a:lnTo>
                  <a:pt x="16753650" y="10065372"/>
                </a:lnTo>
                <a:lnTo>
                  <a:pt x="16775303" y="10102875"/>
                </a:lnTo>
                <a:lnTo>
                  <a:pt x="16812794" y="10081222"/>
                </a:lnTo>
                <a:close/>
              </a:path>
              <a:path w="18288635" h="10287000">
                <a:moveTo>
                  <a:pt x="16814483" y="10286987"/>
                </a:moveTo>
                <a:lnTo>
                  <a:pt x="16805136" y="10270807"/>
                </a:lnTo>
                <a:lnTo>
                  <a:pt x="16777119" y="10286987"/>
                </a:lnTo>
                <a:lnTo>
                  <a:pt x="16814483" y="10286987"/>
                </a:lnTo>
                <a:close/>
              </a:path>
              <a:path w="18288635" h="10287000">
                <a:moveTo>
                  <a:pt x="16814661" y="8050187"/>
                </a:moveTo>
                <a:lnTo>
                  <a:pt x="16803637" y="8037487"/>
                </a:lnTo>
                <a:lnTo>
                  <a:pt x="16784536" y="8050187"/>
                </a:lnTo>
                <a:lnTo>
                  <a:pt x="16795560" y="8062887"/>
                </a:lnTo>
                <a:lnTo>
                  <a:pt x="16814661" y="8050187"/>
                </a:lnTo>
                <a:close/>
              </a:path>
              <a:path w="18288635" h="10287000">
                <a:moveTo>
                  <a:pt x="16817074" y="6041110"/>
                </a:moveTo>
                <a:lnTo>
                  <a:pt x="16816273" y="6039739"/>
                </a:lnTo>
                <a:lnTo>
                  <a:pt x="16814876" y="6040539"/>
                </a:lnTo>
                <a:lnTo>
                  <a:pt x="16815677" y="6041923"/>
                </a:lnTo>
                <a:lnTo>
                  <a:pt x="16817074" y="6041110"/>
                </a:lnTo>
                <a:close/>
              </a:path>
              <a:path w="18288635" h="10287000">
                <a:moveTo>
                  <a:pt x="16819753" y="7453287"/>
                </a:moveTo>
                <a:lnTo>
                  <a:pt x="16812336" y="7440587"/>
                </a:lnTo>
                <a:lnTo>
                  <a:pt x="16799497" y="7453287"/>
                </a:lnTo>
                <a:lnTo>
                  <a:pt x="16806914" y="7465987"/>
                </a:lnTo>
                <a:lnTo>
                  <a:pt x="16819753" y="7453287"/>
                </a:lnTo>
                <a:close/>
              </a:path>
              <a:path w="18288635" h="10287000">
                <a:moveTo>
                  <a:pt x="16819817" y="9484398"/>
                </a:moveTo>
                <a:lnTo>
                  <a:pt x="16800373" y="9450718"/>
                </a:lnTo>
                <a:lnTo>
                  <a:pt x="16766693" y="9470161"/>
                </a:lnTo>
                <a:lnTo>
                  <a:pt x="16786136" y="9503842"/>
                </a:lnTo>
                <a:lnTo>
                  <a:pt x="16819817" y="9484398"/>
                </a:lnTo>
                <a:close/>
              </a:path>
              <a:path w="18288635" h="10287000">
                <a:moveTo>
                  <a:pt x="16824909" y="8887066"/>
                </a:moveTo>
                <a:lnTo>
                  <a:pt x="16809073" y="8859634"/>
                </a:lnTo>
                <a:lnTo>
                  <a:pt x="16781641" y="8875471"/>
                </a:lnTo>
                <a:lnTo>
                  <a:pt x="16797477" y="8902890"/>
                </a:lnTo>
                <a:lnTo>
                  <a:pt x="16824909" y="8887066"/>
                </a:lnTo>
                <a:close/>
              </a:path>
              <a:path w="18288635" h="10287000">
                <a:moveTo>
                  <a:pt x="16825125" y="6856387"/>
                </a:moveTo>
                <a:lnTo>
                  <a:pt x="16814165" y="6856387"/>
                </a:lnTo>
                <a:lnTo>
                  <a:pt x="16818178" y="6869087"/>
                </a:lnTo>
                <a:lnTo>
                  <a:pt x="16825125" y="6856387"/>
                </a:lnTo>
                <a:close/>
              </a:path>
              <a:path w="18288635" h="10287000">
                <a:moveTo>
                  <a:pt x="16830282" y="8278787"/>
                </a:moveTo>
                <a:lnTo>
                  <a:pt x="16817848" y="8266087"/>
                </a:lnTo>
                <a:lnTo>
                  <a:pt x="16796322" y="8278787"/>
                </a:lnTo>
                <a:lnTo>
                  <a:pt x="16808742" y="8291487"/>
                </a:lnTo>
                <a:lnTo>
                  <a:pt x="16830282" y="8278787"/>
                </a:lnTo>
                <a:close/>
              </a:path>
              <a:path w="18288635" h="10287000">
                <a:moveTo>
                  <a:pt x="16831856" y="6269596"/>
                </a:moveTo>
                <a:lnTo>
                  <a:pt x="16830256" y="6266815"/>
                </a:lnTo>
                <a:lnTo>
                  <a:pt x="16827488" y="6268428"/>
                </a:lnTo>
                <a:lnTo>
                  <a:pt x="16829088" y="6271196"/>
                </a:lnTo>
                <a:lnTo>
                  <a:pt x="16831856" y="6269596"/>
                </a:lnTo>
                <a:close/>
              </a:path>
              <a:path w="18288635" h="10287000">
                <a:moveTo>
                  <a:pt x="16835158" y="9713023"/>
                </a:moveTo>
                <a:lnTo>
                  <a:pt x="16814508" y="9677260"/>
                </a:lnTo>
                <a:lnTo>
                  <a:pt x="16778745" y="9697910"/>
                </a:lnTo>
                <a:lnTo>
                  <a:pt x="16799395" y="9733661"/>
                </a:lnTo>
                <a:lnTo>
                  <a:pt x="16835158" y="9713023"/>
                </a:lnTo>
                <a:close/>
              </a:path>
              <a:path w="18288635" h="10287000">
                <a:moveTo>
                  <a:pt x="16835374" y="7681887"/>
                </a:moveTo>
                <a:lnTo>
                  <a:pt x="16826548" y="7669187"/>
                </a:lnTo>
                <a:lnTo>
                  <a:pt x="16811270" y="7681887"/>
                </a:lnTo>
                <a:lnTo>
                  <a:pt x="16820096" y="7694587"/>
                </a:lnTo>
                <a:lnTo>
                  <a:pt x="16835374" y="7681887"/>
                </a:lnTo>
                <a:close/>
              </a:path>
              <a:path w="18288635" h="10287000">
                <a:moveTo>
                  <a:pt x="16840734" y="7084987"/>
                </a:moveTo>
                <a:lnTo>
                  <a:pt x="16825951" y="7084987"/>
                </a:lnTo>
                <a:lnTo>
                  <a:pt x="16831361" y="7097687"/>
                </a:lnTo>
                <a:lnTo>
                  <a:pt x="16840734" y="7084987"/>
                </a:lnTo>
                <a:close/>
              </a:path>
              <a:path w="18288635" h="10287000">
                <a:moveTo>
                  <a:pt x="16840797" y="9115831"/>
                </a:moveTo>
                <a:lnTo>
                  <a:pt x="16823360" y="9085618"/>
                </a:lnTo>
                <a:lnTo>
                  <a:pt x="16793159" y="9103068"/>
                </a:lnTo>
                <a:lnTo>
                  <a:pt x="16810597" y="9133268"/>
                </a:lnTo>
                <a:lnTo>
                  <a:pt x="16840797" y="9115831"/>
                </a:lnTo>
                <a:close/>
              </a:path>
              <a:path w="18288635" h="10287000">
                <a:moveTo>
                  <a:pt x="16846169" y="8507387"/>
                </a:moveTo>
                <a:lnTo>
                  <a:pt x="16832136" y="8481987"/>
                </a:lnTo>
                <a:lnTo>
                  <a:pt x="16807828" y="8507387"/>
                </a:lnTo>
                <a:lnTo>
                  <a:pt x="16821861" y="8520087"/>
                </a:lnTo>
                <a:lnTo>
                  <a:pt x="16846169" y="8507387"/>
                </a:lnTo>
                <a:close/>
              </a:path>
              <a:path w="18288635" h="10287000">
                <a:moveTo>
                  <a:pt x="16846931" y="6498145"/>
                </a:moveTo>
                <a:lnTo>
                  <a:pt x="16844328" y="6493637"/>
                </a:lnTo>
                <a:lnTo>
                  <a:pt x="16839807" y="6496240"/>
                </a:lnTo>
                <a:lnTo>
                  <a:pt x="16842410" y="6500762"/>
                </a:lnTo>
                <a:lnTo>
                  <a:pt x="16846931" y="6498145"/>
                </a:lnTo>
                <a:close/>
              </a:path>
              <a:path w="18288635" h="10287000">
                <a:moveTo>
                  <a:pt x="16850221" y="9941573"/>
                </a:moveTo>
                <a:lnTo>
                  <a:pt x="16828567" y="9904070"/>
                </a:lnTo>
                <a:lnTo>
                  <a:pt x="16791077" y="9925723"/>
                </a:lnTo>
                <a:lnTo>
                  <a:pt x="16812717" y="9963213"/>
                </a:lnTo>
                <a:lnTo>
                  <a:pt x="16850221" y="9941573"/>
                </a:lnTo>
                <a:close/>
              </a:path>
              <a:path w="18288635" h="10287000">
                <a:moveTo>
                  <a:pt x="16851262" y="7910487"/>
                </a:moveTo>
                <a:lnTo>
                  <a:pt x="16840835" y="7897787"/>
                </a:lnTo>
                <a:lnTo>
                  <a:pt x="16822776" y="7910487"/>
                </a:lnTo>
                <a:lnTo>
                  <a:pt x="16833203" y="7923187"/>
                </a:lnTo>
                <a:lnTo>
                  <a:pt x="16851262" y="7910487"/>
                </a:lnTo>
                <a:close/>
              </a:path>
              <a:path w="18288635" h="10287000">
                <a:moveTo>
                  <a:pt x="16856355" y="7313587"/>
                </a:moveTo>
                <a:lnTo>
                  <a:pt x="16849535" y="7300887"/>
                </a:lnTo>
                <a:lnTo>
                  <a:pt x="16837736" y="7313587"/>
                </a:lnTo>
                <a:lnTo>
                  <a:pt x="16844544" y="7326287"/>
                </a:lnTo>
                <a:lnTo>
                  <a:pt x="16856355" y="7313587"/>
                </a:lnTo>
                <a:close/>
              </a:path>
              <a:path w="18288635" h="10287000">
                <a:moveTo>
                  <a:pt x="16856685" y="9344609"/>
                </a:moveTo>
                <a:lnTo>
                  <a:pt x="16837635" y="9311615"/>
                </a:lnTo>
                <a:lnTo>
                  <a:pt x="16804653" y="9330652"/>
                </a:lnTo>
                <a:lnTo>
                  <a:pt x="16823703" y="9363646"/>
                </a:lnTo>
                <a:lnTo>
                  <a:pt x="16856685" y="9344609"/>
                </a:lnTo>
                <a:close/>
              </a:path>
              <a:path w="18288635" h="10287000">
                <a:moveTo>
                  <a:pt x="16861727" y="6716687"/>
                </a:moveTo>
                <a:lnTo>
                  <a:pt x="16852405" y="6716687"/>
                </a:lnTo>
                <a:lnTo>
                  <a:pt x="16855821" y="6729387"/>
                </a:lnTo>
                <a:lnTo>
                  <a:pt x="16861727" y="6716687"/>
                </a:lnTo>
                <a:close/>
              </a:path>
              <a:path w="18288635" h="10287000">
                <a:moveTo>
                  <a:pt x="16861778" y="8735987"/>
                </a:moveTo>
                <a:lnTo>
                  <a:pt x="16846347" y="8710587"/>
                </a:lnTo>
                <a:lnTo>
                  <a:pt x="16819601" y="8723287"/>
                </a:lnTo>
                <a:lnTo>
                  <a:pt x="16835044" y="8761387"/>
                </a:lnTo>
                <a:lnTo>
                  <a:pt x="16861778" y="8735987"/>
                </a:lnTo>
                <a:close/>
              </a:path>
              <a:path w="18288635" h="10287000">
                <a:moveTo>
                  <a:pt x="16865016" y="10170046"/>
                </a:moveTo>
                <a:lnTo>
                  <a:pt x="16842562" y="10131158"/>
                </a:lnTo>
                <a:lnTo>
                  <a:pt x="16803675" y="10153612"/>
                </a:lnTo>
                <a:lnTo>
                  <a:pt x="16826129" y="10192499"/>
                </a:lnTo>
                <a:lnTo>
                  <a:pt x="16865016" y="10170046"/>
                </a:lnTo>
                <a:close/>
              </a:path>
              <a:path w="18288635" h="10287000">
                <a:moveTo>
                  <a:pt x="16866604" y="8139087"/>
                </a:moveTo>
                <a:lnTo>
                  <a:pt x="16854970" y="8126387"/>
                </a:lnTo>
                <a:lnTo>
                  <a:pt x="16834828" y="8139087"/>
                </a:lnTo>
                <a:lnTo>
                  <a:pt x="16846461" y="8151787"/>
                </a:lnTo>
                <a:lnTo>
                  <a:pt x="16866604" y="8139087"/>
                </a:lnTo>
                <a:close/>
              </a:path>
              <a:path w="18288635" h="10287000">
                <a:moveTo>
                  <a:pt x="16868725" y="6129807"/>
                </a:moveTo>
                <a:lnTo>
                  <a:pt x="16867531" y="6127712"/>
                </a:lnTo>
                <a:lnTo>
                  <a:pt x="16865448" y="6128918"/>
                </a:lnTo>
                <a:lnTo>
                  <a:pt x="16866654" y="6131001"/>
                </a:lnTo>
                <a:lnTo>
                  <a:pt x="16868725" y="6129807"/>
                </a:lnTo>
                <a:close/>
              </a:path>
              <a:path w="18288635" h="10287000">
                <a:moveTo>
                  <a:pt x="16871976" y="7542187"/>
                </a:moveTo>
                <a:lnTo>
                  <a:pt x="16863746" y="7529487"/>
                </a:lnTo>
                <a:lnTo>
                  <a:pt x="16849509" y="7542187"/>
                </a:lnTo>
                <a:lnTo>
                  <a:pt x="16857726" y="7554887"/>
                </a:lnTo>
                <a:lnTo>
                  <a:pt x="16871976" y="7542187"/>
                </a:lnTo>
                <a:close/>
              </a:path>
              <a:path w="18288635" h="10287000">
                <a:moveTo>
                  <a:pt x="16872027" y="9573222"/>
                </a:moveTo>
                <a:lnTo>
                  <a:pt x="16851783" y="9538157"/>
                </a:lnTo>
                <a:lnTo>
                  <a:pt x="16816718" y="9558401"/>
                </a:lnTo>
                <a:lnTo>
                  <a:pt x="16836962" y="9593466"/>
                </a:lnTo>
                <a:lnTo>
                  <a:pt x="16872027" y="9573222"/>
                </a:lnTo>
                <a:close/>
              </a:path>
              <a:path w="18288635" h="10287000">
                <a:moveTo>
                  <a:pt x="16877335" y="6945287"/>
                </a:moveTo>
                <a:lnTo>
                  <a:pt x="16864191" y="6945287"/>
                </a:lnTo>
                <a:lnTo>
                  <a:pt x="16869004" y="6957987"/>
                </a:lnTo>
                <a:lnTo>
                  <a:pt x="16877335" y="6945287"/>
                </a:lnTo>
                <a:close/>
              </a:path>
              <a:path w="18288635" h="10287000">
                <a:moveTo>
                  <a:pt x="16877399" y="8975966"/>
                </a:moveTo>
                <a:lnTo>
                  <a:pt x="16860558" y="8946794"/>
                </a:lnTo>
                <a:lnTo>
                  <a:pt x="16831386" y="8963635"/>
                </a:lnTo>
                <a:lnTo>
                  <a:pt x="16848227" y="8992794"/>
                </a:lnTo>
                <a:lnTo>
                  <a:pt x="16877399" y="8975966"/>
                </a:lnTo>
                <a:close/>
              </a:path>
              <a:path w="18288635" h="10287000">
                <a:moveTo>
                  <a:pt x="16882491" y="8367687"/>
                </a:moveTo>
                <a:lnTo>
                  <a:pt x="16869258" y="8354987"/>
                </a:lnTo>
                <a:lnTo>
                  <a:pt x="16846334" y="8367687"/>
                </a:lnTo>
                <a:lnTo>
                  <a:pt x="16859568" y="8380387"/>
                </a:lnTo>
                <a:lnTo>
                  <a:pt x="16882491" y="8367687"/>
                </a:lnTo>
                <a:close/>
              </a:path>
              <a:path w="18288635" h="10287000">
                <a:moveTo>
                  <a:pt x="16883520" y="6358280"/>
                </a:moveTo>
                <a:lnTo>
                  <a:pt x="16881526" y="6354813"/>
                </a:lnTo>
                <a:lnTo>
                  <a:pt x="16878046" y="6356807"/>
                </a:lnTo>
                <a:lnTo>
                  <a:pt x="16880053" y="6360287"/>
                </a:lnTo>
                <a:lnTo>
                  <a:pt x="16883520" y="6358280"/>
                </a:lnTo>
                <a:close/>
              </a:path>
              <a:path w="18288635" h="10287000">
                <a:moveTo>
                  <a:pt x="16887368" y="9801847"/>
                </a:moveTo>
                <a:lnTo>
                  <a:pt x="16865918" y="9764700"/>
                </a:lnTo>
                <a:lnTo>
                  <a:pt x="16828770" y="9786150"/>
                </a:lnTo>
                <a:lnTo>
                  <a:pt x="16850208" y="9823298"/>
                </a:lnTo>
                <a:lnTo>
                  <a:pt x="16887368" y="9801847"/>
                </a:lnTo>
                <a:close/>
              </a:path>
              <a:path w="18288635" h="10287000">
                <a:moveTo>
                  <a:pt x="16887584" y="7770787"/>
                </a:moveTo>
                <a:lnTo>
                  <a:pt x="16877957" y="7758087"/>
                </a:lnTo>
                <a:lnTo>
                  <a:pt x="16861295" y="7770787"/>
                </a:lnTo>
                <a:lnTo>
                  <a:pt x="16870922" y="7783487"/>
                </a:lnTo>
                <a:lnTo>
                  <a:pt x="16887584" y="7770787"/>
                </a:lnTo>
                <a:close/>
              </a:path>
              <a:path w="18288635" h="10287000">
                <a:moveTo>
                  <a:pt x="16892677" y="7173887"/>
                </a:moveTo>
                <a:lnTo>
                  <a:pt x="16886657" y="7161187"/>
                </a:lnTo>
                <a:lnTo>
                  <a:pt x="16876243" y="7173887"/>
                </a:lnTo>
                <a:lnTo>
                  <a:pt x="16882263" y="7186587"/>
                </a:lnTo>
                <a:lnTo>
                  <a:pt x="16892677" y="7173887"/>
                </a:lnTo>
                <a:close/>
              </a:path>
              <a:path w="18288635" h="10287000">
                <a:moveTo>
                  <a:pt x="16893286" y="9204731"/>
                </a:moveTo>
                <a:lnTo>
                  <a:pt x="16874833" y="9172791"/>
                </a:lnTo>
                <a:lnTo>
                  <a:pt x="16842893" y="9191231"/>
                </a:lnTo>
                <a:lnTo>
                  <a:pt x="16861333" y="9223172"/>
                </a:lnTo>
                <a:lnTo>
                  <a:pt x="16893286" y="9204731"/>
                </a:lnTo>
                <a:close/>
              </a:path>
              <a:path w="18288635" h="10287000">
                <a:moveTo>
                  <a:pt x="16898379" y="8596287"/>
                </a:moveTo>
                <a:lnTo>
                  <a:pt x="16883545" y="8570887"/>
                </a:lnTo>
                <a:lnTo>
                  <a:pt x="16857853" y="8596287"/>
                </a:lnTo>
                <a:lnTo>
                  <a:pt x="16872687" y="8621687"/>
                </a:lnTo>
                <a:lnTo>
                  <a:pt x="16898379" y="8596287"/>
                </a:lnTo>
                <a:close/>
              </a:path>
              <a:path w="18288635" h="10287000">
                <a:moveTo>
                  <a:pt x="16898595" y="6576987"/>
                </a:moveTo>
                <a:lnTo>
                  <a:pt x="16890378" y="6576987"/>
                </a:lnTo>
                <a:lnTo>
                  <a:pt x="16893388" y="6589687"/>
                </a:lnTo>
                <a:lnTo>
                  <a:pt x="16898595" y="6576987"/>
                </a:lnTo>
                <a:close/>
              </a:path>
              <a:path w="18288635" h="10287000">
                <a:moveTo>
                  <a:pt x="16902164" y="10030333"/>
                </a:moveTo>
                <a:lnTo>
                  <a:pt x="16879913" y="9991788"/>
                </a:lnTo>
                <a:lnTo>
                  <a:pt x="16841369" y="10014039"/>
                </a:lnTo>
                <a:lnTo>
                  <a:pt x="16863619" y="10052583"/>
                </a:lnTo>
                <a:lnTo>
                  <a:pt x="16902164" y="10030333"/>
                </a:lnTo>
                <a:close/>
              </a:path>
              <a:path w="18288635" h="10287000">
                <a:moveTo>
                  <a:pt x="16903192" y="7999387"/>
                </a:moveTo>
                <a:lnTo>
                  <a:pt x="16892169" y="7986687"/>
                </a:lnTo>
                <a:lnTo>
                  <a:pt x="16873081" y="7999387"/>
                </a:lnTo>
                <a:lnTo>
                  <a:pt x="16884104" y="8012087"/>
                </a:lnTo>
                <a:lnTo>
                  <a:pt x="16903192" y="7999387"/>
                </a:lnTo>
                <a:close/>
              </a:path>
              <a:path w="18288635" h="10287000">
                <a:moveTo>
                  <a:pt x="16905605" y="5990006"/>
                </a:moveTo>
                <a:lnTo>
                  <a:pt x="16904805" y="5988621"/>
                </a:lnTo>
                <a:lnTo>
                  <a:pt x="16903408" y="5989421"/>
                </a:lnTo>
                <a:lnTo>
                  <a:pt x="16904208" y="5990806"/>
                </a:lnTo>
                <a:lnTo>
                  <a:pt x="16905605" y="5990006"/>
                </a:lnTo>
                <a:close/>
              </a:path>
              <a:path w="18288635" h="10287000">
                <a:moveTo>
                  <a:pt x="16908285" y="7402487"/>
                </a:moveTo>
                <a:lnTo>
                  <a:pt x="16900868" y="7389787"/>
                </a:lnTo>
                <a:lnTo>
                  <a:pt x="16888029" y="7402487"/>
                </a:lnTo>
                <a:lnTo>
                  <a:pt x="16895445" y="7415187"/>
                </a:lnTo>
                <a:lnTo>
                  <a:pt x="16908285" y="7402487"/>
                </a:lnTo>
                <a:close/>
              </a:path>
              <a:path w="18288635" h="10287000">
                <a:moveTo>
                  <a:pt x="16908895" y="9433420"/>
                </a:moveTo>
                <a:lnTo>
                  <a:pt x="16889045" y="9399054"/>
                </a:lnTo>
                <a:lnTo>
                  <a:pt x="16854678" y="9418904"/>
                </a:lnTo>
                <a:lnTo>
                  <a:pt x="16874528" y="9453270"/>
                </a:lnTo>
                <a:lnTo>
                  <a:pt x="16908895" y="9433420"/>
                </a:lnTo>
                <a:close/>
              </a:path>
              <a:path w="18288635" h="10287000">
                <a:moveTo>
                  <a:pt x="16913657" y="6805587"/>
                </a:moveTo>
                <a:lnTo>
                  <a:pt x="16902710" y="6805587"/>
                </a:lnTo>
                <a:lnTo>
                  <a:pt x="16906710" y="6818287"/>
                </a:lnTo>
                <a:lnTo>
                  <a:pt x="16913657" y="6805587"/>
                </a:lnTo>
                <a:close/>
              </a:path>
              <a:path w="18288635" h="10287000">
                <a:moveTo>
                  <a:pt x="16913987" y="8824887"/>
                </a:moveTo>
                <a:lnTo>
                  <a:pt x="16897757" y="8799487"/>
                </a:lnTo>
                <a:lnTo>
                  <a:pt x="16869626" y="8812187"/>
                </a:lnTo>
                <a:lnTo>
                  <a:pt x="16885870" y="8850287"/>
                </a:lnTo>
                <a:lnTo>
                  <a:pt x="16913987" y="8824887"/>
                </a:lnTo>
                <a:close/>
              </a:path>
              <a:path w="18288635" h="10287000">
                <a:moveTo>
                  <a:pt x="16917226" y="10258882"/>
                </a:moveTo>
                <a:lnTo>
                  <a:pt x="16893972" y="10218598"/>
                </a:lnTo>
                <a:lnTo>
                  <a:pt x="16853700" y="10241851"/>
                </a:lnTo>
                <a:lnTo>
                  <a:pt x="16876941" y="10282136"/>
                </a:lnTo>
                <a:lnTo>
                  <a:pt x="16917226" y="10258882"/>
                </a:lnTo>
                <a:close/>
              </a:path>
              <a:path w="18288635" h="10287000">
                <a:moveTo>
                  <a:pt x="16919080" y="8227987"/>
                </a:moveTo>
                <a:lnTo>
                  <a:pt x="16906456" y="8215287"/>
                </a:lnTo>
                <a:lnTo>
                  <a:pt x="16884587" y="8227987"/>
                </a:lnTo>
                <a:lnTo>
                  <a:pt x="16897211" y="8240687"/>
                </a:lnTo>
                <a:lnTo>
                  <a:pt x="16919080" y="8227987"/>
                </a:lnTo>
                <a:close/>
              </a:path>
              <a:path w="18288635" h="10287000">
                <a:moveTo>
                  <a:pt x="16920388" y="6218479"/>
                </a:moveTo>
                <a:lnTo>
                  <a:pt x="16918788" y="6215710"/>
                </a:lnTo>
                <a:lnTo>
                  <a:pt x="16916019" y="6217310"/>
                </a:lnTo>
                <a:lnTo>
                  <a:pt x="16917620" y="6220079"/>
                </a:lnTo>
                <a:lnTo>
                  <a:pt x="16920388" y="6218479"/>
                </a:lnTo>
                <a:close/>
              </a:path>
              <a:path w="18288635" h="10287000">
                <a:moveTo>
                  <a:pt x="16923906" y="7631087"/>
                </a:moveTo>
                <a:lnTo>
                  <a:pt x="16915092" y="7618387"/>
                </a:lnTo>
                <a:lnTo>
                  <a:pt x="16899801" y="7631087"/>
                </a:lnTo>
                <a:lnTo>
                  <a:pt x="16908628" y="7643787"/>
                </a:lnTo>
                <a:lnTo>
                  <a:pt x="16923906" y="7631087"/>
                </a:lnTo>
                <a:close/>
              </a:path>
              <a:path w="18288635" h="10287000">
                <a:moveTo>
                  <a:pt x="16924236" y="9662058"/>
                </a:moveTo>
                <a:lnTo>
                  <a:pt x="16903192" y="9625597"/>
                </a:lnTo>
                <a:lnTo>
                  <a:pt x="16866731" y="9646641"/>
                </a:lnTo>
                <a:lnTo>
                  <a:pt x="16887775" y="9683102"/>
                </a:lnTo>
                <a:lnTo>
                  <a:pt x="16924236" y="9662058"/>
                </a:lnTo>
                <a:close/>
              </a:path>
              <a:path w="18288635" h="10287000">
                <a:moveTo>
                  <a:pt x="16929265" y="7034187"/>
                </a:moveTo>
                <a:lnTo>
                  <a:pt x="16914483" y="7034187"/>
                </a:lnTo>
                <a:lnTo>
                  <a:pt x="16919893" y="7046887"/>
                </a:lnTo>
                <a:lnTo>
                  <a:pt x="16929265" y="7034187"/>
                </a:lnTo>
                <a:close/>
              </a:path>
              <a:path w="18288635" h="10287000">
                <a:moveTo>
                  <a:pt x="16929875" y="9064854"/>
                </a:moveTo>
                <a:lnTo>
                  <a:pt x="16912032" y="9033954"/>
                </a:lnTo>
                <a:lnTo>
                  <a:pt x="16881132" y="9051798"/>
                </a:lnTo>
                <a:lnTo>
                  <a:pt x="16898976" y="9082697"/>
                </a:lnTo>
                <a:lnTo>
                  <a:pt x="16929875" y="9064854"/>
                </a:lnTo>
                <a:close/>
              </a:path>
              <a:path w="18288635" h="10287000">
                <a:moveTo>
                  <a:pt x="16934968" y="8456587"/>
                </a:moveTo>
                <a:lnTo>
                  <a:pt x="16920744" y="8431187"/>
                </a:lnTo>
                <a:lnTo>
                  <a:pt x="16896080" y="8456587"/>
                </a:lnTo>
                <a:lnTo>
                  <a:pt x="16910317" y="8469287"/>
                </a:lnTo>
                <a:lnTo>
                  <a:pt x="16934968" y="8456587"/>
                </a:lnTo>
                <a:close/>
              </a:path>
              <a:path w="18288635" h="10287000">
                <a:moveTo>
                  <a:pt x="16935463" y="6447028"/>
                </a:moveTo>
                <a:lnTo>
                  <a:pt x="16932860" y="6442519"/>
                </a:lnTo>
                <a:lnTo>
                  <a:pt x="16928338" y="6445123"/>
                </a:lnTo>
                <a:lnTo>
                  <a:pt x="16930955" y="6449644"/>
                </a:lnTo>
                <a:lnTo>
                  <a:pt x="16935463" y="6447028"/>
                </a:lnTo>
                <a:close/>
              </a:path>
              <a:path w="18288635" h="10287000">
                <a:moveTo>
                  <a:pt x="16939578" y="9890671"/>
                </a:moveTo>
                <a:lnTo>
                  <a:pt x="16917327" y="9852139"/>
                </a:lnTo>
                <a:lnTo>
                  <a:pt x="16878783" y="9874390"/>
                </a:lnTo>
                <a:lnTo>
                  <a:pt x="16901033" y="9912921"/>
                </a:lnTo>
                <a:lnTo>
                  <a:pt x="16939578" y="9890671"/>
                </a:lnTo>
                <a:close/>
              </a:path>
              <a:path w="18288635" h="10287000">
                <a:moveTo>
                  <a:pt x="16939794" y="7859687"/>
                </a:moveTo>
                <a:lnTo>
                  <a:pt x="16929367" y="7846987"/>
                </a:lnTo>
                <a:lnTo>
                  <a:pt x="16911308" y="7859687"/>
                </a:lnTo>
                <a:lnTo>
                  <a:pt x="16921734" y="7872387"/>
                </a:lnTo>
                <a:lnTo>
                  <a:pt x="16939794" y="7859687"/>
                </a:lnTo>
                <a:close/>
              </a:path>
              <a:path w="18288635" h="10287000">
                <a:moveTo>
                  <a:pt x="16944886" y="7262787"/>
                </a:moveTo>
                <a:lnTo>
                  <a:pt x="16938067" y="7250087"/>
                </a:lnTo>
                <a:lnTo>
                  <a:pt x="16926268" y="7262787"/>
                </a:lnTo>
                <a:lnTo>
                  <a:pt x="16933075" y="7275487"/>
                </a:lnTo>
                <a:lnTo>
                  <a:pt x="16944886" y="7262787"/>
                </a:lnTo>
                <a:close/>
              </a:path>
              <a:path w="18288635" h="10287000">
                <a:moveTo>
                  <a:pt x="16945763" y="9293631"/>
                </a:moveTo>
                <a:lnTo>
                  <a:pt x="16926319" y="9259951"/>
                </a:lnTo>
                <a:lnTo>
                  <a:pt x="16892651" y="9279395"/>
                </a:lnTo>
                <a:lnTo>
                  <a:pt x="16912095" y="9313075"/>
                </a:lnTo>
                <a:lnTo>
                  <a:pt x="16945763" y="9293631"/>
                </a:lnTo>
                <a:close/>
              </a:path>
              <a:path w="18288635" h="10287000">
                <a:moveTo>
                  <a:pt x="16950246" y="6665887"/>
                </a:moveTo>
                <a:lnTo>
                  <a:pt x="16940949" y="6665887"/>
                </a:lnTo>
                <a:lnTo>
                  <a:pt x="16944353" y="6678587"/>
                </a:lnTo>
                <a:lnTo>
                  <a:pt x="16950246" y="6665887"/>
                </a:lnTo>
                <a:close/>
              </a:path>
              <a:path w="18288635" h="10287000">
                <a:moveTo>
                  <a:pt x="16950589" y="8685187"/>
                </a:moveTo>
                <a:lnTo>
                  <a:pt x="16934955" y="8659787"/>
                </a:lnTo>
                <a:lnTo>
                  <a:pt x="16907866" y="8672487"/>
                </a:lnTo>
                <a:lnTo>
                  <a:pt x="16923500" y="8710587"/>
                </a:lnTo>
                <a:lnTo>
                  <a:pt x="16950589" y="8685187"/>
                </a:lnTo>
                <a:close/>
              </a:path>
              <a:path w="18288635" h="10287000">
                <a:moveTo>
                  <a:pt x="16954373" y="10119157"/>
                </a:moveTo>
                <a:lnTo>
                  <a:pt x="16931310" y="10079228"/>
                </a:lnTo>
                <a:lnTo>
                  <a:pt x="16891394" y="10102278"/>
                </a:lnTo>
                <a:lnTo>
                  <a:pt x="16914445" y="10142207"/>
                </a:lnTo>
                <a:lnTo>
                  <a:pt x="16954373" y="10119157"/>
                </a:lnTo>
                <a:close/>
              </a:path>
              <a:path w="18288635" h="10287000">
                <a:moveTo>
                  <a:pt x="16955402" y="8088287"/>
                </a:moveTo>
                <a:lnTo>
                  <a:pt x="16943578" y="8075587"/>
                </a:lnTo>
                <a:lnTo>
                  <a:pt x="16923093" y="8088287"/>
                </a:lnTo>
                <a:lnTo>
                  <a:pt x="16934917" y="8100987"/>
                </a:lnTo>
                <a:lnTo>
                  <a:pt x="16955402" y="8088287"/>
                </a:lnTo>
                <a:close/>
              </a:path>
              <a:path w="18288635" h="10287000">
                <a:moveTo>
                  <a:pt x="16957269" y="6078677"/>
                </a:moveTo>
                <a:lnTo>
                  <a:pt x="16956062" y="6076607"/>
                </a:lnTo>
                <a:lnTo>
                  <a:pt x="16953980" y="6077801"/>
                </a:lnTo>
                <a:lnTo>
                  <a:pt x="16955186" y="6079883"/>
                </a:lnTo>
                <a:lnTo>
                  <a:pt x="16957269" y="6078677"/>
                </a:lnTo>
                <a:close/>
              </a:path>
              <a:path w="18288635" h="10287000">
                <a:moveTo>
                  <a:pt x="16960495" y="7491387"/>
                </a:moveTo>
                <a:lnTo>
                  <a:pt x="16952278" y="7478687"/>
                </a:lnTo>
                <a:lnTo>
                  <a:pt x="16938041" y="7491387"/>
                </a:lnTo>
                <a:lnTo>
                  <a:pt x="16946258" y="7504087"/>
                </a:lnTo>
                <a:lnTo>
                  <a:pt x="16960495" y="7491387"/>
                </a:lnTo>
                <a:close/>
              </a:path>
              <a:path w="18288635" h="10287000">
                <a:moveTo>
                  <a:pt x="16961371" y="9522320"/>
                </a:moveTo>
                <a:lnTo>
                  <a:pt x="16940530" y="9486214"/>
                </a:lnTo>
                <a:lnTo>
                  <a:pt x="16904424" y="9507068"/>
                </a:lnTo>
                <a:lnTo>
                  <a:pt x="16925278" y="9543174"/>
                </a:lnTo>
                <a:lnTo>
                  <a:pt x="16961371" y="9522320"/>
                </a:lnTo>
                <a:close/>
              </a:path>
              <a:path w="18288635" h="10287000">
                <a:moveTo>
                  <a:pt x="16965867" y="6894487"/>
                </a:moveTo>
                <a:lnTo>
                  <a:pt x="16952722" y="6894487"/>
                </a:lnTo>
                <a:lnTo>
                  <a:pt x="16957536" y="6907187"/>
                </a:lnTo>
                <a:lnTo>
                  <a:pt x="16965867" y="6894487"/>
                </a:lnTo>
                <a:close/>
              </a:path>
              <a:path w="18288635" h="10287000">
                <a:moveTo>
                  <a:pt x="16966476" y="8913787"/>
                </a:moveTo>
                <a:lnTo>
                  <a:pt x="16949230" y="8888387"/>
                </a:lnTo>
                <a:lnTo>
                  <a:pt x="16919372" y="8901087"/>
                </a:lnTo>
                <a:lnTo>
                  <a:pt x="16936619" y="8939187"/>
                </a:lnTo>
                <a:lnTo>
                  <a:pt x="16966476" y="8913787"/>
                </a:lnTo>
                <a:close/>
              </a:path>
              <a:path w="18288635" h="10287000">
                <a:moveTo>
                  <a:pt x="16971290" y="8316887"/>
                </a:moveTo>
                <a:lnTo>
                  <a:pt x="16957866" y="8304187"/>
                </a:lnTo>
                <a:lnTo>
                  <a:pt x="16934599" y="8316887"/>
                </a:lnTo>
                <a:lnTo>
                  <a:pt x="16948036" y="8329587"/>
                </a:lnTo>
                <a:lnTo>
                  <a:pt x="16971290" y="8316887"/>
                </a:lnTo>
                <a:close/>
              </a:path>
              <a:path w="18288635" h="10287000">
                <a:moveTo>
                  <a:pt x="16972064" y="6307163"/>
                </a:moveTo>
                <a:lnTo>
                  <a:pt x="16970058" y="6303683"/>
                </a:lnTo>
                <a:lnTo>
                  <a:pt x="16966591" y="6305689"/>
                </a:lnTo>
                <a:lnTo>
                  <a:pt x="16968585" y="6309169"/>
                </a:lnTo>
                <a:lnTo>
                  <a:pt x="16972064" y="6307163"/>
                </a:lnTo>
                <a:close/>
              </a:path>
              <a:path w="18288635" h="10287000">
                <a:moveTo>
                  <a:pt x="16976116" y="7719987"/>
                </a:moveTo>
                <a:lnTo>
                  <a:pt x="16966489" y="7707287"/>
                </a:lnTo>
                <a:lnTo>
                  <a:pt x="16949827" y="7719987"/>
                </a:lnTo>
                <a:lnTo>
                  <a:pt x="16959453" y="7732687"/>
                </a:lnTo>
                <a:lnTo>
                  <a:pt x="16976116" y="7719987"/>
                </a:lnTo>
                <a:close/>
              </a:path>
              <a:path w="18288635" h="10287000">
                <a:moveTo>
                  <a:pt x="16976725" y="9750946"/>
                </a:moveTo>
                <a:lnTo>
                  <a:pt x="16954665" y="9712757"/>
                </a:lnTo>
                <a:lnTo>
                  <a:pt x="16916477" y="9734817"/>
                </a:lnTo>
                <a:lnTo>
                  <a:pt x="16938524" y="9773006"/>
                </a:lnTo>
                <a:lnTo>
                  <a:pt x="16976725" y="9750946"/>
                </a:lnTo>
                <a:close/>
              </a:path>
              <a:path w="18288635" h="10287000">
                <a:moveTo>
                  <a:pt x="16981208" y="7123087"/>
                </a:moveTo>
                <a:lnTo>
                  <a:pt x="16975201" y="7110387"/>
                </a:lnTo>
                <a:lnTo>
                  <a:pt x="16964775" y="7123087"/>
                </a:lnTo>
                <a:lnTo>
                  <a:pt x="16970794" y="7135787"/>
                </a:lnTo>
                <a:lnTo>
                  <a:pt x="16981208" y="7123087"/>
                </a:lnTo>
                <a:close/>
              </a:path>
              <a:path w="18288635" h="10287000">
                <a:moveTo>
                  <a:pt x="16982364" y="9153766"/>
                </a:moveTo>
                <a:lnTo>
                  <a:pt x="16963517" y="9121127"/>
                </a:lnTo>
                <a:lnTo>
                  <a:pt x="16930878" y="9139961"/>
                </a:lnTo>
                <a:lnTo>
                  <a:pt x="16949725" y="9172600"/>
                </a:lnTo>
                <a:lnTo>
                  <a:pt x="16982364" y="9153766"/>
                </a:lnTo>
                <a:close/>
              </a:path>
              <a:path w="18288635" h="10287000">
                <a:moveTo>
                  <a:pt x="16987127" y="6535712"/>
                </a:moveTo>
                <a:lnTo>
                  <a:pt x="16984117" y="6530505"/>
                </a:lnTo>
                <a:lnTo>
                  <a:pt x="16978910" y="6533515"/>
                </a:lnTo>
                <a:lnTo>
                  <a:pt x="16981920" y="6538722"/>
                </a:lnTo>
                <a:lnTo>
                  <a:pt x="16987127" y="6535712"/>
                </a:lnTo>
                <a:close/>
              </a:path>
              <a:path w="18288635" h="10287000">
                <a:moveTo>
                  <a:pt x="16987177" y="8545487"/>
                </a:moveTo>
                <a:lnTo>
                  <a:pt x="16972153" y="8520087"/>
                </a:lnTo>
                <a:lnTo>
                  <a:pt x="16946106" y="8532787"/>
                </a:lnTo>
                <a:lnTo>
                  <a:pt x="16961142" y="8570887"/>
                </a:lnTo>
                <a:lnTo>
                  <a:pt x="16987177" y="8545487"/>
                </a:lnTo>
                <a:close/>
              </a:path>
              <a:path w="18288635" h="10287000">
                <a:moveTo>
                  <a:pt x="16991724" y="7948587"/>
                </a:moveTo>
                <a:lnTo>
                  <a:pt x="16980700" y="7935887"/>
                </a:lnTo>
                <a:lnTo>
                  <a:pt x="16961612" y="7948587"/>
                </a:lnTo>
                <a:lnTo>
                  <a:pt x="16972636" y="7961287"/>
                </a:lnTo>
                <a:lnTo>
                  <a:pt x="16991724" y="7948587"/>
                </a:lnTo>
                <a:close/>
              </a:path>
              <a:path w="18288635" h="10287000">
                <a:moveTo>
                  <a:pt x="16991788" y="9979508"/>
                </a:moveTo>
                <a:lnTo>
                  <a:pt x="16968737" y="9939579"/>
                </a:lnTo>
                <a:lnTo>
                  <a:pt x="16928808" y="9962629"/>
                </a:lnTo>
                <a:lnTo>
                  <a:pt x="16951859" y="10002558"/>
                </a:lnTo>
                <a:lnTo>
                  <a:pt x="16991788" y="9979508"/>
                </a:lnTo>
                <a:close/>
              </a:path>
              <a:path w="18288635" h="10287000">
                <a:moveTo>
                  <a:pt x="16994137" y="5938888"/>
                </a:moveTo>
                <a:lnTo>
                  <a:pt x="16993337" y="5937504"/>
                </a:lnTo>
                <a:lnTo>
                  <a:pt x="16991940" y="5938304"/>
                </a:lnTo>
                <a:lnTo>
                  <a:pt x="16992740" y="5939688"/>
                </a:lnTo>
                <a:lnTo>
                  <a:pt x="16994137" y="5938888"/>
                </a:lnTo>
                <a:close/>
              </a:path>
              <a:path w="18288635" h="10287000">
                <a:moveTo>
                  <a:pt x="16996817" y="7351687"/>
                </a:moveTo>
                <a:lnTo>
                  <a:pt x="16989413" y="7338987"/>
                </a:lnTo>
                <a:lnTo>
                  <a:pt x="16976560" y="7351687"/>
                </a:lnTo>
                <a:lnTo>
                  <a:pt x="16983977" y="7364387"/>
                </a:lnTo>
                <a:lnTo>
                  <a:pt x="16996817" y="7351687"/>
                </a:lnTo>
                <a:close/>
              </a:path>
              <a:path w="18288635" h="10287000">
                <a:moveTo>
                  <a:pt x="16997972" y="9382455"/>
                </a:moveTo>
                <a:lnTo>
                  <a:pt x="16977729" y="9347390"/>
                </a:lnTo>
                <a:lnTo>
                  <a:pt x="16942664" y="9367634"/>
                </a:lnTo>
                <a:lnTo>
                  <a:pt x="16962908" y="9402699"/>
                </a:lnTo>
                <a:lnTo>
                  <a:pt x="16997972" y="9382455"/>
                </a:lnTo>
                <a:close/>
              </a:path>
              <a:path w="18288635" h="10287000">
                <a:moveTo>
                  <a:pt x="17002189" y="6754787"/>
                </a:moveTo>
                <a:lnTo>
                  <a:pt x="16991241" y="6754787"/>
                </a:lnTo>
                <a:lnTo>
                  <a:pt x="16995242" y="6767487"/>
                </a:lnTo>
                <a:lnTo>
                  <a:pt x="17002189" y="6754787"/>
                </a:lnTo>
                <a:close/>
              </a:path>
              <a:path w="18288635" h="10287000">
                <a:moveTo>
                  <a:pt x="17002798" y="8774087"/>
                </a:moveTo>
                <a:lnTo>
                  <a:pt x="16986365" y="8748687"/>
                </a:lnTo>
                <a:lnTo>
                  <a:pt x="16957891" y="8761387"/>
                </a:lnTo>
                <a:lnTo>
                  <a:pt x="16974325" y="8799487"/>
                </a:lnTo>
                <a:lnTo>
                  <a:pt x="17002798" y="8774087"/>
                </a:lnTo>
                <a:close/>
              </a:path>
              <a:path w="18288635" h="10287000">
                <a:moveTo>
                  <a:pt x="17006850" y="10208057"/>
                </a:moveTo>
                <a:lnTo>
                  <a:pt x="16982796" y="10166388"/>
                </a:lnTo>
                <a:lnTo>
                  <a:pt x="16941127" y="10190442"/>
                </a:lnTo>
                <a:lnTo>
                  <a:pt x="16965194" y="10232111"/>
                </a:lnTo>
                <a:lnTo>
                  <a:pt x="17006850" y="10208057"/>
                </a:lnTo>
                <a:close/>
              </a:path>
              <a:path w="18288635" h="10287000">
                <a:moveTo>
                  <a:pt x="17007891" y="8177187"/>
                </a:moveTo>
                <a:lnTo>
                  <a:pt x="16995064" y="8164487"/>
                </a:lnTo>
                <a:lnTo>
                  <a:pt x="16972839" y="8177187"/>
                </a:lnTo>
                <a:lnTo>
                  <a:pt x="16985666" y="8189887"/>
                </a:lnTo>
                <a:lnTo>
                  <a:pt x="17007891" y="8177187"/>
                </a:lnTo>
                <a:close/>
              </a:path>
              <a:path w="18288635" h="10287000">
                <a:moveTo>
                  <a:pt x="17008933" y="6167361"/>
                </a:moveTo>
                <a:lnTo>
                  <a:pt x="17007320" y="6164592"/>
                </a:lnTo>
                <a:lnTo>
                  <a:pt x="17004551" y="6166193"/>
                </a:lnTo>
                <a:lnTo>
                  <a:pt x="17006151" y="6168974"/>
                </a:lnTo>
                <a:lnTo>
                  <a:pt x="17008933" y="6167361"/>
                </a:lnTo>
                <a:close/>
              </a:path>
              <a:path w="18288635" h="10287000">
                <a:moveTo>
                  <a:pt x="17012438" y="7580287"/>
                </a:moveTo>
                <a:lnTo>
                  <a:pt x="17003611" y="7567587"/>
                </a:lnTo>
                <a:lnTo>
                  <a:pt x="16988333" y="7580287"/>
                </a:lnTo>
                <a:lnTo>
                  <a:pt x="16997160" y="7592987"/>
                </a:lnTo>
                <a:lnTo>
                  <a:pt x="17012438" y="7580287"/>
                </a:lnTo>
                <a:close/>
              </a:path>
              <a:path w="18288635" h="10287000">
                <a:moveTo>
                  <a:pt x="17013593" y="9611157"/>
                </a:moveTo>
                <a:lnTo>
                  <a:pt x="16991940" y="9573666"/>
                </a:lnTo>
                <a:lnTo>
                  <a:pt x="16954437" y="9595307"/>
                </a:lnTo>
                <a:lnTo>
                  <a:pt x="16976090" y="9632810"/>
                </a:lnTo>
                <a:lnTo>
                  <a:pt x="17013593" y="9611157"/>
                </a:lnTo>
                <a:close/>
              </a:path>
              <a:path w="18288635" h="10287000">
                <a:moveTo>
                  <a:pt x="17017797" y="6983387"/>
                </a:moveTo>
                <a:lnTo>
                  <a:pt x="17003014" y="6983387"/>
                </a:lnTo>
                <a:lnTo>
                  <a:pt x="17008437" y="6996087"/>
                </a:lnTo>
                <a:lnTo>
                  <a:pt x="17017797" y="6983387"/>
                </a:lnTo>
                <a:close/>
              </a:path>
              <a:path w="18288635" h="10287000">
                <a:moveTo>
                  <a:pt x="17018953" y="9002687"/>
                </a:moveTo>
                <a:lnTo>
                  <a:pt x="17000716" y="8977287"/>
                </a:lnTo>
                <a:lnTo>
                  <a:pt x="16969118" y="8989987"/>
                </a:lnTo>
                <a:lnTo>
                  <a:pt x="16987368" y="9028087"/>
                </a:lnTo>
                <a:lnTo>
                  <a:pt x="17018953" y="9002687"/>
                </a:lnTo>
                <a:close/>
              </a:path>
              <a:path w="18288635" h="10287000">
                <a:moveTo>
                  <a:pt x="17023779" y="8405787"/>
                </a:moveTo>
                <a:lnTo>
                  <a:pt x="17009339" y="8380387"/>
                </a:lnTo>
                <a:lnTo>
                  <a:pt x="16984345" y="8405787"/>
                </a:lnTo>
                <a:lnTo>
                  <a:pt x="16998785" y="8418487"/>
                </a:lnTo>
                <a:lnTo>
                  <a:pt x="17023779" y="8405787"/>
                </a:lnTo>
                <a:close/>
              </a:path>
              <a:path w="18288635" h="10287000">
                <a:moveTo>
                  <a:pt x="17023995" y="6395923"/>
                </a:moveTo>
                <a:lnTo>
                  <a:pt x="17021391" y="6391402"/>
                </a:lnTo>
                <a:lnTo>
                  <a:pt x="17016870" y="6394005"/>
                </a:lnTo>
                <a:lnTo>
                  <a:pt x="17019486" y="6398527"/>
                </a:lnTo>
                <a:lnTo>
                  <a:pt x="17023995" y="6395923"/>
                </a:lnTo>
                <a:close/>
              </a:path>
              <a:path w="18288635" h="10287000">
                <a:moveTo>
                  <a:pt x="17028592" y="7808887"/>
                </a:moveTo>
                <a:lnTo>
                  <a:pt x="17017975" y="7796187"/>
                </a:lnTo>
                <a:lnTo>
                  <a:pt x="16999573" y="7808887"/>
                </a:lnTo>
                <a:lnTo>
                  <a:pt x="17010203" y="7821587"/>
                </a:lnTo>
                <a:lnTo>
                  <a:pt x="17028592" y="7808887"/>
                </a:lnTo>
                <a:close/>
              </a:path>
              <a:path w="18288635" h="10287000">
                <a:moveTo>
                  <a:pt x="17028935" y="9839782"/>
                </a:moveTo>
                <a:lnTo>
                  <a:pt x="17006075" y="9800196"/>
                </a:lnTo>
                <a:lnTo>
                  <a:pt x="16966502" y="9823056"/>
                </a:lnTo>
                <a:lnTo>
                  <a:pt x="16989349" y="9862629"/>
                </a:lnTo>
                <a:lnTo>
                  <a:pt x="17028935" y="9839782"/>
                </a:lnTo>
                <a:close/>
              </a:path>
              <a:path w="18288635" h="10287000">
                <a:moveTo>
                  <a:pt x="17033418" y="7211987"/>
                </a:moveTo>
                <a:lnTo>
                  <a:pt x="17026611" y="7199287"/>
                </a:lnTo>
                <a:lnTo>
                  <a:pt x="17014800" y="7211987"/>
                </a:lnTo>
                <a:lnTo>
                  <a:pt x="17021620" y="7224687"/>
                </a:lnTo>
                <a:lnTo>
                  <a:pt x="17033418" y="7211987"/>
                </a:lnTo>
                <a:close/>
              </a:path>
              <a:path w="18288635" h="10287000">
                <a:moveTo>
                  <a:pt x="17034841" y="9242666"/>
                </a:moveTo>
                <a:lnTo>
                  <a:pt x="17015003" y="9208287"/>
                </a:lnTo>
                <a:lnTo>
                  <a:pt x="16980624" y="9228137"/>
                </a:lnTo>
                <a:lnTo>
                  <a:pt x="17000474" y="9262504"/>
                </a:lnTo>
                <a:lnTo>
                  <a:pt x="17034841" y="9242666"/>
                </a:lnTo>
                <a:close/>
              </a:path>
              <a:path w="18288635" h="10287000">
                <a:moveTo>
                  <a:pt x="17038790" y="6615087"/>
                </a:moveTo>
                <a:lnTo>
                  <a:pt x="17029481" y="6615087"/>
                </a:lnTo>
                <a:lnTo>
                  <a:pt x="17032885" y="6627787"/>
                </a:lnTo>
                <a:lnTo>
                  <a:pt x="17038790" y="6615087"/>
                </a:lnTo>
                <a:close/>
              </a:path>
              <a:path w="18288635" h="10287000">
                <a:moveTo>
                  <a:pt x="17039387" y="8634387"/>
                </a:moveTo>
                <a:lnTo>
                  <a:pt x="17023563" y="8608987"/>
                </a:lnTo>
                <a:lnTo>
                  <a:pt x="16996131" y="8621687"/>
                </a:lnTo>
                <a:lnTo>
                  <a:pt x="17011968" y="8659787"/>
                </a:lnTo>
                <a:lnTo>
                  <a:pt x="17039387" y="8634387"/>
                </a:lnTo>
                <a:close/>
              </a:path>
              <a:path w="18288635" h="10287000">
                <a:moveTo>
                  <a:pt x="17043997" y="10068331"/>
                </a:moveTo>
                <a:lnTo>
                  <a:pt x="17020147" y="10027018"/>
                </a:lnTo>
                <a:lnTo>
                  <a:pt x="16978821" y="10050869"/>
                </a:lnTo>
                <a:lnTo>
                  <a:pt x="17002684" y="10092182"/>
                </a:lnTo>
                <a:lnTo>
                  <a:pt x="17043997" y="10068331"/>
                </a:lnTo>
                <a:close/>
              </a:path>
              <a:path w="18288635" h="10287000">
                <a:moveTo>
                  <a:pt x="17044213" y="8037487"/>
                </a:moveTo>
                <a:lnTo>
                  <a:pt x="17032186" y="8024787"/>
                </a:lnTo>
                <a:lnTo>
                  <a:pt x="17011358" y="8037487"/>
                </a:lnTo>
                <a:lnTo>
                  <a:pt x="17023385" y="8050187"/>
                </a:lnTo>
                <a:lnTo>
                  <a:pt x="17044213" y="8037487"/>
                </a:lnTo>
                <a:close/>
              </a:path>
              <a:path w="18288635" h="10287000">
                <a:moveTo>
                  <a:pt x="17045801" y="6027572"/>
                </a:moveTo>
                <a:lnTo>
                  <a:pt x="17044594" y="6025489"/>
                </a:lnTo>
                <a:lnTo>
                  <a:pt x="17042511" y="6026683"/>
                </a:lnTo>
                <a:lnTo>
                  <a:pt x="17043718" y="6028779"/>
                </a:lnTo>
                <a:lnTo>
                  <a:pt x="17045801" y="6027572"/>
                </a:lnTo>
                <a:close/>
              </a:path>
              <a:path w="18288635" h="10287000">
                <a:moveTo>
                  <a:pt x="17049026" y="7440587"/>
                </a:moveTo>
                <a:lnTo>
                  <a:pt x="17040810" y="7427887"/>
                </a:lnTo>
                <a:lnTo>
                  <a:pt x="17026573" y="7440587"/>
                </a:lnTo>
                <a:lnTo>
                  <a:pt x="17034802" y="7453287"/>
                </a:lnTo>
                <a:lnTo>
                  <a:pt x="17049026" y="7440587"/>
                </a:lnTo>
                <a:close/>
              </a:path>
              <a:path w="18288635" h="10287000">
                <a:moveTo>
                  <a:pt x="17050462" y="9471355"/>
                </a:moveTo>
                <a:lnTo>
                  <a:pt x="17029214" y="9434563"/>
                </a:lnTo>
                <a:lnTo>
                  <a:pt x="16992410" y="9455810"/>
                </a:lnTo>
                <a:lnTo>
                  <a:pt x="17013657" y="9492615"/>
                </a:lnTo>
                <a:lnTo>
                  <a:pt x="17050462" y="9471355"/>
                </a:lnTo>
                <a:close/>
              </a:path>
              <a:path w="18288635" h="10287000">
                <a:moveTo>
                  <a:pt x="17053357" y="10286987"/>
                </a:moveTo>
                <a:lnTo>
                  <a:pt x="17034206" y="10253828"/>
                </a:lnTo>
                <a:lnTo>
                  <a:pt x="16991153" y="10278681"/>
                </a:lnTo>
                <a:lnTo>
                  <a:pt x="16995953" y="10286987"/>
                </a:lnTo>
                <a:lnTo>
                  <a:pt x="17053357" y="10286987"/>
                </a:lnTo>
                <a:close/>
              </a:path>
              <a:path w="18288635" h="10287000">
                <a:moveTo>
                  <a:pt x="17054399" y="6843687"/>
                </a:moveTo>
                <a:lnTo>
                  <a:pt x="17041267" y="6843687"/>
                </a:lnTo>
                <a:lnTo>
                  <a:pt x="17046067" y="6856387"/>
                </a:lnTo>
                <a:lnTo>
                  <a:pt x="17054399" y="6843687"/>
                </a:lnTo>
                <a:close/>
              </a:path>
              <a:path w="18288635" h="10287000">
                <a:moveTo>
                  <a:pt x="17055275" y="8862987"/>
                </a:moveTo>
                <a:lnTo>
                  <a:pt x="17037838" y="8837587"/>
                </a:lnTo>
                <a:lnTo>
                  <a:pt x="17007637" y="8850287"/>
                </a:lnTo>
                <a:lnTo>
                  <a:pt x="17025074" y="8888387"/>
                </a:lnTo>
                <a:lnTo>
                  <a:pt x="17055275" y="8862987"/>
                </a:lnTo>
                <a:close/>
              </a:path>
              <a:path w="18288635" h="10287000">
                <a:moveTo>
                  <a:pt x="17060101" y="8266087"/>
                </a:moveTo>
                <a:lnTo>
                  <a:pt x="17046474" y="8240687"/>
                </a:lnTo>
                <a:lnTo>
                  <a:pt x="17022864" y="8266087"/>
                </a:lnTo>
                <a:lnTo>
                  <a:pt x="17036492" y="8278787"/>
                </a:lnTo>
                <a:lnTo>
                  <a:pt x="17060101" y="8266087"/>
                </a:lnTo>
                <a:close/>
              </a:path>
              <a:path w="18288635" h="10287000">
                <a:moveTo>
                  <a:pt x="17060596" y="6256045"/>
                </a:moveTo>
                <a:lnTo>
                  <a:pt x="17058590" y="6252578"/>
                </a:lnTo>
                <a:lnTo>
                  <a:pt x="17055110" y="6254585"/>
                </a:lnTo>
                <a:lnTo>
                  <a:pt x="17057116" y="6258052"/>
                </a:lnTo>
                <a:lnTo>
                  <a:pt x="17060596" y="6256045"/>
                </a:lnTo>
                <a:close/>
              </a:path>
              <a:path w="18288635" h="10287000">
                <a:moveTo>
                  <a:pt x="17064914" y="7669187"/>
                </a:moveTo>
                <a:lnTo>
                  <a:pt x="17055097" y="7656487"/>
                </a:lnTo>
                <a:lnTo>
                  <a:pt x="17038079" y="7669187"/>
                </a:lnTo>
                <a:lnTo>
                  <a:pt x="17047909" y="7681887"/>
                </a:lnTo>
                <a:lnTo>
                  <a:pt x="17064914" y="7669187"/>
                </a:lnTo>
                <a:close/>
              </a:path>
              <a:path w="18288635" h="10287000">
                <a:moveTo>
                  <a:pt x="17065803" y="9699981"/>
                </a:moveTo>
                <a:lnTo>
                  <a:pt x="17043350" y="9661093"/>
                </a:lnTo>
                <a:lnTo>
                  <a:pt x="17004462" y="9683547"/>
                </a:lnTo>
                <a:lnTo>
                  <a:pt x="17026916" y="9722434"/>
                </a:lnTo>
                <a:lnTo>
                  <a:pt x="17065803" y="9699981"/>
                </a:lnTo>
                <a:close/>
              </a:path>
              <a:path w="18288635" h="10287000">
                <a:moveTo>
                  <a:pt x="17069740" y="7072287"/>
                </a:moveTo>
                <a:lnTo>
                  <a:pt x="17063733" y="7059587"/>
                </a:lnTo>
                <a:lnTo>
                  <a:pt x="17053319" y="7072287"/>
                </a:lnTo>
                <a:lnTo>
                  <a:pt x="17059326" y="7084987"/>
                </a:lnTo>
                <a:lnTo>
                  <a:pt x="17069740" y="7072287"/>
                </a:lnTo>
                <a:close/>
              </a:path>
              <a:path w="18288635" h="10287000">
                <a:moveTo>
                  <a:pt x="17071442" y="9091587"/>
                </a:moveTo>
                <a:lnTo>
                  <a:pt x="17052201" y="9066187"/>
                </a:lnTo>
                <a:lnTo>
                  <a:pt x="17018864" y="9078887"/>
                </a:lnTo>
                <a:lnTo>
                  <a:pt x="17038117" y="9116987"/>
                </a:lnTo>
                <a:lnTo>
                  <a:pt x="17071442" y="9091587"/>
                </a:lnTo>
                <a:close/>
              </a:path>
              <a:path w="18288635" h="10287000">
                <a:moveTo>
                  <a:pt x="17075658" y="6484594"/>
                </a:moveTo>
                <a:lnTo>
                  <a:pt x="17072648" y="6479387"/>
                </a:lnTo>
                <a:lnTo>
                  <a:pt x="17067441" y="6482397"/>
                </a:lnTo>
                <a:lnTo>
                  <a:pt x="17070451" y="6487604"/>
                </a:lnTo>
                <a:lnTo>
                  <a:pt x="17075658" y="6484594"/>
                </a:lnTo>
                <a:close/>
              </a:path>
              <a:path w="18288635" h="10287000">
                <a:moveTo>
                  <a:pt x="17075989" y="8494687"/>
                </a:moveTo>
                <a:lnTo>
                  <a:pt x="17060761" y="8469287"/>
                </a:lnTo>
                <a:lnTo>
                  <a:pt x="17034371" y="8481987"/>
                </a:lnTo>
                <a:lnTo>
                  <a:pt x="17049598" y="8520087"/>
                </a:lnTo>
                <a:lnTo>
                  <a:pt x="17075989" y="8494687"/>
                </a:lnTo>
                <a:close/>
              </a:path>
              <a:path w="18288635" h="10287000">
                <a:moveTo>
                  <a:pt x="17080535" y="7897787"/>
                </a:moveTo>
                <a:lnTo>
                  <a:pt x="17069308" y="7885087"/>
                </a:lnTo>
                <a:lnTo>
                  <a:pt x="17049865" y="7897787"/>
                </a:lnTo>
                <a:lnTo>
                  <a:pt x="17061091" y="7910487"/>
                </a:lnTo>
                <a:lnTo>
                  <a:pt x="17080535" y="7897787"/>
                </a:lnTo>
                <a:close/>
              </a:path>
              <a:path w="18288635" h="10287000">
                <a:moveTo>
                  <a:pt x="17081145" y="9928606"/>
                </a:moveTo>
                <a:lnTo>
                  <a:pt x="17057485" y="9887636"/>
                </a:lnTo>
                <a:lnTo>
                  <a:pt x="17016514" y="9911296"/>
                </a:lnTo>
                <a:lnTo>
                  <a:pt x="17040175" y="9952266"/>
                </a:lnTo>
                <a:lnTo>
                  <a:pt x="17081145" y="9928606"/>
                </a:lnTo>
                <a:close/>
              </a:path>
              <a:path w="18288635" h="10287000">
                <a:moveTo>
                  <a:pt x="17082402" y="5887707"/>
                </a:moveTo>
                <a:lnTo>
                  <a:pt x="17082135" y="5887263"/>
                </a:lnTo>
                <a:lnTo>
                  <a:pt x="17080751" y="5887263"/>
                </a:lnTo>
                <a:lnTo>
                  <a:pt x="17081005" y="5887707"/>
                </a:lnTo>
                <a:lnTo>
                  <a:pt x="17082402" y="5887707"/>
                </a:lnTo>
                <a:close/>
              </a:path>
              <a:path w="18288635" h="10287000">
                <a:moveTo>
                  <a:pt x="17085361" y="7300887"/>
                </a:moveTo>
                <a:lnTo>
                  <a:pt x="17077944" y="7288187"/>
                </a:lnTo>
                <a:lnTo>
                  <a:pt x="17065092" y="7300887"/>
                </a:lnTo>
                <a:lnTo>
                  <a:pt x="17072509" y="7313587"/>
                </a:lnTo>
                <a:lnTo>
                  <a:pt x="17085361" y="7300887"/>
                </a:lnTo>
                <a:close/>
              </a:path>
              <a:path w="18288635" h="10287000">
                <a:moveTo>
                  <a:pt x="17087330" y="9331566"/>
                </a:moveTo>
                <a:lnTo>
                  <a:pt x="17066489" y="9295460"/>
                </a:lnTo>
                <a:lnTo>
                  <a:pt x="17030370" y="9316301"/>
                </a:lnTo>
                <a:lnTo>
                  <a:pt x="17051224" y="9352407"/>
                </a:lnTo>
                <a:lnTo>
                  <a:pt x="17087330" y="9331566"/>
                </a:lnTo>
                <a:close/>
              </a:path>
              <a:path w="18288635" h="10287000">
                <a:moveTo>
                  <a:pt x="17090721" y="6703987"/>
                </a:moveTo>
                <a:lnTo>
                  <a:pt x="17079773" y="6703987"/>
                </a:lnTo>
                <a:lnTo>
                  <a:pt x="17083786" y="6716687"/>
                </a:lnTo>
                <a:lnTo>
                  <a:pt x="17090721" y="6703987"/>
                </a:lnTo>
                <a:close/>
              </a:path>
              <a:path w="18288635" h="10287000">
                <a:moveTo>
                  <a:pt x="17091876" y="8723287"/>
                </a:moveTo>
                <a:lnTo>
                  <a:pt x="17075036" y="8697887"/>
                </a:lnTo>
                <a:lnTo>
                  <a:pt x="17045877" y="8710587"/>
                </a:lnTo>
                <a:lnTo>
                  <a:pt x="17062717" y="8748687"/>
                </a:lnTo>
                <a:lnTo>
                  <a:pt x="17091876" y="8723287"/>
                </a:lnTo>
                <a:close/>
              </a:path>
              <a:path w="18288635" h="10287000">
                <a:moveTo>
                  <a:pt x="17096423" y="8126387"/>
                </a:moveTo>
                <a:lnTo>
                  <a:pt x="17083596" y="8113687"/>
                </a:lnTo>
                <a:lnTo>
                  <a:pt x="17061371" y="8126387"/>
                </a:lnTo>
                <a:lnTo>
                  <a:pt x="17074198" y="8139087"/>
                </a:lnTo>
                <a:lnTo>
                  <a:pt x="17096423" y="8126387"/>
                </a:lnTo>
                <a:close/>
              </a:path>
              <a:path w="18288635" h="10287000">
                <a:moveTo>
                  <a:pt x="17096474" y="10157231"/>
                </a:moveTo>
                <a:lnTo>
                  <a:pt x="17071620" y="10114178"/>
                </a:lnTo>
                <a:lnTo>
                  <a:pt x="17028567" y="10139032"/>
                </a:lnTo>
                <a:lnTo>
                  <a:pt x="17053421" y="10182085"/>
                </a:lnTo>
                <a:lnTo>
                  <a:pt x="17096474" y="10157231"/>
                </a:lnTo>
                <a:close/>
              </a:path>
              <a:path w="18288635" h="10287000">
                <a:moveTo>
                  <a:pt x="17097464" y="6116256"/>
                </a:moveTo>
                <a:lnTo>
                  <a:pt x="17095864" y="6113475"/>
                </a:lnTo>
                <a:lnTo>
                  <a:pt x="17093083" y="6115075"/>
                </a:lnTo>
                <a:lnTo>
                  <a:pt x="17094683" y="6117856"/>
                </a:lnTo>
                <a:lnTo>
                  <a:pt x="17097464" y="6116256"/>
                </a:lnTo>
                <a:close/>
              </a:path>
              <a:path w="18288635" h="10287000">
                <a:moveTo>
                  <a:pt x="17100969" y="7529487"/>
                </a:moveTo>
                <a:lnTo>
                  <a:pt x="17092143" y="7516787"/>
                </a:lnTo>
                <a:lnTo>
                  <a:pt x="17076878" y="7529487"/>
                </a:lnTo>
                <a:lnTo>
                  <a:pt x="17085691" y="7542187"/>
                </a:lnTo>
                <a:lnTo>
                  <a:pt x="17100969" y="7529487"/>
                </a:lnTo>
                <a:close/>
              </a:path>
              <a:path w="18288635" h="10287000">
                <a:moveTo>
                  <a:pt x="17102671" y="9560192"/>
                </a:moveTo>
                <a:lnTo>
                  <a:pt x="17080624" y="9522003"/>
                </a:lnTo>
                <a:lnTo>
                  <a:pt x="17042435" y="9544050"/>
                </a:lnTo>
                <a:lnTo>
                  <a:pt x="17064482" y="9582239"/>
                </a:lnTo>
                <a:lnTo>
                  <a:pt x="17102671" y="9560192"/>
                </a:lnTo>
                <a:close/>
              </a:path>
              <a:path w="18288635" h="10287000">
                <a:moveTo>
                  <a:pt x="17106342" y="6932587"/>
                </a:moveTo>
                <a:lnTo>
                  <a:pt x="17100931" y="6919887"/>
                </a:lnTo>
                <a:lnTo>
                  <a:pt x="17091559" y="6932587"/>
                </a:lnTo>
                <a:lnTo>
                  <a:pt x="17096969" y="6945287"/>
                </a:lnTo>
                <a:lnTo>
                  <a:pt x="17106342" y="6932587"/>
                </a:lnTo>
                <a:close/>
              </a:path>
              <a:path w="18288635" h="10287000">
                <a:moveTo>
                  <a:pt x="17108043" y="8951887"/>
                </a:moveTo>
                <a:lnTo>
                  <a:pt x="17089400" y="8926487"/>
                </a:lnTo>
                <a:lnTo>
                  <a:pt x="17057104" y="8939187"/>
                </a:lnTo>
                <a:lnTo>
                  <a:pt x="17075747" y="8977287"/>
                </a:lnTo>
                <a:lnTo>
                  <a:pt x="17108043" y="8951887"/>
                </a:lnTo>
                <a:close/>
              </a:path>
              <a:path w="18288635" h="10287000">
                <a:moveTo>
                  <a:pt x="17112260" y="6344729"/>
                </a:moveTo>
                <a:lnTo>
                  <a:pt x="17109847" y="6340564"/>
                </a:lnTo>
                <a:lnTo>
                  <a:pt x="17105681" y="6342964"/>
                </a:lnTo>
                <a:lnTo>
                  <a:pt x="17108094" y="6347130"/>
                </a:lnTo>
                <a:lnTo>
                  <a:pt x="17112260" y="6344729"/>
                </a:lnTo>
                <a:close/>
              </a:path>
              <a:path w="18288635" h="10287000">
                <a:moveTo>
                  <a:pt x="17112590" y="8354987"/>
                </a:moveTo>
                <a:lnTo>
                  <a:pt x="17097960" y="8329587"/>
                </a:lnTo>
                <a:lnTo>
                  <a:pt x="17072610" y="8342287"/>
                </a:lnTo>
                <a:lnTo>
                  <a:pt x="17087241" y="8367687"/>
                </a:lnTo>
                <a:lnTo>
                  <a:pt x="17112590" y="8354987"/>
                </a:lnTo>
                <a:close/>
              </a:path>
              <a:path w="18288635" h="10287000">
                <a:moveTo>
                  <a:pt x="17117137" y="7758087"/>
                </a:moveTo>
                <a:lnTo>
                  <a:pt x="17106507" y="7745387"/>
                </a:lnTo>
                <a:lnTo>
                  <a:pt x="17088104" y="7758087"/>
                </a:lnTo>
                <a:lnTo>
                  <a:pt x="17098734" y="7770787"/>
                </a:lnTo>
                <a:lnTo>
                  <a:pt x="17117137" y="7758087"/>
                </a:lnTo>
                <a:close/>
              </a:path>
              <a:path w="18288635" h="10287000">
                <a:moveTo>
                  <a:pt x="17118292" y="9788893"/>
                </a:moveTo>
                <a:lnTo>
                  <a:pt x="17094835" y="9748266"/>
                </a:lnTo>
                <a:lnTo>
                  <a:pt x="17054208" y="9771710"/>
                </a:lnTo>
                <a:lnTo>
                  <a:pt x="17077665" y="9812337"/>
                </a:lnTo>
                <a:lnTo>
                  <a:pt x="17118292" y="9788893"/>
                </a:lnTo>
                <a:close/>
              </a:path>
              <a:path w="18288635" h="10287000">
                <a:moveTo>
                  <a:pt x="17121950" y="7161187"/>
                </a:moveTo>
                <a:lnTo>
                  <a:pt x="17115143" y="7148487"/>
                </a:lnTo>
                <a:lnTo>
                  <a:pt x="17103332" y="7161187"/>
                </a:lnTo>
                <a:lnTo>
                  <a:pt x="17110152" y="7173887"/>
                </a:lnTo>
                <a:lnTo>
                  <a:pt x="17121950" y="7161187"/>
                </a:lnTo>
                <a:close/>
              </a:path>
              <a:path w="18288635" h="10287000">
                <a:moveTo>
                  <a:pt x="17123918" y="9180487"/>
                </a:moveTo>
                <a:lnTo>
                  <a:pt x="17103687" y="9155087"/>
                </a:lnTo>
                <a:lnTo>
                  <a:pt x="17068610" y="9167787"/>
                </a:lnTo>
                <a:lnTo>
                  <a:pt x="17088854" y="9205887"/>
                </a:lnTo>
                <a:lnTo>
                  <a:pt x="17123918" y="9180487"/>
                </a:lnTo>
                <a:close/>
              </a:path>
              <a:path w="18288635" h="10287000">
                <a:moveTo>
                  <a:pt x="17128198" y="8583587"/>
                </a:moveTo>
                <a:lnTo>
                  <a:pt x="17112158" y="8558187"/>
                </a:lnTo>
                <a:lnTo>
                  <a:pt x="17084383" y="8570887"/>
                </a:lnTo>
                <a:lnTo>
                  <a:pt x="17100423" y="8608987"/>
                </a:lnTo>
                <a:lnTo>
                  <a:pt x="17128198" y="8583587"/>
                </a:lnTo>
                <a:close/>
              </a:path>
              <a:path w="18288635" h="10287000">
                <a:moveTo>
                  <a:pt x="17132745" y="7986687"/>
                </a:moveTo>
                <a:lnTo>
                  <a:pt x="17120718" y="7973987"/>
                </a:lnTo>
                <a:lnTo>
                  <a:pt x="17099890" y="7986687"/>
                </a:lnTo>
                <a:lnTo>
                  <a:pt x="17111917" y="7999387"/>
                </a:lnTo>
                <a:lnTo>
                  <a:pt x="17132745" y="7986687"/>
                </a:lnTo>
                <a:close/>
              </a:path>
              <a:path w="18288635" h="10287000">
                <a:moveTo>
                  <a:pt x="17133634" y="10017506"/>
                </a:moveTo>
                <a:lnTo>
                  <a:pt x="17108970" y="9974809"/>
                </a:lnTo>
                <a:lnTo>
                  <a:pt x="17066273" y="9999459"/>
                </a:lnTo>
                <a:lnTo>
                  <a:pt x="17090924" y="10042169"/>
                </a:lnTo>
                <a:lnTo>
                  <a:pt x="17133634" y="10017506"/>
                </a:lnTo>
                <a:close/>
              </a:path>
              <a:path w="18288635" h="10287000">
                <a:moveTo>
                  <a:pt x="17134066" y="5976378"/>
                </a:moveTo>
                <a:lnTo>
                  <a:pt x="17133062" y="5974651"/>
                </a:lnTo>
                <a:lnTo>
                  <a:pt x="17131322" y="5975642"/>
                </a:lnTo>
                <a:lnTo>
                  <a:pt x="17132326" y="5977382"/>
                </a:lnTo>
                <a:lnTo>
                  <a:pt x="17134066" y="5976378"/>
                </a:lnTo>
                <a:close/>
              </a:path>
              <a:path w="18288635" h="10287000">
                <a:moveTo>
                  <a:pt x="17137571" y="7389787"/>
                </a:moveTo>
                <a:lnTo>
                  <a:pt x="17129341" y="7377087"/>
                </a:lnTo>
                <a:lnTo>
                  <a:pt x="17115117" y="7389787"/>
                </a:lnTo>
                <a:lnTo>
                  <a:pt x="17123334" y="7402487"/>
                </a:lnTo>
                <a:lnTo>
                  <a:pt x="17137571" y="7389787"/>
                </a:lnTo>
                <a:close/>
              </a:path>
              <a:path w="18288635" h="10287000">
                <a:moveTo>
                  <a:pt x="17139539" y="9420390"/>
                </a:moveTo>
                <a:lnTo>
                  <a:pt x="17117899" y="9382900"/>
                </a:lnTo>
                <a:lnTo>
                  <a:pt x="17080395" y="9404540"/>
                </a:lnTo>
                <a:lnTo>
                  <a:pt x="17102049" y="9442044"/>
                </a:lnTo>
                <a:lnTo>
                  <a:pt x="17139539" y="9420390"/>
                </a:lnTo>
                <a:close/>
              </a:path>
              <a:path w="18288635" h="10287000">
                <a:moveTo>
                  <a:pt x="17142930" y="6792887"/>
                </a:moveTo>
                <a:lnTo>
                  <a:pt x="17129786" y="6792887"/>
                </a:lnTo>
                <a:lnTo>
                  <a:pt x="17134599" y="6805587"/>
                </a:lnTo>
                <a:lnTo>
                  <a:pt x="17142930" y="6792887"/>
                </a:lnTo>
                <a:close/>
              </a:path>
              <a:path w="18288635" h="10287000">
                <a:moveTo>
                  <a:pt x="17144365" y="8812187"/>
                </a:moveTo>
                <a:lnTo>
                  <a:pt x="17126522" y="8786787"/>
                </a:lnTo>
                <a:lnTo>
                  <a:pt x="17095623" y="8799487"/>
                </a:lnTo>
                <a:lnTo>
                  <a:pt x="17113466" y="8837587"/>
                </a:lnTo>
                <a:lnTo>
                  <a:pt x="17144365" y="8812187"/>
                </a:lnTo>
                <a:close/>
              </a:path>
              <a:path w="18288635" h="10287000">
                <a:moveTo>
                  <a:pt x="17148696" y="10246055"/>
                </a:moveTo>
                <a:lnTo>
                  <a:pt x="17123029" y="10201618"/>
                </a:lnTo>
                <a:lnTo>
                  <a:pt x="17078592" y="10227285"/>
                </a:lnTo>
                <a:lnTo>
                  <a:pt x="17104246" y="10271722"/>
                </a:lnTo>
                <a:lnTo>
                  <a:pt x="17148696" y="10246055"/>
                </a:lnTo>
                <a:close/>
              </a:path>
              <a:path w="18288635" h="10287000">
                <a:moveTo>
                  <a:pt x="17148912" y="8215287"/>
                </a:moveTo>
                <a:lnTo>
                  <a:pt x="17135082" y="8189887"/>
                </a:lnTo>
                <a:lnTo>
                  <a:pt x="17111117" y="8215287"/>
                </a:lnTo>
                <a:lnTo>
                  <a:pt x="17124960" y="8227987"/>
                </a:lnTo>
                <a:lnTo>
                  <a:pt x="17148912" y="8215287"/>
                </a:lnTo>
                <a:close/>
              </a:path>
              <a:path w="18288635" h="10287000">
                <a:moveTo>
                  <a:pt x="17149128" y="6204928"/>
                </a:moveTo>
                <a:lnTo>
                  <a:pt x="17147121" y="6201461"/>
                </a:lnTo>
                <a:lnTo>
                  <a:pt x="17143641" y="6203467"/>
                </a:lnTo>
                <a:lnTo>
                  <a:pt x="17145648" y="6206934"/>
                </a:lnTo>
                <a:lnTo>
                  <a:pt x="17149128" y="6204928"/>
                </a:lnTo>
                <a:close/>
              </a:path>
              <a:path w="18288635" h="10287000">
                <a:moveTo>
                  <a:pt x="17153459" y="7618387"/>
                </a:moveTo>
                <a:lnTo>
                  <a:pt x="17143629" y="7605687"/>
                </a:lnTo>
                <a:lnTo>
                  <a:pt x="17126623" y="7618387"/>
                </a:lnTo>
                <a:lnTo>
                  <a:pt x="17136441" y="7631087"/>
                </a:lnTo>
                <a:lnTo>
                  <a:pt x="17153459" y="7618387"/>
                </a:lnTo>
                <a:close/>
              </a:path>
              <a:path w="18288635" h="10287000">
                <a:moveTo>
                  <a:pt x="17155148" y="9649092"/>
                </a:moveTo>
                <a:lnTo>
                  <a:pt x="17132097" y="9609163"/>
                </a:lnTo>
                <a:lnTo>
                  <a:pt x="17092181" y="9632213"/>
                </a:lnTo>
                <a:lnTo>
                  <a:pt x="17115232" y="9672142"/>
                </a:lnTo>
                <a:lnTo>
                  <a:pt x="17155148" y="9649092"/>
                </a:lnTo>
                <a:close/>
              </a:path>
              <a:path w="18288635" h="10287000">
                <a:moveTo>
                  <a:pt x="17158272" y="7021487"/>
                </a:moveTo>
                <a:lnTo>
                  <a:pt x="17152265" y="7008787"/>
                </a:lnTo>
                <a:lnTo>
                  <a:pt x="17141851" y="7021487"/>
                </a:lnTo>
                <a:lnTo>
                  <a:pt x="17147858" y="7034187"/>
                </a:lnTo>
                <a:lnTo>
                  <a:pt x="17158272" y="7021487"/>
                </a:lnTo>
                <a:close/>
              </a:path>
              <a:path w="18288635" h="10287000">
                <a:moveTo>
                  <a:pt x="17160520" y="9040787"/>
                </a:moveTo>
                <a:lnTo>
                  <a:pt x="17140873" y="9015387"/>
                </a:lnTo>
                <a:lnTo>
                  <a:pt x="17106850" y="9028087"/>
                </a:lnTo>
                <a:lnTo>
                  <a:pt x="17126496" y="9066187"/>
                </a:lnTo>
                <a:lnTo>
                  <a:pt x="17160520" y="9040787"/>
                </a:lnTo>
                <a:close/>
              </a:path>
              <a:path w="18288635" h="10287000">
                <a:moveTo>
                  <a:pt x="17164190" y="6433490"/>
                </a:moveTo>
                <a:lnTo>
                  <a:pt x="17161180" y="6428283"/>
                </a:lnTo>
                <a:lnTo>
                  <a:pt x="17155973" y="6431280"/>
                </a:lnTo>
                <a:lnTo>
                  <a:pt x="17158983" y="6436487"/>
                </a:lnTo>
                <a:lnTo>
                  <a:pt x="17164190" y="6433490"/>
                </a:lnTo>
                <a:close/>
              </a:path>
              <a:path w="18288635" h="10287000">
                <a:moveTo>
                  <a:pt x="17164520" y="8443887"/>
                </a:moveTo>
                <a:lnTo>
                  <a:pt x="17149293" y="8418487"/>
                </a:lnTo>
                <a:lnTo>
                  <a:pt x="17122902" y="8431187"/>
                </a:lnTo>
                <a:lnTo>
                  <a:pt x="17138130" y="8469287"/>
                </a:lnTo>
                <a:lnTo>
                  <a:pt x="17164520" y="8443887"/>
                </a:lnTo>
                <a:close/>
              </a:path>
              <a:path w="18288635" h="10287000">
                <a:moveTo>
                  <a:pt x="17169067" y="7846987"/>
                </a:moveTo>
                <a:lnTo>
                  <a:pt x="17157840" y="7834287"/>
                </a:lnTo>
                <a:lnTo>
                  <a:pt x="17138396" y="7846987"/>
                </a:lnTo>
                <a:lnTo>
                  <a:pt x="17149623" y="7859687"/>
                </a:lnTo>
                <a:lnTo>
                  <a:pt x="17169067" y="7846987"/>
                </a:lnTo>
                <a:close/>
              </a:path>
              <a:path w="18288635" h="10287000">
                <a:moveTo>
                  <a:pt x="17170769" y="9877781"/>
                </a:moveTo>
                <a:lnTo>
                  <a:pt x="17146321" y="9835426"/>
                </a:lnTo>
                <a:lnTo>
                  <a:pt x="17103954" y="9859886"/>
                </a:lnTo>
                <a:lnTo>
                  <a:pt x="17128414" y="9902241"/>
                </a:lnTo>
                <a:lnTo>
                  <a:pt x="17170769" y="9877781"/>
                </a:lnTo>
                <a:close/>
              </a:path>
              <a:path w="18288635" h="10287000">
                <a:moveTo>
                  <a:pt x="17170921" y="5836590"/>
                </a:moveTo>
                <a:lnTo>
                  <a:pt x="17170667" y="5836145"/>
                </a:lnTo>
                <a:lnTo>
                  <a:pt x="17169283" y="5836145"/>
                </a:lnTo>
                <a:lnTo>
                  <a:pt x="17169537" y="5836590"/>
                </a:lnTo>
                <a:lnTo>
                  <a:pt x="17170921" y="5836590"/>
                </a:lnTo>
                <a:close/>
              </a:path>
              <a:path w="18288635" h="10287000">
                <a:moveTo>
                  <a:pt x="17173893" y="7250087"/>
                </a:moveTo>
                <a:lnTo>
                  <a:pt x="17166476" y="7237387"/>
                </a:lnTo>
                <a:lnTo>
                  <a:pt x="17153624" y="7250087"/>
                </a:lnTo>
                <a:lnTo>
                  <a:pt x="17161040" y="7262787"/>
                </a:lnTo>
                <a:lnTo>
                  <a:pt x="17173893" y="7250087"/>
                </a:lnTo>
                <a:close/>
              </a:path>
              <a:path w="18288635" h="10287000">
                <a:moveTo>
                  <a:pt x="17176141" y="9269387"/>
                </a:moveTo>
                <a:lnTo>
                  <a:pt x="17155084" y="9243987"/>
                </a:lnTo>
                <a:lnTo>
                  <a:pt x="17118635" y="9256687"/>
                </a:lnTo>
                <a:lnTo>
                  <a:pt x="17139679" y="9294787"/>
                </a:lnTo>
                <a:lnTo>
                  <a:pt x="17176141" y="9269387"/>
                </a:lnTo>
                <a:close/>
              </a:path>
              <a:path w="18288635" h="10287000">
                <a:moveTo>
                  <a:pt x="17179265" y="6653187"/>
                </a:moveTo>
                <a:lnTo>
                  <a:pt x="17168305" y="6653187"/>
                </a:lnTo>
                <a:lnTo>
                  <a:pt x="17172318" y="6665887"/>
                </a:lnTo>
                <a:lnTo>
                  <a:pt x="17179265" y="6653187"/>
                </a:lnTo>
                <a:close/>
              </a:path>
              <a:path w="18288635" h="10287000">
                <a:moveTo>
                  <a:pt x="17180687" y="8672487"/>
                </a:moveTo>
                <a:lnTo>
                  <a:pt x="17163644" y="8647087"/>
                </a:lnTo>
                <a:lnTo>
                  <a:pt x="17134129" y="8659787"/>
                </a:lnTo>
                <a:lnTo>
                  <a:pt x="17151173" y="8697887"/>
                </a:lnTo>
                <a:lnTo>
                  <a:pt x="17180687" y="8672487"/>
                </a:lnTo>
                <a:close/>
              </a:path>
              <a:path w="18288635" h="10287000">
                <a:moveTo>
                  <a:pt x="17185234" y="8075587"/>
                </a:moveTo>
                <a:lnTo>
                  <a:pt x="17172204" y="8062887"/>
                </a:lnTo>
                <a:lnTo>
                  <a:pt x="17149636" y="8075587"/>
                </a:lnTo>
                <a:lnTo>
                  <a:pt x="17162666" y="8088287"/>
                </a:lnTo>
                <a:lnTo>
                  <a:pt x="17185234" y="8075587"/>
                </a:lnTo>
                <a:close/>
              </a:path>
              <a:path w="18288635" h="10287000">
                <a:moveTo>
                  <a:pt x="17185717" y="6065063"/>
                </a:moveTo>
                <a:lnTo>
                  <a:pt x="17184320" y="6062637"/>
                </a:lnTo>
                <a:lnTo>
                  <a:pt x="17181881" y="6064034"/>
                </a:lnTo>
                <a:lnTo>
                  <a:pt x="17183291" y="6066472"/>
                </a:lnTo>
                <a:lnTo>
                  <a:pt x="17185717" y="6065063"/>
                </a:lnTo>
                <a:close/>
              </a:path>
              <a:path w="18288635" h="10287000">
                <a:moveTo>
                  <a:pt x="17186110" y="10106406"/>
                </a:moveTo>
                <a:lnTo>
                  <a:pt x="17160456" y="10061969"/>
                </a:lnTo>
                <a:lnTo>
                  <a:pt x="17116006" y="10087623"/>
                </a:lnTo>
                <a:lnTo>
                  <a:pt x="17141673" y="10132060"/>
                </a:lnTo>
                <a:lnTo>
                  <a:pt x="17186110" y="10106406"/>
                </a:lnTo>
                <a:close/>
              </a:path>
              <a:path w="18288635" h="10287000">
                <a:moveTo>
                  <a:pt x="17189501" y="7478687"/>
                </a:moveTo>
                <a:lnTo>
                  <a:pt x="17180687" y="7465987"/>
                </a:lnTo>
                <a:lnTo>
                  <a:pt x="17165409" y="7478687"/>
                </a:lnTo>
                <a:lnTo>
                  <a:pt x="17174223" y="7491387"/>
                </a:lnTo>
                <a:lnTo>
                  <a:pt x="17189501" y="7478687"/>
                </a:lnTo>
                <a:close/>
              </a:path>
              <a:path w="18288635" h="10287000">
                <a:moveTo>
                  <a:pt x="17192028" y="9509290"/>
                </a:moveTo>
                <a:lnTo>
                  <a:pt x="17169372" y="9470060"/>
                </a:lnTo>
                <a:lnTo>
                  <a:pt x="17130141" y="9492717"/>
                </a:lnTo>
                <a:lnTo>
                  <a:pt x="17152798" y="9531947"/>
                </a:lnTo>
                <a:lnTo>
                  <a:pt x="17192028" y="9509290"/>
                </a:lnTo>
                <a:close/>
              </a:path>
              <a:path w="18288635" h="10287000">
                <a:moveTo>
                  <a:pt x="17194873" y="6881787"/>
                </a:moveTo>
                <a:lnTo>
                  <a:pt x="17189463" y="6869087"/>
                </a:lnTo>
                <a:lnTo>
                  <a:pt x="17180090" y="6881787"/>
                </a:lnTo>
                <a:lnTo>
                  <a:pt x="17185501" y="6894487"/>
                </a:lnTo>
                <a:lnTo>
                  <a:pt x="17194873" y="6881787"/>
                </a:lnTo>
                <a:close/>
              </a:path>
              <a:path w="18288635" h="10287000">
                <a:moveTo>
                  <a:pt x="17196842" y="8901087"/>
                </a:moveTo>
                <a:lnTo>
                  <a:pt x="17178008" y="8875687"/>
                </a:lnTo>
                <a:lnTo>
                  <a:pt x="17145369" y="8888387"/>
                </a:lnTo>
                <a:lnTo>
                  <a:pt x="17164203" y="8926487"/>
                </a:lnTo>
                <a:lnTo>
                  <a:pt x="17196842" y="8901087"/>
                </a:lnTo>
                <a:close/>
              </a:path>
              <a:path w="18288635" h="10287000">
                <a:moveTo>
                  <a:pt x="17200791" y="6293612"/>
                </a:moveTo>
                <a:lnTo>
                  <a:pt x="17198378" y="6289446"/>
                </a:lnTo>
                <a:lnTo>
                  <a:pt x="17194213" y="6291846"/>
                </a:lnTo>
                <a:lnTo>
                  <a:pt x="17196626" y="6296012"/>
                </a:lnTo>
                <a:lnTo>
                  <a:pt x="17200791" y="6293612"/>
                </a:lnTo>
                <a:close/>
              </a:path>
              <a:path w="18288635" h="10287000">
                <a:moveTo>
                  <a:pt x="17201122" y="8304187"/>
                </a:moveTo>
                <a:lnTo>
                  <a:pt x="17186491" y="8278787"/>
                </a:lnTo>
                <a:lnTo>
                  <a:pt x="17161142" y="8291487"/>
                </a:lnTo>
                <a:lnTo>
                  <a:pt x="17175772" y="8316887"/>
                </a:lnTo>
                <a:lnTo>
                  <a:pt x="17201122" y="8304187"/>
                </a:lnTo>
                <a:close/>
              </a:path>
              <a:path w="18288635" h="10287000">
                <a:moveTo>
                  <a:pt x="17205668" y="7707287"/>
                </a:moveTo>
                <a:lnTo>
                  <a:pt x="17195038" y="7694587"/>
                </a:lnTo>
                <a:lnTo>
                  <a:pt x="17176636" y="7707287"/>
                </a:lnTo>
                <a:lnTo>
                  <a:pt x="17187266" y="7719987"/>
                </a:lnTo>
                <a:lnTo>
                  <a:pt x="17205668" y="7707287"/>
                </a:lnTo>
                <a:close/>
              </a:path>
              <a:path w="18288635" h="10287000">
                <a:moveTo>
                  <a:pt x="17207637" y="9737992"/>
                </a:moveTo>
                <a:lnTo>
                  <a:pt x="17183583" y="9696323"/>
                </a:lnTo>
                <a:lnTo>
                  <a:pt x="17141927" y="9720377"/>
                </a:lnTo>
                <a:lnTo>
                  <a:pt x="17165981" y="9762045"/>
                </a:lnTo>
                <a:lnTo>
                  <a:pt x="17207637" y="9737992"/>
                </a:lnTo>
                <a:close/>
              </a:path>
              <a:path w="18288635" h="10287000">
                <a:moveTo>
                  <a:pt x="17210482" y="7110387"/>
                </a:moveTo>
                <a:lnTo>
                  <a:pt x="17203674" y="7097687"/>
                </a:lnTo>
                <a:lnTo>
                  <a:pt x="17191863" y="7110387"/>
                </a:lnTo>
                <a:lnTo>
                  <a:pt x="17198683" y="7123087"/>
                </a:lnTo>
                <a:lnTo>
                  <a:pt x="17210482" y="7110387"/>
                </a:lnTo>
                <a:close/>
              </a:path>
              <a:path w="18288635" h="10287000">
                <a:moveTo>
                  <a:pt x="17212729" y="9129687"/>
                </a:moveTo>
                <a:lnTo>
                  <a:pt x="17192295" y="9104287"/>
                </a:lnTo>
                <a:lnTo>
                  <a:pt x="17156875" y="9116987"/>
                </a:lnTo>
                <a:lnTo>
                  <a:pt x="17177322" y="9155087"/>
                </a:lnTo>
                <a:lnTo>
                  <a:pt x="17212729" y="9129687"/>
                </a:lnTo>
                <a:close/>
              </a:path>
              <a:path w="18288635" h="10287000">
                <a:moveTo>
                  <a:pt x="17215854" y="6522161"/>
                </a:moveTo>
                <a:lnTo>
                  <a:pt x="17212450" y="6516256"/>
                </a:lnTo>
                <a:lnTo>
                  <a:pt x="17206545" y="6519672"/>
                </a:lnTo>
                <a:lnTo>
                  <a:pt x="17209948" y="6525577"/>
                </a:lnTo>
                <a:lnTo>
                  <a:pt x="17215854" y="6522161"/>
                </a:lnTo>
                <a:close/>
              </a:path>
              <a:path w="18288635" h="10287000">
                <a:moveTo>
                  <a:pt x="17217009" y="8532787"/>
                </a:moveTo>
                <a:lnTo>
                  <a:pt x="17200766" y="8507387"/>
                </a:lnTo>
                <a:lnTo>
                  <a:pt x="17172648" y="8520087"/>
                </a:lnTo>
                <a:lnTo>
                  <a:pt x="17188879" y="8558187"/>
                </a:lnTo>
                <a:lnTo>
                  <a:pt x="17217009" y="8532787"/>
                </a:lnTo>
                <a:close/>
              </a:path>
              <a:path w="18288635" h="10287000">
                <a:moveTo>
                  <a:pt x="17221556" y="7935887"/>
                </a:moveTo>
                <a:lnTo>
                  <a:pt x="17209326" y="7923187"/>
                </a:lnTo>
                <a:lnTo>
                  <a:pt x="17188142" y="7935887"/>
                </a:lnTo>
                <a:lnTo>
                  <a:pt x="17200372" y="7948587"/>
                </a:lnTo>
                <a:lnTo>
                  <a:pt x="17221556" y="7935887"/>
                </a:lnTo>
                <a:close/>
              </a:path>
              <a:path w="18288635" h="10287000">
                <a:moveTo>
                  <a:pt x="17222597" y="5925261"/>
                </a:moveTo>
                <a:lnTo>
                  <a:pt x="17221594" y="5923534"/>
                </a:lnTo>
                <a:lnTo>
                  <a:pt x="17219854" y="5924537"/>
                </a:lnTo>
                <a:lnTo>
                  <a:pt x="17220857" y="5926264"/>
                </a:lnTo>
                <a:lnTo>
                  <a:pt x="17222597" y="5925261"/>
                </a:lnTo>
                <a:close/>
              </a:path>
              <a:path w="18288635" h="10287000">
                <a:moveTo>
                  <a:pt x="17223258" y="9966681"/>
                </a:moveTo>
                <a:lnTo>
                  <a:pt x="17197794" y="9922586"/>
                </a:lnTo>
                <a:lnTo>
                  <a:pt x="17153700" y="9948050"/>
                </a:lnTo>
                <a:lnTo>
                  <a:pt x="17179163" y="9992144"/>
                </a:lnTo>
                <a:lnTo>
                  <a:pt x="17223258" y="9966681"/>
                </a:lnTo>
                <a:close/>
              </a:path>
              <a:path w="18288635" h="10287000">
                <a:moveTo>
                  <a:pt x="17226103" y="7338987"/>
                </a:moveTo>
                <a:lnTo>
                  <a:pt x="17217886" y="7326287"/>
                </a:lnTo>
                <a:lnTo>
                  <a:pt x="17203649" y="7338987"/>
                </a:lnTo>
                <a:lnTo>
                  <a:pt x="17211866" y="7351687"/>
                </a:lnTo>
                <a:lnTo>
                  <a:pt x="17226103" y="7338987"/>
                </a:lnTo>
                <a:close/>
              </a:path>
              <a:path w="18288635" h="10287000">
                <a:moveTo>
                  <a:pt x="17228617" y="9358287"/>
                </a:moveTo>
                <a:lnTo>
                  <a:pt x="17206570" y="9320187"/>
                </a:lnTo>
                <a:lnTo>
                  <a:pt x="17168381" y="9345587"/>
                </a:lnTo>
                <a:lnTo>
                  <a:pt x="17190428" y="9383687"/>
                </a:lnTo>
                <a:lnTo>
                  <a:pt x="17228617" y="9358287"/>
                </a:lnTo>
                <a:close/>
              </a:path>
              <a:path w="18288635" h="10287000">
                <a:moveTo>
                  <a:pt x="17231195" y="6742087"/>
                </a:moveTo>
                <a:lnTo>
                  <a:pt x="17218597" y="6742087"/>
                </a:lnTo>
                <a:lnTo>
                  <a:pt x="17223207" y="6754787"/>
                </a:lnTo>
                <a:lnTo>
                  <a:pt x="17231195" y="6742087"/>
                </a:lnTo>
                <a:close/>
              </a:path>
              <a:path w="18288635" h="10287000">
                <a:moveTo>
                  <a:pt x="17233164" y="8761387"/>
                </a:moveTo>
                <a:lnTo>
                  <a:pt x="17215130" y="8735987"/>
                </a:lnTo>
                <a:lnTo>
                  <a:pt x="17183875" y="8748687"/>
                </a:lnTo>
                <a:lnTo>
                  <a:pt x="17201922" y="8786787"/>
                </a:lnTo>
                <a:lnTo>
                  <a:pt x="17233164" y="8761387"/>
                </a:lnTo>
                <a:close/>
              </a:path>
              <a:path w="18288635" h="10287000">
                <a:moveTo>
                  <a:pt x="17237380" y="6153747"/>
                </a:moveTo>
                <a:lnTo>
                  <a:pt x="17235577" y="6150622"/>
                </a:lnTo>
                <a:lnTo>
                  <a:pt x="17232453" y="6152426"/>
                </a:lnTo>
                <a:lnTo>
                  <a:pt x="17234256" y="6155550"/>
                </a:lnTo>
                <a:lnTo>
                  <a:pt x="17237380" y="6153747"/>
                </a:lnTo>
                <a:close/>
              </a:path>
              <a:path w="18288635" h="10287000">
                <a:moveTo>
                  <a:pt x="17237444" y="8164487"/>
                </a:moveTo>
                <a:lnTo>
                  <a:pt x="17223613" y="8139087"/>
                </a:lnTo>
                <a:lnTo>
                  <a:pt x="17199661" y="8151787"/>
                </a:lnTo>
                <a:lnTo>
                  <a:pt x="17213479" y="8177187"/>
                </a:lnTo>
                <a:lnTo>
                  <a:pt x="17237444" y="8164487"/>
                </a:lnTo>
                <a:close/>
              </a:path>
              <a:path w="18288635" h="10287000">
                <a:moveTo>
                  <a:pt x="17238599" y="10195306"/>
                </a:moveTo>
                <a:lnTo>
                  <a:pt x="17211929" y="10149129"/>
                </a:lnTo>
                <a:lnTo>
                  <a:pt x="17165765" y="10175799"/>
                </a:lnTo>
                <a:lnTo>
                  <a:pt x="17192422" y="10221976"/>
                </a:lnTo>
                <a:lnTo>
                  <a:pt x="17238599" y="10195306"/>
                </a:lnTo>
                <a:close/>
              </a:path>
              <a:path w="18288635" h="10287000">
                <a:moveTo>
                  <a:pt x="17241990" y="7567587"/>
                </a:moveTo>
                <a:lnTo>
                  <a:pt x="17232173" y="7554887"/>
                </a:lnTo>
                <a:lnTo>
                  <a:pt x="17215155" y="7567587"/>
                </a:lnTo>
                <a:lnTo>
                  <a:pt x="17224972" y="7580287"/>
                </a:lnTo>
                <a:lnTo>
                  <a:pt x="17241990" y="7567587"/>
                </a:lnTo>
                <a:close/>
              </a:path>
              <a:path w="18288635" h="10287000">
                <a:moveTo>
                  <a:pt x="17244505" y="9598190"/>
                </a:moveTo>
                <a:lnTo>
                  <a:pt x="17220857" y="9557220"/>
                </a:lnTo>
                <a:lnTo>
                  <a:pt x="17179887" y="9580880"/>
                </a:lnTo>
                <a:lnTo>
                  <a:pt x="17203547" y="9621850"/>
                </a:lnTo>
                <a:lnTo>
                  <a:pt x="17244505" y="9598190"/>
                </a:lnTo>
                <a:close/>
              </a:path>
              <a:path w="18288635" h="10287000">
                <a:moveTo>
                  <a:pt x="17246816" y="6970687"/>
                </a:moveTo>
                <a:lnTo>
                  <a:pt x="17240796" y="6957987"/>
                </a:lnTo>
                <a:lnTo>
                  <a:pt x="17230382" y="6970687"/>
                </a:lnTo>
                <a:lnTo>
                  <a:pt x="17236402" y="6983387"/>
                </a:lnTo>
                <a:lnTo>
                  <a:pt x="17246816" y="6970687"/>
                </a:lnTo>
                <a:close/>
              </a:path>
              <a:path w="18288635" h="10287000">
                <a:moveTo>
                  <a:pt x="17249331" y="8989987"/>
                </a:moveTo>
                <a:lnTo>
                  <a:pt x="17229481" y="8964587"/>
                </a:lnTo>
                <a:lnTo>
                  <a:pt x="17195115" y="8977287"/>
                </a:lnTo>
                <a:lnTo>
                  <a:pt x="17214965" y="9015387"/>
                </a:lnTo>
                <a:lnTo>
                  <a:pt x="17249331" y="8989987"/>
                </a:lnTo>
                <a:close/>
              </a:path>
              <a:path w="18288635" h="10287000">
                <a:moveTo>
                  <a:pt x="17252442" y="6382296"/>
                </a:moveTo>
                <a:lnTo>
                  <a:pt x="17249636" y="6377432"/>
                </a:lnTo>
                <a:lnTo>
                  <a:pt x="17244784" y="6380239"/>
                </a:lnTo>
                <a:lnTo>
                  <a:pt x="17247591" y="6385103"/>
                </a:lnTo>
                <a:lnTo>
                  <a:pt x="17252442" y="6382296"/>
                </a:lnTo>
                <a:close/>
              </a:path>
              <a:path w="18288635" h="10287000">
                <a:moveTo>
                  <a:pt x="17253331" y="8393087"/>
                </a:moveTo>
                <a:lnTo>
                  <a:pt x="17237901" y="8367687"/>
                </a:lnTo>
                <a:lnTo>
                  <a:pt x="17211155" y="8380387"/>
                </a:lnTo>
                <a:lnTo>
                  <a:pt x="17226598" y="8418487"/>
                </a:lnTo>
                <a:lnTo>
                  <a:pt x="17253331" y="8393087"/>
                </a:lnTo>
                <a:close/>
              </a:path>
              <a:path w="18288635" h="10287000">
                <a:moveTo>
                  <a:pt x="17257599" y="7796187"/>
                </a:moveTo>
                <a:lnTo>
                  <a:pt x="17246372" y="7783487"/>
                </a:lnTo>
                <a:lnTo>
                  <a:pt x="17226928" y="7796187"/>
                </a:lnTo>
                <a:lnTo>
                  <a:pt x="17238155" y="7808887"/>
                </a:lnTo>
                <a:lnTo>
                  <a:pt x="17257599" y="7796187"/>
                </a:lnTo>
                <a:close/>
              </a:path>
              <a:path w="18288635" h="10287000">
                <a:moveTo>
                  <a:pt x="17259465" y="5785472"/>
                </a:moveTo>
                <a:lnTo>
                  <a:pt x="17259211" y="5785028"/>
                </a:lnTo>
                <a:lnTo>
                  <a:pt x="17257827" y="5785028"/>
                </a:lnTo>
                <a:lnTo>
                  <a:pt x="17258081" y="5785472"/>
                </a:lnTo>
                <a:lnTo>
                  <a:pt x="17259465" y="5785472"/>
                </a:lnTo>
                <a:close/>
              </a:path>
              <a:path w="18288635" h="10287000">
                <a:moveTo>
                  <a:pt x="17260126" y="9826892"/>
                </a:moveTo>
                <a:lnTo>
                  <a:pt x="17235069" y="9783496"/>
                </a:lnTo>
                <a:lnTo>
                  <a:pt x="17191673" y="9808553"/>
                </a:lnTo>
                <a:lnTo>
                  <a:pt x="17216730" y="9851949"/>
                </a:lnTo>
                <a:lnTo>
                  <a:pt x="17260126" y="9826892"/>
                </a:lnTo>
                <a:close/>
              </a:path>
              <a:path w="18288635" h="10287000">
                <a:moveTo>
                  <a:pt x="17262425" y="7199287"/>
                </a:moveTo>
                <a:lnTo>
                  <a:pt x="17255008" y="7186587"/>
                </a:lnTo>
                <a:lnTo>
                  <a:pt x="17242155" y="7199287"/>
                </a:lnTo>
                <a:lnTo>
                  <a:pt x="17249572" y="7211987"/>
                </a:lnTo>
                <a:lnTo>
                  <a:pt x="17262425" y="7199287"/>
                </a:lnTo>
                <a:close/>
              </a:path>
              <a:path w="18288635" h="10287000">
                <a:moveTo>
                  <a:pt x="17265219" y="9218587"/>
                </a:moveTo>
                <a:lnTo>
                  <a:pt x="17243768" y="9180487"/>
                </a:lnTo>
                <a:lnTo>
                  <a:pt x="17206621" y="9205887"/>
                </a:lnTo>
                <a:lnTo>
                  <a:pt x="17228071" y="9243987"/>
                </a:lnTo>
                <a:lnTo>
                  <a:pt x="17265219" y="9218587"/>
                </a:lnTo>
                <a:close/>
              </a:path>
              <a:path w="18288635" h="10287000">
                <a:moveTo>
                  <a:pt x="17269486" y="8621687"/>
                </a:moveTo>
                <a:lnTo>
                  <a:pt x="17252252" y="8596287"/>
                </a:lnTo>
                <a:lnTo>
                  <a:pt x="17222394" y="8608987"/>
                </a:lnTo>
                <a:lnTo>
                  <a:pt x="17239628" y="8647087"/>
                </a:lnTo>
                <a:lnTo>
                  <a:pt x="17269486" y="8621687"/>
                </a:lnTo>
                <a:close/>
              </a:path>
              <a:path w="18288635" h="10287000">
                <a:moveTo>
                  <a:pt x="17273766" y="8024787"/>
                </a:moveTo>
                <a:lnTo>
                  <a:pt x="17260735" y="7999387"/>
                </a:lnTo>
                <a:lnTo>
                  <a:pt x="17238168" y="8024787"/>
                </a:lnTo>
                <a:lnTo>
                  <a:pt x="17251198" y="8037487"/>
                </a:lnTo>
                <a:lnTo>
                  <a:pt x="17273766" y="8024787"/>
                </a:lnTo>
                <a:close/>
              </a:path>
              <a:path w="18288635" h="10287000">
                <a:moveTo>
                  <a:pt x="17274261" y="6013945"/>
                </a:moveTo>
                <a:lnTo>
                  <a:pt x="17272851" y="6011519"/>
                </a:lnTo>
                <a:lnTo>
                  <a:pt x="17270413" y="6012916"/>
                </a:lnTo>
                <a:lnTo>
                  <a:pt x="17271823" y="6015355"/>
                </a:lnTo>
                <a:lnTo>
                  <a:pt x="17274261" y="6013945"/>
                </a:lnTo>
                <a:close/>
              </a:path>
              <a:path w="18288635" h="10287000">
                <a:moveTo>
                  <a:pt x="17275467" y="10055517"/>
                </a:moveTo>
                <a:lnTo>
                  <a:pt x="17249204" y="10010038"/>
                </a:lnTo>
                <a:lnTo>
                  <a:pt x="17203725" y="10036302"/>
                </a:lnTo>
                <a:lnTo>
                  <a:pt x="17229976" y="10081781"/>
                </a:lnTo>
                <a:lnTo>
                  <a:pt x="17275467" y="10055517"/>
                </a:lnTo>
                <a:close/>
              </a:path>
              <a:path w="18288635" h="10287000">
                <a:moveTo>
                  <a:pt x="17278033" y="7427887"/>
                </a:moveTo>
                <a:lnTo>
                  <a:pt x="17269219" y="7415187"/>
                </a:lnTo>
                <a:lnTo>
                  <a:pt x="17253941" y="7427887"/>
                </a:lnTo>
                <a:lnTo>
                  <a:pt x="17262755" y="7440587"/>
                </a:lnTo>
                <a:lnTo>
                  <a:pt x="17278033" y="7427887"/>
                </a:lnTo>
                <a:close/>
              </a:path>
              <a:path w="18288635" h="10287000">
                <a:moveTo>
                  <a:pt x="17281106" y="9447187"/>
                </a:moveTo>
                <a:lnTo>
                  <a:pt x="17258056" y="9409087"/>
                </a:lnTo>
                <a:lnTo>
                  <a:pt x="17218127" y="9434487"/>
                </a:lnTo>
                <a:lnTo>
                  <a:pt x="17241177" y="9472587"/>
                </a:lnTo>
                <a:lnTo>
                  <a:pt x="17281106" y="9447187"/>
                </a:lnTo>
                <a:close/>
              </a:path>
              <a:path w="18288635" h="10287000">
                <a:moveTo>
                  <a:pt x="17283405" y="6830987"/>
                </a:moveTo>
                <a:lnTo>
                  <a:pt x="17277995" y="6818287"/>
                </a:lnTo>
                <a:lnTo>
                  <a:pt x="17268622" y="6830987"/>
                </a:lnTo>
                <a:lnTo>
                  <a:pt x="17274032" y="6843687"/>
                </a:lnTo>
                <a:lnTo>
                  <a:pt x="17283405" y="6830987"/>
                </a:lnTo>
                <a:close/>
              </a:path>
              <a:path w="18288635" h="10287000">
                <a:moveTo>
                  <a:pt x="17285653" y="8850287"/>
                </a:moveTo>
                <a:lnTo>
                  <a:pt x="17266616" y="8824887"/>
                </a:lnTo>
                <a:lnTo>
                  <a:pt x="17233634" y="8837587"/>
                </a:lnTo>
                <a:lnTo>
                  <a:pt x="17252671" y="8875687"/>
                </a:lnTo>
                <a:lnTo>
                  <a:pt x="17285653" y="8850287"/>
                </a:lnTo>
                <a:close/>
              </a:path>
              <a:path w="18288635" h="10287000">
                <a:moveTo>
                  <a:pt x="17289044" y="6242431"/>
                </a:moveTo>
                <a:lnTo>
                  <a:pt x="17286834" y="6238608"/>
                </a:lnTo>
                <a:lnTo>
                  <a:pt x="17283024" y="6240805"/>
                </a:lnTo>
                <a:lnTo>
                  <a:pt x="17285221" y="6244628"/>
                </a:lnTo>
                <a:lnTo>
                  <a:pt x="17289044" y="6242431"/>
                </a:lnTo>
                <a:close/>
              </a:path>
              <a:path w="18288635" h="10287000">
                <a:moveTo>
                  <a:pt x="17289933" y="8253387"/>
                </a:moveTo>
                <a:lnTo>
                  <a:pt x="17275099" y="8227987"/>
                </a:lnTo>
                <a:lnTo>
                  <a:pt x="17249407" y="8240687"/>
                </a:lnTo>
                <a:lnTo>
                  <a:pt x="17264241" y="8266087"/>
                </a:lnTo>
                <a:lnTo>
                  <a:pt x="17289933" y="8253387"/>
                </a:lnTo>
                <a:close/>
              </a:path>
              <a:path w="18288635" h="10287000">
                <a:moveTo>
                  <a:pt x="17290263" y="10283990"/>
                </a:moveTo>
                <a:lnTo>
                  <a:pt x="17263199" y="10237127"/>
                </a:lnTo>
                <a:lnTo>
                  <a:pt x="17216324" y="10264178"/>
                </a:lnTo>
                <a:lnTo>
                  <a:pt x="17229493" y="10286987"/>
                </a:lnTo>
                <a:lnTo>
                  <a:pt x="17285056" y="10286987"/>
                </a:lnTo>
                <a:lnTo>
                  <a:pt x="17290263" y="10283990"/>
                </a:lnTo>
                <a:close/>
              </a:path>
              <a:path w="18288635" h="10287000">
                <a:moveTo>
                  <a:pt x="17294200" y="7656487"/>
                </a:moveTo>
                <a:lnTo>
                  <a:pt x="17283570" y="7643787"/>
                </a:lnTo>
                <a:lnTo>
                  <a:pt x="17265168" y="7656487"/>
                </a:lnTo>
                <a:lnTo>
                  <a:pt x="17275798" y="7669187"/>
                </a:lnTo>
                <a:lnTo>
                  <a:pt x="17294200" y="7656487"/>
                </a:lnTo>
                <a:close/>
              </a:path>
              <a:path w="18288635" h="10287000">
                <a:moveTo>
                  <a:pt x="17296994" y="9687090"/>
                </a:moveTo>
                <a:lnTo>
                  <a:pt x="17272343" y="9644393"/>
                </a:lnTo>
                <a:lnTo>
                  <a:pt x="17229633" y="9669043"/>
                </a:lnTo>
                <a:lnTo>
                  <a:pt x="17254284" y="9711753"/>
                </a:lnTo>
                <a:lnTo>
                  <a:pt x="17296994" y="9687090"/>
                </a:lnTo>
                <a:close/>
              </a:path>
              <a:path w="18288635" h="10287000">
                <a:moveTo>
                  <a:pt x="17299013" y="7059587"/>
                </a:moveTo>
                <a:lnTo>
                  <a:pt x="17292206" y="7046887"/>
                </a:lnTo>
                <a:lnTo>
                  <a:pt x="17280395" y="7059587"/>
                </a:lnTo>
                <a:lnTo>
                  <a:pt x="17287215" y="7072287"/>
                </a:lnTo>
                <a:lnTo>
                  <a:pt x="17299013" y="7059587"/>
                </a:lnTo>
                <a:close/>
              </a:path>
              <a:path w="18288635" h="10287000">
                <a:moveTo>
                  <a:pt x="17301807" y="9078887"/>
                </a:moveTo>
                <a:lnTo>
                  <a:pt x="17280967" y="9053487"/>
                </a:lnTo>
                <a:lnTo>
                  <a:pt x="17244860" y="9066187"/>
                </a:lnTo>
                <a:lnTo>
                  <a:pt x="17265714" y="9104287"/>
                </a:lnTo>
                <a:lnTo>
                  <a:pt x="17301807" y="9078887"/>
                </a:lnTo>
                <a:close/>
              </a:path>
              <a:path w="18288635" h="10287000">
                <a:moveTo>
                  <a:pt x="17304119" y="6470967"/>
                </a:moveTo>
                <a:lnTo>
                  <a:pt x="17300906" y="6465417"/>
                </a:lnTo>
                <a:lnTo>
                  <a:pt x="17295356" y="6468631"/>
                </a:lnTo>
                <a:lnTo>
                  <a:pt x="17298556" y="6474180"/>
                </a:lnTo>
                <a:lnTo>
                  <a:pt x="17304119" y="6470967"/>
                </a:lnTo>
                <a:close/>
              </a:path>
              <a:path w="18288635" h="10287000">
                <a:moveTo>
                  <a:pt x="17305820" y="8481987"/>
                </a:moveTo>
                <a:lnTo>
                  <a:pt x="17289374" y="8456587"/>
                </a:lnTo>
                <a:lnTo>
                  <a:pt x="17260901" y="8469287"/>
                </a:lnTo>
                <a:lnTo>
                  <a:pt x="17277347" y="8507387"/>
                </a:lnTo>
                <a:lnTo>
                  <a:pt x="17305820" y="8481987"/>
                </a:lnTo>
                <a:close/>
              </a:path>
              <a:path w="18288635" h="10287000">
                <a:moveTo>
                  <a:pt x="17310088" y="7885087"/>
                </a:moveTo>
                <a:lnTo>
                  <a:pt x="17297858" y="7872387"/>
                </a:lnTo>
                <a:lnTo>
                  <a:pt x="17276674" y="7885087"/>
                </a:lnTo>
                <a:lnTo>
                  <a:pt x="17288904" y="7897787"/>
                </a:lnTo>
                <a:lnTo>
                  <a:pt x="17310088" y="7885087"/>
                </a:lnTo>
                <a:close/>
              </a:path>
              <a:path w="18288635" h="10287000">
                <a:moveTo>
                  <a:pt x="17311129" y="5874156"/>
                </a:moveTo>
                <a:lnTo>
                  <a:pt x="17310126" y="5872416"/>
                </a:lnTo>
                <a:lnTo>
                  <a:pt x="17308386" y="5873420"/>
                </a:lnTo>
                <a:lnTo>
                  <a:pt x="17309389" y="5875159"/>
                </a:lnTo>
                <a:lnTo>
                  <a:pt x="17311129" y="5874156"/>
                </a:lnTo>
                <a:close/>
              </a:path>
              <a:path w="18288635" h="10287000">
                <a:moveTo>
                  <a:pt x="17312615" y="9915792"/>
                </a:moveTo>
                <a:lnTo>
                  <a:pt x="17286555" y="9870656"/>
                </a:lnTo>
                <a:lnTo>
                  <a:pt x="17241419" y="9896716"/>
                </a:lnTo>
                <a:lnTo>
                  <a:pt x="17267466" y="9941852"/>
                </a:lnTo>
                <a:lnTo>
                  <a:pt x="17312615" y="9915792"/>
                </a:lnTo>
                <a:close/>
              </a:path>
              <a:path w="18288635" h="10287000">
                <a:moveTo>
                  <a:pt x="17314634" y="7288187"/>
                </a:moveTo>
                <a:lnTo>
                  <a:pt x="17306417" y="7275487"/>
                </a:lnTo>
                <a:lnTo>
                  <a:pt x="17292181" y="7288187"/>
                </a:lnTo>
                <a:lnTo>
                  <a:pt x="17300398" y="7300887"/>
                </a:lnTo>
                <a:lnTo>
                  <a:pt x="17314634" y="7288187"/>
                </a:lnTo>
                <a:close/>
              </a:path>
              <a:path w="18288635" h="10287000">
                <a:moveTo>
                  <a:pt x="17317708" y="9307487"/>
                </a:moveTo>
                <a:lnTo>
                  <a:pt x="17295254" y="9269387"/>
                </a:lnTo>
                <a:lnTo>
                  <a:pt x="17256367" y="9294787"/>
                </a:lnTo>
                <a:lnTo>
                  <a:pt x="17278820" y="9332887"/>
                </a:lnTo>
                <a:lnTo>
                  <a:pt x="17317708" y="9307487"/>
                </a:lnTo>
                <a:close/>
              </a:path>
              <a:path w="18288635" h="10287000">
                <a:moveTo>
                  <a:pt x="17319727" y="6691287"/>
                </a:moveTo>
                <a:lnTo>
                  <a:pt x="17307129" y="6691287"/>
                </a:lnTo>
                <a:lnTo>
                  <a:pt x="17311739" y="6703987"/>
                </a:lnTo>
                <a:lnTo>
                  <a:pt x="17319727" y="6691287"/>
                </a:lnTo>
                <a:close/>
              </a:path>
              <a:path w="18288635" h="10287000">
                <a:moveTo>
                  <a:pt x="17321975" y="8710587"/>
                </a:moveTo>
                <a:lnTo>
                  <a:pt x="17303738" y="8685187"/>
                </a:lnTo>
                <a:lnTo>
                  <a:pt x="17272140" y="8697887"/>
                </a:lnTo>
                <a:lnTo>
                  <a:pt x="17290377" y="8735987"/>
                </a:lnTo>
                <a:lnTo>
                  <a:pt x="17321975" y="8710587"/>
                </a:lnTo>
                <a:close/>
              </a:path>
              <a:path w="18288635" h="10287000">
                <a:moveTo>
                  <a:pt x="17325912" y="6102629"/>
                </a:moveTo>
                <a:lnTo>
                  <a:pt x="17324121" y="6099505"/>
                </a:lnTo>
                <a:lnTo>
                  <a:pt x="17320984" y="6101308"/>
                </a:lnTo>
                <a:lnTo>
                  <a:pt x="17322788" y="6104433"/>
                </a:lnTo>
                <a:lnTo>
                  <a:pt x="17325912" y="6102629"/>
                </a:lnTo>
                <a:close/>
              </a:path>
              <a:path w="18288635" h="10287000">
                <a:moveTo>
                  <a:pt x="17326242" y="8113687"/>
                </a:moveTo>
                <a:lnTo>
                  <a:pt x="17312221" y="8088287"/>
                </a:lnTo>
                <a:lnTo>
                  <a:pt x="17287913" y="8100987"/>
                </a:lnTo>
                <a:lnTo>
                  <a:pt x="17301947" y="8126387"/>
                </a:lnTo>
                <a:lnTo>
                  <a:pt x="17326242" y="8113687"/>
                </a:lnTo>
                <a:close/>
              </a:path>
              <a:path w="18288635" h="10287000">
                <a:moveTo>
                  <a:pt x="17327677" y="10144341"/>
                </a:moveTo>
                <a:lnTo>
                  <a:pt x="17300613" y="10097478"/>
                </a:lnTo>
                <a:lnTo>
                  <a:pt x="17253738" y="10124529"/>
                </a:lnTo>
                <a:lnTo>
                  <a:pt x="17280801" y="10171405"/>
                </a:lnTo>
                <a:lnTo>
                  <a:pt x="17327677" y="10144341"/>
                </a:lnTo>
                <a:close/>
              </a:path>
              <a:path w="18288635" h="10287000">
                <a:moveTo>
                  <a:pt x="17330522" y="7516787"/>
                </a:moveTo>
                <a:lnTo>
                  <a:pt x="17320692" y="7504087"/>
                </a:lnTo>
                <a:lnTo>
                  <a:pt x="17303687" y="7516787"/>
                </a:lnTo>
                <a:lnTo>
                  <a:pt x="17313504" y="7529487"/>
                </a:lnTo>
                <a:lnTo>
                  <a:pt x="17330522" y="7516787"/>
                </a:lnTo>
                <a:close/>
              </a:path>
              <a:path w="18288635" h="10287000">
                <a:moveTo>
                  <a:pt x="17333595" y="9536087"/>
                </a:moveTo>
                <a:lnTo>
                  <a:pt x="17309529" y="9497987"/>
                </a:lnTo>
                <a:lnTo>
                  <a:pt x="17267873" y="9523387"/>
                </a:lnTo>
                <a:lnTo>
                  <a:pt x="17291927" y="9561487"/>
                </a:lnTo>
                <a:lnTo>
                  <a:pt x="17333595" y="9536087"/>
                </a:lnTo>
                <a:close/>
              </a:path>
              <a:path w="18288635" h="10287000">
                <a:moveTo>
                  <a:pt x="17335069" y="6919887"/>
                </a:moveTo>
                <a:lnTo>
                  <a:pt x="17329252" y="6907187"/>
                </a:lnTo>
                <a:lnTo>
                  <a:pt x="17319181" y="6919887"/>
                </a:lnTo>
                <a:lnTo>
                  <a:pt x="17324997" y="6932587"/>
                </a:lnTo>
                <a:lnTo>
                  <a:pt x="17335069" y="6919887"/>
                </a:lnTo>
                <a:close/>
              </a:path>
              <a:path w="18288635" h="10287000">
                <a:moveTo>
                  <a:pt x="17338142" y="8939187"/>
                </a:moveTo>
                <a:lnTo>
                  <a:pt x="17318089" y="8913787"/>
                </a:lnTo>
                <a:lnTo>
                  <a:pt x="17283367" y="8926487"/>
                </a:lnTo>
                <a:lnTo>
                  <a:pt x="17303420" y="8964587"/>
                </a:lnTo>
                <a:lnTo>
                  <a:pt x="17338142" y="8939187"/>
                </a:lnTo>
                <a:close/>
              </a:path>
              <a:path w="18288635" h="10287000">
                <a:moveTo>
                  <a:pt x="17340987" y="6331178"/>
                </a:moveTo>
                <a:lnTo>
                  <a:pt x="17338180" y="6326314"/>
                </a:lnTo>
                <a:lnTo>
                  <a:pt x="17333316" y="6329121"/>
                </a:lnTo>
                <a:lnTo>
                  <a:pt x="17336123" y="6333985"/>
                </a:lnTo>
                <a:lnTo>
                  <a:pt x="17340987" y="6331178"/>
                </a:lnTo>
                <a:close/>
              </a:path>
              <a:path w="18288635" h="10287000">
                <a:moveTo>
                  <a:pt x="17342142" y="8342287"/>
                </a:moveTo>
                <a:lnTo>
                  <a:pt x="17326496" y="8316887"/>
                </a:lnTo>
                <a:lnTo>
                  <a:pt x="17299420" y="8329587"/>
                </a:lnTo>
                <a:lnTo>
                  <a:pt x="17315053" y="8367687"/>
                </a:lnTo>
                <a:lnTo>
                  <a:pt x="17342142" y="8342287"/>
                </a:lnTo>
                <a:close/>
              </a:path>
              <a:path w="18288635" h="10287000">
                <a:moveTo>
                  <a:pt x="17346130" y="7745387"/>
                </a:moveTo>
                <a:lnTo>
                  <a:pt x="17334903" y="7732687"/>
                </a:lnTo>
                <a:lnTo>
                  <a:pt x="17315472" y="7745387"/>
                </a:lnTo>
                <a:lnTo>
                  <a:pt x="17326699" y="7758087"/>
                </a:lnTo>
                <a:lnTo>
                  <a:pt x="17346130" y="7745387"/>
                </a:lnTo>
                <a:close/>
              </a:path>
              <a:path w="18288635" h="10287000">
                <a:moveTo>
                  <a:pt x="17349483" y="9775990"/>
                </a:moveTo>
                <a:lnTo>
                  <a:pt x="17323829" y="9731553"/>
                </a:lnTo>
                <a:lnTo>
                  <a:pt x="17279379" y="9757207"/>
                </a:lnTo>
                <a:lnTo>
                  <a:pt x="17305046" y="9801657"/>
                </a:lnTo>
                <a:lnTo>
                  <a:pt x="17349483" y="9775990"/>
                </a:lnTo>
                <a:close/>
              </a:path>
              <a:path w="18288635" h="10287000">
                <a:moveTo>
                  <a:pt x="17350956" y="7148487"/>
                </a:moveTo>
                <a:lnTo>
                  <a:pt x="17343539" y="7135787"/>
                </a:lnTo>
                <a:lnTo>
                  <a:pt x="17330700" y="7148487"/>
                </a:lnTo>
                <a:lnTo>
                  <a:pt x="17338117" y="7161187"/>
                </a:lnTo>
                <a:lnTo>
                  <a:pt x="17350956" y="7148487"/>
                </a:lnTo>
                <a:close/>
              </a:path>
              <a:path w="18288635" h="10287000">
                <a:moveTo>
                  <a:pt x="17354296" y="9167787"/>
                </a:moveTo>
                <a:lnTo>
                  <a:pt x="17332452" y="9129687"/>
                </a:lnTo>
                <a:lnTo>
                  <a:pt x="17294606" y="9155087"/>
                </a:lnTo>
                <a:lnTo>
                  <a:pt x="17316450" y="9193187"/>
                </a:lnTo>
                <a:lnTo>
                  <a:pt x="17354296" y="9167787"/>
                </a:lnTo>
                <a:close/>
              </a:path>
              <a:path w="18288635" h="10287000">
                <a:moveTo>
                  <a:pt x="17358030" y="8570887"/>
                </a:moveTo>
                <a:lnTo>
                  <a:pt x="17340784" y="8545487"/>
                </a:lnTo>
                <a:lnTo>
                  <a:pt x="17310926" y="8558187"/>
                </a:lnTo>
                <a:lnTo>
                  <a:pt x="17328172" y="8596287"/>
                </a:lnTo>
                <a:lnTo>
                  <a:pt x="17358030" y="8570887"/>
                </a:lnTo>
                <a:close/>
              </a:path>
              <a:path w="18288635" h="10287000">
                <a:moveTo>
                  <a:pt x="17362297" y="7973987"/>
                </a:moveTo>
                <a:lnTo>
                  <a:pt x="17349267" y="7948587"/>
                </a:lnTo>
                <a:lnTo>
                  <a:pt x="17326699" y="7961287"/>
                </a:lnTo>
                <a:lnTo>
                  <a:pt x="17339729" y="7986687"/>
                </a:lnTo>
                <a:lnTo>
                  <a:pt x="17362297" y="7973987"/>
                </a:lnTo>
                <a:close/>
              </a:path>
              <a:path w="18288635" h="10287000">
                <a:moveTo>
                  <a:pt x="17362793" y="5962828"/>
                </a:moveTo>
                <a:lnTo>
                  <a:pt x="17361383" y="5960402"/>
                </a:lnTo>
                <a:lnTo>
                  <a:pt x="17358957" y="5961799"/>
                </a:lnTo>
                <a:lnTo>
                  <a:pt x="17360354" y="5964237"/>
                </a:lnTo>
                <a:lnTo>
                  <a:pt x="17362793" y="5962828"/>
                </a:lnTo>
                <a:close/>
              </a:path>
              <a:path w="18288635" h="10287000">
                <a:moveTo>
                  <a:pt x="17364825" y="10004615"/>
                </a:moveTo>
                <a:lnTo>
                  <a:pt x="17337964" y="9958095"/>
                </a:lnTo>
                <a:lnTo>
                  <a:pt x="17291431" y="9984956"/>
                </a:lnTo>
                <a:lnTo>
                  <a:pt x="17318292" y="10031489"/>
                </a:lnTo>
                <a:lnTo>
                  <a:pt x="17364825" y="10004615"/>
                </a:lnTo>
                <a:close/>
              </a:path>
              <a:path w="18288635" h="10287000">
                <a:moveTo>
                  <a:pt x="17366565" y="7377087"/>
                </a:moveTo>
                <a:lnTo>
                  <a:pt x="17357751" y="7364387"/>
                </a:lnTo>
                <a:lnTo>
                  <a:pt x="17342473" y="7377087"/>
                </a:lnTo>
                <a:lnTo>
                  <a:pt x="17351299" y="7389787"/>
                </a:lnTo>
                <a:lnTo>
                  <a:pt x="17366565" y="7377087"/>
                </a:lnTo>
                <a:close/>
              </a:path>
              <a:path w="18288635" h="10287000">
                <a:moveTo>
                  <a:pt x="17370184" y="9396387"/>
                </a:moveTo>
                <a:lnTo>
                  <a:pt x="17346740" y="9358287"/>
                </a:lnTo>
                <a:lnTo>
                  <a:pt x="17306113" y="9383687"/>
                </a:lnTo>
                <a:lnTo>
                  <a:pt x="17329569" y="9421787"/>
                </a:lnTo>
                <a:lnTo>
                  <a:pt x="17370184" y="9396387"/>
                </a:lnTo>
                <a:close/>
              </a:path>
              <a:path w="18288635" h="10287000">
                <a:moveTo>
                  <a:pt x="17371657" y="6780187"/>
                </a:moveTo>
                <a:lnTo>
                  <a:pt x="17366450" y="6767487"/>
                </a:lnTo>
                <a:lnTo>
                  <a:pt x="17357421" y="6780187"/>
                </a:lnTo>
                <a:lnTo>
                  <a:pt x="17362640" y="6792887"/>
                </a:lnTo>
                <a:lnTo>
                  <a:pt x="17371657" y="6780187"/>
                </a:lnTo>
                <a:close/>
              </a:path>
              <a:path w="18288635" h="10287000">
                <a:moveTo>
                  <a:pt x="17374451" y="8799487"/>
                </a:moveTo>
                <a:lnTo>
                  <a:pt x="17355211" y="8774087"/>
                </a:lnTo>
                <a:lnTo>
                  <a:pt x="17321886" y="8786787"/>
                </a:lnTo>
                <a:lnTo>
                  <a:pt x="17341126" y="8824887"/>
                </a:lnTo>
                <a:lnTo>
                  <a:pt x="17374451" y="8799487"/>
                </a:lnTo>
                <a:close/>
              </a:path>
              <a:path w="18288635" h="10287000">
                <a:moveTo>
                  <a:pt x="17377575" y="6191313"/>
                </a:moveTo>
                <a:lnTo>
                  <a:pt x="17375378" y="6187491"/>
                </a:lnTo>
                <a:lnTo>
                  <a:pt x="17371556" y="6189688"/>
                </a:lnTo>
                <a:lnTo>
                  <a:pt x="17373765" y="6193510"/>
                </a:lnTo>
                <a:lnTo>
                  <a:pt x="17377575" y="6191313"/>
                </a:lnTo>
                <a:close/>
              </a:path>
              <a:path w="18288635" h="10287000">
                <a:moveTo>
                  <a:pt x="17378464" y="8202587"/>
                </a:moveTo>
                <a:lnTo>
                  <a:pt x="17363618" y="8177187"/>
                </a:lnTo>
                <a:lnTo>
                  <a:pt x="17337939" y="8189887"/>
                </a:lnTo>
                <a:lnTo>
                  <a:pt x="17352760" y="8215287"/>
                </a:lnTo>
                <a:lnTo>
                  <a:pt x="17378464" y="8202587"/>
                </a:lnTo>
                <a:close/>
              </a:path>
              <a:path w="18288635" h="10287000">
                <a:moveTo>
                  <a:pt x="17379887" y="10233177"/>
                </a:moveTo>
                <a:lnTo>
                  <a:pt x="17352023" y="10184905"/>
                </a:lnTo>
                <a:lnTo>
                  <a:pt x="17303763" y="10212768"/>
                </a:lnTo>
                <a:lnTo>
                  <a:pt x="17331627" y="10261041"/>
                </a:lnTo>
                <a:lnTo>
                  <a:pt x="17379887" y="10233177"/>
                </a:lnTo>
                <a:close/>
              </a:path>
              <a:path w="18288635" h="10287000">
                <a:moveTo>
                  <a:pt x="17382732" y="7605687"/>
                </a:moveTo>
                <a:lnTo>
                  <a:pt x="17372102" y="7592987"/>
                </a:lnTo>
                <a:lnTo>
                  <a:pt x="17353699" y="7605687"/>
                </a:lnTo>
                <a:lnTo>
                  <a:pt x="17364329" y="7618387"/>
                </a:lnTo>
                <a:lnTo>
                  <a:pt x="17382732" y="7605687"/>
                </a:lnTo>
                <a:close/>
              </a:path>
              <a:path w="18288635" h="10287000">
                <a:moveTo>
                  <a:pt x="17386351" y="9624987"/>
                </a:moveTo>
                <a:lnTo>
                  <a:pt x="17361091" y="9586887"/>
                </a:lnTo>
                <a:lnTo>
                  <a:pt x="17317352" y="9612287"/>
                </a:lnTo>
                <a:lnTo>
                  <a:pt x="17342600" y="9650387"/>
                </a:lnTo>
                <a:lnTo>
                  <a:pt x="17386351" y="9624987"/>
                </a:lnTo>
                <a:close/>
              </a:path>
              <a:path w="18288635" h="10287000">
                <a:moveTo>
                  <a:pt x="17387278" y="7008787"/>
                </a:moveTo>
                <a:lnTo>
                  <a:pt x="17380662" y="6996087"/>
                </a:lnTo>
                <a:lnTo>
                  <a:pt x="17369206" y="7008787"/>
                </a:lnTo>
                <a:lnTo>
                  <a:pt x="17375823" y="7021487"/>
                </a:lnTo>
                <a:lnTo>
                  <a:pt x="17387278" y="7008787"/>
                </a:lnTo>
                <a:close/>
              </a:path>
              <a:path w="18288635" h="10287000">
                <a:moveTo>
                  <a:pt x="17390618" y="9028087"/>
                </a:moveTo>
                <a:lnTo>
                  <a:pt x="17369574" y="8989987"/>
                </a:lnTo>
                <a:lnTo>
                  <a:pt x="17333125" y="9015387"/>
                </a:lnTo>
                <a:lnTo>
                  <a:pt x="17354169" y="9053487"/>
                </a:lnTo>
                <a:lnTo>
                  <a:pt x="17390618" y="9028087"/>
                </a:lnTo>
                <a:close/>
              </a:path>
              <a:path w="18288635" h="10287000">
                <a:moveTo>
                  <a:pt x="17392650" y="6419863"/>
                </a:moveTo>
                <a:lnTo>
                  <a:pt x="17389437" y="6414300"/>
                </a:lnTo>
                <a:lnTo>
                  <a:pt x="17383887" y="6417513"/>
                </a:lnTo>
                <a:lnTo>
                  <a:pt x="17387088" y="6423063"/>
                </a:lnTo>
                <a:lnTo>
                  <a:pt x="17392650" y="6419863"/>
                </a:lnTo>
                <a:close/>
              </a:path>
              <a:path w="18288635" h="10287000">
                <a:moveTo>
                  <a:pt x="17394352" y="8431187"/>
                </a:moveTo>
                <a:lnTo>
                  <a:pt x="17377906" y="8405787"/>
                </a:lnTo>
                <a:lnTo>
                  <a:pt x="17349445" y="8418487"/>
                </a:lnTo>
                <a:lnTo>
                  <a:pt x="17365879" y="8456587"/>
                </a:lnTo>
                <a:lnTo>
                  <a:pt x="17394352" y="8431187"/>
                </a:lnTo>
                <a:close/>
              </a:path>
              <a:path w="18288635" h="10287000">
                <a:moveTo>
                  <a:pt x="17398619" y="7834287"/>
                </a:moveTo>
                <a:lnTo>
                  <a:pt x="17386389" y="7821587"/>
                </a:lnTo>
                <a:lnTo>
                  <a:pt x="17365218" y="7834287"/>
                </a:lnTo>
                <a:lnTo>
                  <a:pt x="17377436" y="7846987"/>
                </a:lnTo>
                <a:lnTo>
                  <a:pt x="17398619" y="7834287"/>
                </a:lnTo>
                <a:close/>
              </a:path>
              <a:path w="18288635" h="10287000">
                <a:moveTo>
                  <a:pt x="17399381" y="5822962"/>
                </a:moveTo>
                <a:lnTo>
                  <a:pt x="17398581" y="5821565"/>
                </a:lnTo>
                <a:lnTo>
                  <a:pt x="17397197" y="5822366"/>
                </a:lnTo>
                <a:lnTo>
                  <a:pt x="17397997" y="5823763"/>
                </a:lnTo>
                <a:lnTo>
                  <a:pt x="17399381" y="5822962"/>
                </a:lnTo>
                <a:close/>
              </a:path>
              <a:path w="18288635" h="10287000">
                <a:moveTo>
                  <a:pt x="17401959" y="9864903"/>
                </a:moveTo>
                <a:lnTo>
                  <a:pt x="17375302" y="9818713"/>
                </a:lnTo>
                <a:lnTo>
                  <a:pt x="17329125" y="9845383"/>
                </a:lnTo>
                <a:lnTo>
                  <a:pt x="17355795" y="9891560"/>
                </a:lnTo>
                <a:lnTo>
                  <a:pt x="17401959" y="9864903"/>
                </a:lnTo>
                <a:close/>
              </a:path>
              <a:path w="18288635" h="10287000">
                <a:moveTo>
                  <a:pt x="17403166" y="7237387"/>
                </a:moveTo>
                <a:lnTo>
                  <a:pt x="17394949" y="7224687"/>
                </a:lnTo>
                <a:lnTo>
                  <a:pt x="17380712" y="7237387"/>
                </a:lnTo>
                <a:lnTo>
                  <a:pt x="17388929" y="7250087"/>
                </a:lnTo>
                <a:lnTo>
                  <a:pt x="17403166" y="7237387"/>
                </a:lnTo>
                <a:close/>
              </a:path>
              <a:path w="18288635" h="10287000">
                <a:moveTo>
                  <a:pt x="17406785" y="9256687"/>
                </a:moveTo>
                <a:lnTo>
                  <a:pt x="17383938" y="9218587"/>
                </a:lnTo>
                <a:lnTo>
                  <a:pt x="17344352" y="9243987"/>
                </a:lnTo>
                <a:lnTo>
                  <a:pt x="17367200" y="9282087"/>
                </a:lnTo>
                <a:lnTo>
                  <a:pt x="17406785" y="9256687"/>
                </a:lnTo>
                <a:close/>
              </a:path>
              <a:path w="18288635" h="10287000">
                <a:moveTo>
                  <a:pt x="17410786" y="8659787"/>
                </a:moveTo>
                <a:lnTo>
                  <a:pt x="17392346" y="8634387"/>
                </a:lnTo>
                <a:lnTo>
                  <a:pt x="17360405" y="8647087"/>
                </a:lnTo>
                <a:lnTo>
                  <a:pt x="17378845" y="8685187"/>
                </a:lnTo>
                <a:lnTo>
                  <a:pt x="17410786" y="8659787"/>
                </a:lnTo>
                <a:close/>
              </a:path>
              <a:path w="18288635" h="10287000">
                <a:moveTo>
                  <a:pt x="17411878" y="10286987"/>
                </a:moveTo>
                <a:lnTo>
                  <a:pt x="17403433" y="10272344"/>
                </a:lnTo>
                <a:lnTo>
                  <a:pt x="17378071" y="10286987"/>
                </a:lnTo>
                <a:lnTo>
                  <a:pt x="17411878" y="10286987"/>
                </a:lnTo>
                <a:close/>
              </a:path>
              <a:path w="18288635" h="10287000">
                <a:moveTo>
                  <a:pt x="17414456" y="6051512"/>
                </a:moveTo>
                <a:lnTo>
                  <a:pt x="17412653" y="6048387"/>
                </a:lnTo>
                <a:lnTo>
                  <a:pt x="17409529" y="6050191"/>
                </a:lnTo>
                <a:lnTo>
                  <a:pt x="17411332" y="6053315"/>
                </a:lnTo>
                <a:lnTo>
                  <a:pt x="17414456" y="6051512"/>
                </a:lnTo>
                <a:close/>
              </a:path>
              <a:path w="18288635" h="10287000">
                <a:moveTo>
                  <a:pt x="17414786" y="8062887"/>
                </a:moveTo>
                <a:lnTo>
                  <a:pt x="17400753" y="8037487"/>
                </a:lnTo>
                <a:lnTo>
                  <a:pt x="17376445" y="8050187"/>
                </a:lnTo>
                <a:lnTo>
                  <a:pt x="17390479" y="8075587"/>
                </a:lnTo>
                <a:lnTo>
                  <a:pt x="17414786" y="8062887"/>
                </a:lnTo>
                <a:close/>
              </a:path>
              <a:path w="18288635" h="10287000">
                <a:moveTo>
                  <a:pt x="17417022" y="10093452"/>
                </a:moveTo>
                <a:lnTo>
                  <a:pt x="17389361" y="10045535"/>
                </a:lnTo>
                <a:lnTo>
                  <a:pt x="17341457" y="10073195"/>
                </a:lnTo>
                <a:lnTo>
                  <a:pt x="17369117" y="10121113"/>
                </a:lnTo>
                <a:lnTo>
                  <a:pt x="17417022" y="10093452"/>
                </a:lnTo>
                <a:close/>
              </a:path>
              <a:path w="18288635" h="10287000">
                <a:moveTo>
                  <a:pt x="17419054" y="7465987"/>
                </a:moveTo>
                <a:lnTo>
                  <a:pt x="17409224" y="7453287"/>
                </a:lnTo>
                <a:lnTo>
                  <a:pt x="17392219" y="7465987"/>
                </a:lnTo>
                <a:lnTo>
                  <a:pt x="17402048" y="7478687"/>
                </a:lnTo>
                <a:lnTo>
                  <a:pt x="17419054" y="7465987"/>
                </a:lnTo>
                <a:close/>
              </a:path>
              <a:path w="18288635" h="10287000">
                <a:moveTo>
                  <a:pt x="17422673" y="9485287"/>
                </a:moveTo>
                <a:lnTo>
                  <a:pt x="17398213" y="9447187"/>
                </a:lnTo>
                <a:lnTo>
                  <a:pt x="17355858" y="9472587"/>
                </a:lnTo>
                <a:lnTo>
                  <a:pt x="17380319" y="9510687"/>
                </a:lnTo>
                <a:lnTo>
                  <a:pt x="17422673" y="9485287"/>
                </a:lnTo>
                <a:close/>
              </a:path>
              <a:path w="18288635" h="10287000">
                <a:moveTo>
                  <a:pt x="17423600" y="6869087"/>
                </a:moveTo>
                <a:lnTo>
                  <a:pt x="17417784" y="6856387"/>
                </a:lnTo>
                <a:lnTo>
                  <a:pt x="17407713" y="6869087"/>
                </a:lnTo>
                <a:lnTo>
                  <a:pt x="17413529" y="6881787"/>
                </a:lnTo>
                <a:lnTo>
                  <a:pt x="17423600" y="6869087"/>
                </a:lnTo>
                <a:close/>
              </a:path>
              <a:path w="18288635" h="10287000">
                <a:moveTo>
                  <a:pt x="17426940" y="8888387"/>
                </a:moveTo>
                <a:lnTo>
                  <a:pt x="17406697" y="8862987"/>
                </a:lnTo>
                <a:lnTo>
                  <a:pt x="17371632" y="8875687"/>
                </a:lnTo>
                <a:lnTo>
                  <a:pt x="17391876" y="8913787"/>
                </a:lnTo>
                <a:lnTo>
                  <a:pt x="17426940" y="8888387"/>
                </a:lnTo>
                <a:close/>
              </a:path>
              <a:path w="18288635" h="10287000">
                <a:moveTo>
                  <a:pt x="17429518" y="6280061"/>
                </a:moveTo>
                <a:lnTo>
                  <a:pt x="17426712" y="6275197"/>
                </a:lnTo>
                <a:lnTo>
                  <a:pt x="17421848" y="6278003"/>
                </a:lnTo>
                <a:lnTo>
                  <a:pt x="17424654" y="6282868"/>
                </a:lnTo>
                <a:lnTo>
                  <a:pt x="17429518" y="6280061"/>
                </a:lnTo>
                <a:close/>
              </a:path>
              <a:path w="18288635" h="10287000">
                <a:moveTo>
                  <a:pt x="17430674" y="8291487"/>
                </a:moveTo>
                <a:lnTo>
                  <a:pt x="17415040" y="8266087"/>
                </a:lnTo>
                <a:lnTo>
                  <a:pt x="17387951" y="8278787"/>
                </a:lnTo>
                <a:lnTo>
                  <a:pt x="17403585" y="8304187"/>
                </a:lnTo>
                <a:lnTo>
                  <a:pt x="17430674" y="8291487"/>
                </a:lnTo>
                <a:close/>
              </a:path>
              <a:path w="18288635" h="10287000">
                <a:moveTo>
                  <a:pt x="17434675" y="7694587"/>
                </a:moveTo>
                <a:lnTo>
                  <a:pt x="17423448" y="7681887"/>
                </a:lnTo>
                <a:lnTo>
                  <a:pt x="17404004" y="7694587"/>
                </a:lnTo>
                <a:lnTo>
                  <a:pt x="17415231" y="7707287"/>
                </a:lnTo>
                <a:lnTo>
                  <a:pt x="17434675" y="7694587"/>
                </a:lnTo>
                <a:close/>
              </a:path>
              <a:path w="18288635" h="10287000">
                <a:moveTo>
                  <a:pt x="17438828" y="9713887"/>
                </a:moveTo>
                <a:lnTo>
                  <a:pt x="17412577" y="9675787"/>
                </a:lnTo>
                <a:lnTo>
                  <a:pt x="17367085" y="9701187"/>
                </a:lnTo>
                <a:lnTo>
                  <a:pt x="17393349" y="9739287"/>
                </a:lnTo>
                <a:lnTo>
                  <a:pt x="17438828" y="9713887"/>
                </a:lnTo>
                <a:close/>
              </a:path>
              <a:path w="18288635" h="10287000">
                <a:moveTo>
                  <a:pt x="17439209" y="7097687"/>
                </a:moveTo>
                <a:lnTo>
                  <a:pt x="17431995" y="7084987"/>
                </a:lnTo>
                <a:lnTo>
                  <a:pt x="17419498" y="7097687"/>
                </a:lnTo>
                <a:lnTo>
                  <a:pt x="17426712" y="7110387"/>
                </a:lnTo>
                <a:lnTo>
                  <a:pt x="17439209" y="7097687"/>
                </a:lnTo>
                <a:close/>
              </a:path>
              <a:path w="18288635" h="10287000">
                <a:moveTo>
                  <a:pt x="17443107" y="9116987"/>
                </a:moveTo>
                <a:lnTo>
                  <a:pt x="17421060" y="9078887"/>
                </a:lnTo>
                <a:lnTo>
                  <a:pt x="17382859" y="9104287"/>
                </a:lnTo>
                <a:lnTo>
                  <a:pt x="17404919" y="9142387"/>
                </a:lnTo>
                <a:lnTo>
                  <a:pt x="17443107" y="9116987"/>
                </a:lnTo>
                <a:close/>
              </a:path>
              <a:path w="18288635" h="10287000">
                <a:moveTo>
                  <a:pt x="17444314" y="6508534"/>
                </a:moveTo>
                <a:lnTo>
                  <a:pt x="17440707" y="6502286"/>
                </a:lnTo>
                <a:lnTo>
                  <a:pt x="17434446" y="6505892"/>
                </a:lnTo>
                <a:lnTo>
                  <a:pt x="17438053" y="6512153"/>
                </a:lnTo>
                <a:lnTo>
                  <a:pt x="17444314" y="6508534"/>
                </a:lnTo>
                <a:close/>
              </a:path>
              <a:path w="18288635" h="10287000">
                <a:moveTo>
                  <a:pt x="17446829" y="8520087"/>
                </a:moveTo>
                <a:lnTo>
                  <a:pt x="17429391" y="8494687"/>
                </a:lnTo>
                <a:lnTo>
                  <a:pt x="17399191" y="8507387"/>
                </a:lnTo>
                <a:lnTo>
                  <a:pt x="17416628" y="8545487"/>
                </a:lnTo>
                <a:lnTo>
                  <a:pt x="17446829" y="8520087"/>
                </a:lnTo>
                <a:close/>
              </a:path>
              <a:path w="18288635" h="10287000">
                <a:moveTo>
                  <a:pt x="17450829" y="7923187"/>
                </a:moveTo>
                <a:lnTo>
                  <a:pt x="17437799" y="7897787"/>
                </a:lnTo>
                <a:lnTo>
                  <a:pt x="17415231" y="7910487"/>
                </a:lnTo>
                <a:lnTo>
                  <a:pt x="17428261" y="7935887"/>
                </a:lnTo>
                <a:lnTo>
                  <a:pt x="17450829" y="7923187"/>
                </a:lnTo>
                <a:close/>
              </a:path>
              <a:path w="18288635" h="10287000">
                <a:moveTo>
                  <a:pt x="17451045" y="5911647"/>
                </a:moveTo>
                <a:lnTo>
                  <a:pt x="17449851" y="5909564"/>
                </a:lnTo>
                <a:lnTo>
                  <a:pt x="17447768" y="5910758"/>
                </a:lnTo>
                <a:lnTo>
                  <a:pt x="17448962" y="5912840"/>
                </a:lnTo>
                <a:lnTo>
                  <a:pt x="17451045" y="5911647"/>
                </a:lnTo>
                <a:close/>
              </a:path>
              <a:path w="18288635" h="10287000">
                <a:moveTo>
                  <a:pt x="17454169" y="9953727"/>
                </a:moveTo>
                <a:lnTo>
                  <a:pt x="17426712" y="9906165"/>
                </a:lnTo>
                <a:lnTo>
                  <a:pt x="17379150" y="9933622"/>
                </a:lnTo>
                <a:lnTo>
                  <a:pt x="17406608" y="9981184"/>
                </a:lnTo>
                <a:lnTo>
                  <a:pt x="17454169" y="9953727"/>
                </a:lnTo>
                <a:close/>
              </a:path>
              <a:path w="18288635" h="10287000">
                <a:moveTo>
                  <a:pt x="17455096" y="7326287"/>
                </a:moveTo>
                <a:lnTo>
                  <a:pt x="17446282" y="7313587"/>
                </a:lnTo>
                <a:lnTo>
                  <a:pt x="17431004" y="7326287"/>
                </a:lnTo>
                <a:lnTo>
                  <a:pt x="17439831" y="7338987"/>
                </a:lnTo>
                <a:lnTo>
                  <a:pt x="17455096" y="7326287"/>
                </a:lnTo>
                <a:close/>
              </a:path>
              <a:path w="18288635" h="10287000">
                <a:moveTo>
                  <a:pt x="17459275" y="9345587"/>
                </a:moveTo>
                <a:lnTo>
                  <a:pt x="17435411" y="9307487"/>
                </a:lnTo>
                <a:lnTo>
                  <a:pt x="17394098" y="9332887"/>
                </a:lnTo>
                <a:lnTo>
                  <a:pt x="17417949" y="9370987"/>
                </a:lnTo>
                <a:lnTo>
                  <a:pt x="17459275" y="9345587"/>
                </a:lnTo>
                <a:close/>
              </a:path>
              <a:path w="18288635" h="10287000">
                <a:moveTo>
                  <a:pt x="17460202" y="6729387"/>
                </a:moveTo>
                <a:lnTo>
                  <a:pt x="17454995" y="6716687"/>
                </a:lnTo>
                <a:lnTo>
                  <a:pt x="17445952" y="6729387"/>
                </a:lnTo>
                <a:lnTo>
                  <a:pt x="17451172" y="6742087"/>
                </a:lnTo>
                <a:lnTo>
                  <a:pt x="17460202" y="6729387"/>
                </a:lnTo>
                <a:close/>
              </a:path>
              <a:path w="18288635" h="10287000">
                <a:moveTo>
                  <a:pt x="17463262" y="8748687"/>
                </a:moveTo>
                <a:lnTo>
                  <a:pt x="17443819" y="8723287"/>
                </a:lnTo>
                <a:lnTo>
                  <a:pt x="17410151" y="8735987"/>
                </a:lnTo>
                <a:lnTo>
                  <a:pt x="17429582" y="8774087"/>
                </a:lnTo>
                <a:lnTo>
                  <a:pt x="17463262" y="8748687"/>
                </a:lnTo>
                <a:close/>
              </a:path>
              <a:path w="18288635" h="10287000">
                <a:moveTo>
                  <a:pt x="17466120" y="6140196"/>
                </a:moveTo>
                <a:lnTo>
                  <a:pt x="17463910" y="6136373"/>
                </a:lnTo>
                <a:lnTo>
                  <a:pt x="17460087" y="6138583"/>
                </a:lnTo>
                <a:lnTo>
                  <a:pt x="17462297" y="6142393"/>
                </a:lnTo>
                <a:lnTo>
                  <a:pt x="17466120" y="6140196"/>
                </a:lnTo>
                <a:close/>
              </a:path>
              <a:path w="18288635" h="10287000">
                <a:moveTo>
                  <a:pt x="17466996" y="8151787"/>
                </a:moveTo>
                <a:lnTo>
                  <a:pt x="17452163" y="8126387"/>
                </a:lnTo>
                <a:lnTo>
                  <a:pt x="17426470" y="8139087"/>
                </a:lnTo>
                <a:lnTo>
                  <a:pt x="17441304" y="8164487"/>
                </a:lnTo>
                <a:lnTo>
                  <a:pt x="17466996" y="8151787"/>
                </a:lnTo>
                <a:close/>
              </a:path>
              <a:path w="18288635" h="10287000">
                <a:moveTo>
                  <a:pt x="17469511" y="10182352"/>
                </a:moveTo>
                <a:lnTo>
                  <a:pt x="17440847" y="10132695"/>
                </a:lnTo>
                <a:lnTo>
                  <a:pt x="17391203" y="10161359"/>
                </a:lnTo>
                <a:lnTo>
                  <a:pt x="17419866" y="10211016"/>
                </a:lnTo>
                <a:lnTo>
                  <a:pt x="17469511" y="10182352"/>
                </a:lnTo>
                <a:close/>
              </a:path>
              <a:path w="18288635" h="10287000">
                <a:moveTo>
                  <a:pt x="17471263" y="7554887"/>
                </a:moveTo>
                <a:lnTo>
                  <a:pt x="17460646" y="7542187"/>
                </a:lnTo>
                <a:lnTo>
                  <a:pt x="17442244" y="7554887"/>
                </a:lnTo>
                <a:lnTo>
                  <a:pt x="17452861" y="7567587"/>
                </a:lnTo>
                <a:lnTo>
                  <a:pt x="17471263" y="7554887"/>
                </a:lnTo>
                <a:close/>
              </a:path>
              <a:path w="18288635" h="10287000">
                <a:moveTo>
                  <a:pt x="17475429" y="9574187"/>
                </a:moveTo>
                <a:lnTo>
                  <a:pt x="17449775" y="9536087"/>
                </a:lnTo>
                <a:lnTo>
                  <a:pt x="17405325" y="9561487"/>
                </a:lnTo>
                <a:lnTo>
                  <a:pt x="17430992" y="9599587"/>
                </a:lnTo>
                <a:lnTo>
                  <a:pt x="17475429" y="9574187"/>
                </a:lnTo>
                <a:close/>
              </a:path>
              <a:path w="18288635" h="10287000">
                <a:moveTo>
                  <a:pt x="17475810" y="6957987"/>
                </a:moveTo>
                <a:lnTo>
                  <a:pt x="17469193" y="6945287"/>
                </a:lnTo>
                <a:lnTo>
                  <a:pt x="17457738" y="6957987"/>
                </a:lnTo>
                <a:lnTo>
                  <a:pt x="17464355" y="6970687"/>
                </a:lnTo>
                <a:lnTo>
                  <a:pt x="17475810" y="6957987"/>
                </a:lnTo>
                <a:close/>
              </a:path>
              <a:path w="18288635" h="10287000">
                <a:moveTo>
                  <a:pt x="17479429" y="8977287"/>
                </a:moveTo>
                <a:lnTo>
                  <a:pt x="17458182" y="8939187"/>
                </a:lnTo>
                <a:lnTo>
                  <a:pt x="17421378" y="8964587"/>
                </a:lnTo>
                <a:lnTo>
                  <a:pt x="17442625" y="9002687"/>
                </a:lnTo>
                <a:lnTo>
                  <a:pt x="17479429" y="8977287"/>
                </a:lnTo>
                <a:close/>
              </a:path>
              <a:path w="18288635" h="10287000">
                <a:moveTo>
                  <a:pt x="17481182" y="6368745"/>
                </a:moveTo>
                <a:lnTo>
                  <a:pt x="17477969" y="6363195"/>
                </a:lnTo>
                <a:lnTo>
                  <a:pt x="17472419" y="6366396"/>
                </a:lnTo>
                <a:lnTo>
                  <a:pt x="17475619" y="6371945"/>
                </a:lnTo>
                <a:lnTo>
                  <a:pt x="17481182" y="6368745"/>
                </a:lnTo>
                <a:close/>
              </a:path>
              <a:path w="18288635" h="10287000">
                <a:moveTo>
                  <a:pt x="17483151" y="8380387"/>
                </a:moveTo>
                <a:lnTo>
                  <a:pt x="17466514" y="8354987"/>
                </a:lnTo>
                <a:lnTo>
                  <a:pt x="17437697" y="8367687"/>
                </a:lnTo>
                <a:lnTo>
                  <a:pt x="17454334" y="8405787"/>
                </a:lnTo>
                <a:lnTo>
                  <a:pt x="17483151" y="8380387"/>
                </a:lnTo>
                <a:close/>
              </a:path>
              <a:path w="18288635" h="10287000">
                <a:moveTo>
                  <a:pt x="17487151" y="7783487"/>
                </a:moveTo>
                <a:lnTo>
                  <a:pt x="17474921" y="7770787"/>
                </a:lnTo>
                <a:lnTo>
                  <a:pt x="17453750" y="7770787"/>
                </a:lnTo>
                <a:lnTo>
                  <a:pt x="17465967" y="7796187"/>
                </a:lnTo>
                <a:lnTo>
                  <a:pt x="17487151" y="7783487"/>
                </a:lnTo>
                <a:close/>
              </a:path>
              <a:path w="18288635" h="10287000">
                <a:moveTo>
                  <a:pt x="17487913" y="5771845"/>
                </a:moveTo>
                <a:lnTo>
                  <a:pt x="17487113" y="5770461"/>
                </a:lnTo>
                <a:lnTo>
                  <a:pt x="17485729" y="5771261"/>
                </a:lnTo>
                <a:lnTo>
                  <a:pt x="17486529" y="5772645"/>
                </a:lnTo>
                <a:lnTo>
                  <a:pt x="17487913" y="5771845"/>
                </a:lnTo>
                <a:close/>
              </a:path>
              <a:path w="18288635" h="10287000">
                <a:moveTo>
                  <a:pt x="17491050" y="9802787"/>
                </a:moveTo>
                <a:lnTo>
                  <a:pt x="17463986" y="9764687"/>
                </a:lnTo>
                <a:lnTo>
                  <a:pt x="17417111" y="9790087"/>
                </a:lnTo>
                <a:lnTo>
                  <a:pt x="17444174" y="9840887"/>
                </a:lnTo>
                <a:lnTo>
                  <a:pt x="17491050" y="9802787"/>
                </a:lnTo>
                <a:close/>
              </a:path>
              <a:path w="18288635" h="10287000">
                <a:moveTo>
                  <a:pt x="17491431" y="7186587"/>
                </a:moveTo>
                <a:lnTo>
                  <a:pt x="17483405" y="7173887"/>
                </a:lnTo>
                <a:lnTo>
                  <a:pt x="17469523" y="7186587"/>
                </a:lnTo>
                <a:lnTo>
                  <a:pt x="17477537" y="7199287"/>
                </a:lnTo>
                <a:lnTo>
                  <a:pt x="17491431" y="7186587"/>
                </a:lnTo>
                <a:close/>
              </a:path>
              <a:path w="18288635" h="10287000">
                <a:moveTo>
                  <a:pt x="17495597" y="9205887"/>
                </a:moveTo>
                <a:lnTo>
                  <a:pt x="17472546" y="9167787"/>
                </a:lnTo>
                <a:lnTo>
                  <a:pt x="17432617" y="9193187"/>
                </a:lnTo>
                <a:lnTo>
                  <a:pt x="17455668" y="9231287"/>
                </a:lnTo>
                <a:lnTo>
                  <a:pt x="17495597" y="9205887"/>
                </a:lnTo>
                <a:close/>
              </a:path>
              <a:path w="18288635" h="10287000">
                <a:moveTo>
                  <a:pt x="17499584" y="8608987"/>
                </a:moveTo>
                <a:lnTo>
                  <a:pt x="17480941" y="8583587"/>
                </a:lnTo>
                <a:lnTo>
                  <a:pt x="17448657" y="8596287"/>
                </a:lnTo>
                <a:lnTo>
                  <a:pt x="17467301" y="8634387"/>
                </a:lnTo>
                <a:lnTo>
                  <a:pt x="17499584" y="8608987"/>
                </a:lnTo>
                <a:close/>
              </a:path>
              <a:path w="18288635" h="10287000">
                <a:moveTo>
                  <a:pt x="17502709" y="6000318"/>
                </a:moveTo>
                <a:lnTo>
                  <a:pt x="17501108" y="5997549"/>
                </a:lnTo>
                <a:lnTo>
                  <a:pt x="17498327" y="5999150"/>
                </a:lnTo>
                <a:lnTo>
                  <a:pt x="17499927" y="6001931"/>
                </a:lnTo>
                <a:lnTo>
                  <a:pt x="17502709" y="6000318"/>
                </a:lnTo>
                <a:close/>
              </a:path>
              <a:path w="18288635" h="10287000">
                <a:moveTo>
                  <a:pt x="17503318" y="8012087"/>
                </a:moveTo>
                <a:lnTo>
                  <a:pt x="17489285" y="7986687"/>
                </a:lnTo>
                <a:lnTo>
                  <a:pt x="17464977" y="7999387"/>
                </a:lnTo>
                <a:lnTo>
                  <a:pt x="17479010" y="8024787"/>
                </a:lnTo>
                <a:lnTo>
                  <a:pt x="17503318" y="8012087"/>
                </a:lnTo>
                <a:close/>
              </a:path>
              <a:path w="18288635" h="10287000">
                <a:moveTo>
                  <a:pt x="17506392" y="10042550"/>
                </a:moveTo>
                <a:lnTo>
                  <a:pt x="17478121" y="9993592"/>
                </a:lnTo>
                <a:lnTo>
                  <a:pt x="17429163" y="10021862"/>
                </a:lnTo>
                <a:lnTo>
                  <a:pt x="17457433" y="10070821"/>
                </a:lnTo>
                <a:lnTo>
                  <a:pt x="17506392" y="10042550"/>
                </a:lnTo>
                <a:close/>
              </a:path>
              <a:path w="18288635" h="10287000">
                <a:moveTo>
                  <a:pt x="17507319" y="7415187"/>
                </a:moveTo>
                <a:lnTo>
                  <a:pt x="17497692" y="7402487"/>
                </a:lnTo>
                <a:lnTo>
                  <a:pt x="17481030" y="7415187"/>
                </a:lnTo>
                <a:lnTo>
                  <a:pt x="17490644" y="7427887"/>
                </a:lnTo>
                <a:lnTo>
                  <a:pt x="17507319" y="7415187"/>
                </a:lnTo>
                <a:close/>
              </a:path>
              <a:path w="18288635" h="10287000">
                <a:moveTo>
                  <a:pt x="17512018" y="9434487"/>
                </a:moveTo>
                <a:lnTo>
                  <a:pt x="17486973" y="9396387"/>
                </a:lnTo>
                <a:lnTo>
                  <a:pt x="17443565" y="9421787"/>
                </a:lnTo>
                <a:lnTo>
                  <a:pt x="17468634" y="9459887"/>
                </a:lnTo>
                <a:lnTo>
                  <a:pt x="17512018" y="9434487"/>
                </a:lnTo>
                <a:close/>
              </a:path>
              <a:path w="18288635" h="10287000">
                <a:moveTo>
                  <a:pt x="17512132" y="6818287"/>
                </a:moveTo>
                <a:lnTo>
                  <a:pt x="17506328" y="6805587"/>
                </a:lnTo>
                <a:lnTo>
                  <a:pt x="17496257" y="6818287"/>
                </a:lnTo>
                <a:lnTo>
                  <a:pt x="17502074" y="6830987"/>
                </a:lnTo>
                <a:lnTo>
                  <a:pt x="17512132" y="6818287"/>
                </a:lnTo>
                <a:close/>
              </a:path>
              <a:path w="18288635" h="10287000">
                <a:moveTo>
                  <a:pt x="17515751" y="8837587"/>
                </a:moveTo>
                <a:lnTo>
                  <a:pt x="17495304" y="8812187"/>
                </a:lnTo>
                <a:lnTo>
                  <a:pt x="17459884" y="8824887"/>
                </a:lnTo>
                <a:lnTo>
                  <a:pt x="17480331" y="8862987"/>
                </a:lnTo>
                <a:lnTo>
                  <a:pt x="17515751" y="8837587"/>
                </a:lnTo>
                <a:close/>
              </a:path>
              <a:path w="18288635" h="10287000">
                <a:moveTo>
                  <a:pt x="17518050" y="6228943"/>
                </a:moveTo>
                <a:lnTo>
                  <a:pt x="17515243" y="6224079"/>
                </a:lnTo>
                <a:lnTo>
                  <a:pt x="17510379" y="6226886"/>
                </a:lnTo>
                <a:lnTo>
                  <a:pt x="17513199" y="6231750"/>
                </a:lnTo>
                <a:lnTo>
                  <a:pt x="17518050" y="6228943"/>
                </a:lnTo>
                <a:close/>
              </a:path>
              <a:path w="18288635" h="10287000">
                <a:moveTo>
                  <a:pt x="17519206" y="8240687"/>
                </a:moveTo>
                <a:lnTo>
                  <a:pt x="17503572" y="8215287"/>
                </a:lnTo>
                <a:lnTo>
                  <a:pt x="17476483" y="8227987"/>
                </a:lnTo>
                <a:lnTo>
                  <a:pt x="17492117" y="8253387"/>
                </a:lnTo>
                <a:lnTo>
                  <a:pt x="17519206" y="8240687"/>
                </a:lnTo>
                <a:close/>
              </a:path>
              <a:path w="18288635" h="10287000">
                <a:moveTo>
                  <a:pt x="17522000" y="10271252"/>
                </a:moveTo>
                <a:lnTo>
                  <a:pt x="17492333" y="10219868"/>
                </a:lnTo>
                <a:lnTo>
                  <a:pt x="17440948" y="10249535"/>
                </a:lnTo>
                <a:lnTo>
                  <a:pt x="17462577" y="10286987"/>
                </a:lnTo>
                <a:lnTo>
                  <a:pt x="17494733" y="10286987"/>
                </a:lnTo>
                <a:lnTo>
                  <a:pt x="17522000" y="10271252"/>
                </a:lnTo>
                <a:close/>
              </a:path>
              <a:path w="18288635" h="10287000">
                <a:moveTo>
                  <a:pt x="17523206" y="7643787"/>
                </a:moveTo>
                <a:lnTo>
                  <a:pt x="17511980" y="7631087"/>
                </a:lnTo>
                <a:lnTo>
                  <a:pt x="17492536" y="7643787"/>
                </a:lnTo>
                <a:lnTo>
                  <a:pt x="17503763" y="7656487"/>
                </a:lnTo>
                <a:lnTo>
                  <a:pt x="17523206" y="7643787"/>
                </a:lnTo>
                <a:close/>
              </a:path>
              <a:path w="18288635" h="10287000">
                <a:moveTo>
                  <a:pt x="17527753" y="7046887"/>
                </a:moveTo>
                <a:lnTo>
                  <a:pt x="17520527" y="7034187"/>
                </a:lnTo>
                <a:lnTo>
                  <a:pt x="17508030" y="7046887"/>
                </a:lnTo>
                <a:lnTo>
                  <a:pt x="17515256" y="7059587"/>
                </a:lnTo>
                <a:lnTo>
                  <a:pt x="17527753" y="7046887"/>
                </a:lnTo>
                <a:close/>
              </a:path>
              <a:path w="18288635" h="10287000">
                <a:moveTo>
                  <a:pt x="17527918" y="9663087"/>
                </a:moveTo>
                <a:lnTo>
                  <a:pt x="17501248" y="9624987"/>
                </a:lnTo>
                <a:lnTo>
                  <a:pt x="17455071" y="9650387"/>
                </a:lnTo>
                <a:lnTo>
                  <a:pt x="17481741" y="9688487"/>
                </a:lnTo>
                <a:lnTo>
                  <a:pt x="17527918" y="9663087"/>
                </a:lnTo>
                <a:close/>
              </a:path>
              <a:path w="18288635" h="10287000">
                <a:moveTo>
                  <a:pt x="17531919" y="9066187"/>
                </a:moveTo>
                <a:lnTo>
                  <a:pt x="17509668" y="9028087"/>
                </a:lnTo>
                <a:lnTo>
                  <a:pt x="17471124" y="9053487"/>
                </a:lnTo>
                <a:lnTo>
                  <a:pt x="17493374" y="9091587"/>
                </a:lnTo>
                <a:lnTo>
                  <a:pt x="17531919" y="9066187"/>
                </a:lnTo>
                <a:close/>
              </a:path>
              <a:path w="18288635" h="10287000">
                <a:moveTo>
                  <a:pt x="17532846" y="6457429"/>
                </a:moveTo>
                <a:lnTo>
                  <a:pt x="17529239" y="6451168"/>
                </a:lnTo>
                <a:lnTo>
                  <a:pt x="17522990" y="6454788"/>
                </a:lnTo>
                <a:lnTo>
                  <a:pt x="17526597" y="6461036"/>
                </a:lnTo>
                <a:lnTo>
                  <a:pt x="17532846" y="6457429"/>
                </a:lnTo>
                <a:close/>
              </a:path>
              <a:path w="18288635" h="10287000">
                <a:moveTo>
                  <a:pt x="17535640" y="8469287"/>
                </a:moveTo>
                <a:lnTo>
                  <a:pt x="17517999" y="8443887"/>
                </a:lnTo>
                <a:lnTo>
                  <a:pt x="17487443" y="8456587"/>
                </a:lnTo>
                <a:lnTo>
                  <a:pt x="17505083" y="8494687"/>
                </a:lnTo>
                <a:lnTo>
                  <a:pt x="17535640" y="8469287"/>
                </a:lnTo>
                <a:close/>
              </a:path>
              <a:path w="18288635" h="10287000">
                <a:moveTo>
                  <a:pt x="17539361" y="7872387"/>
                </a:moveTo>
                <a:lnTo>
                  <a:pt x="17526331" y="7846987"/>
                </a:lnTo>
                <a:lnTo>
                  <a:pt x="17503763" y="7859687"/>
                </a:lnTo>
                <a:lnTo>
                  <a:pt x="17516793" y="7885087"/>
                </a:lnTo>
                <a:lnTo>
                  <a:pt x="17539361" y="7872387"/>
                </a:lnTo>
                <a:close/>
              </a:path>
              <a:path w="18288635" h="10287000">
                <a:moveTo>
                  <a:pt x="17539589" y="5860529"/>
                </a:moveTo>
                <a:lnTo>
                  <a:pt x="17538383" y="5858446"/>
                </a:lnTo>
                <a:lnTo>
                  <a:pt x="17536300" y="5859653"/>
                </a:lnTo>
                <a:lnTo>
                  <a:pt x="17537494" y="5861736"/>
                </a:lnTo>
                <a:lnTo>
                  <a:pt x="17539589" y="5860529"/>
                </a:lnTo>
                <a:close/>
              </a:path>
              <a:path w="18288635" h="10287000">
                <a:moveTo>
                  <a:pt x="17543361" y="7275487"/>
                </a:moveTo>
                <a:lnTo>
                  <a:pt x="17534738" y="7262787"/>
                </a:lnTo>
                <a:lnTo>
                  <a:pt x="17519815" y="7275487"/>
                </a:lnTo>
                <a:lnTo>
                  <a:pt x="17528439" y="7288187"/>
                </a:lnTo>
                <a:lnTo>
                  <a:pt x="17543361" y="7275487"/>
                </a:lnTo>
                <a:close/>
              </a:path>
              <a:path w="18288635" h="10287000">
                <a:moveTo>
                  <a:pt x="17543526" y="9891687"/>
                </a:moveTo>
                <a:lnTo>
                  <a:pt x="17515459" y="9853587"/>
                </a:lnTo>
                <a:lnTo>
                  <a:pt x="17466856" y="9878987"/>
                </a:lnTo>
                <a:lnTo>
                  <a:pt x="17494923" y="9929787"/>
                </a:lnTo>
                <a:lnTo>
                  <a:pt x="17543526" y="9891687"/>
                </a:lnTo>
                <a:close/>
              </a:path>
              <a:path w="18288635" h="10287000">
                <a:moveTo>
                  <a:pt x="17548352" y="9294787"/>
                </a:moveTo>
                <a:lnTo>
                  <a:pt x="17524095" y="9256687"/>
                </a:lnTo>
                <a:lnTo>
                  <a:pt x="17482084" y="9282087"/>
                </a:lnTo>
                <a:lnTo>
                  <a:pt x="17506341" y="9320187"/>
                </a:lnTo>
                <a:lnTo>
                  <a:pt x="17548352" y="9294787"/>
                </a:lnTo>
                <a:close/>
              </a:path>
              <a:path w="18288635" h="10287000">
                <a:moveTo>
                  <a:pt x="17548454" y="6678587"/>
                </a:moveTo>
                <a:lnTo>
                  <a:pt x="17543450" y="6665887"/>
                </a:lnTo>
                <a:lnTo>
                  <a:pt x="17534763" y="6678587"/>
                </a:lnTo>
                <a:lnTo>
                  <a:pt x="17548454" y="6678587"/>
                </a:lnTo>
                <a:close/>
              </a:path>
              <a:path w="18288635" h="10287000">
                <a:moveTo>
                  <a:pt x="17552073" y="8697887"/>
                </a:moveTo>
                <a:lnTo>
                  <a:pt x="17532427" y="8672487"/>
                </a:lnTo>
                <a:lnTo>
                  <a:pt x="17498403" y="8685187"/>
                </a:lnTo>
                <a:lnTo>
                  <a:pt x="17518050" y="8723287"/>
                </a:lnTo>
                <a:lnTo>
                  <a:pt x="17552073" y="8697887"/>
                </a:lnTo>
                <a:close/>
              </a:path>
              <a:path w="18288635" h="10287000">
                <a:moveTo>
                  <a:pt x="17554372" y="6089002"/>
                </a:moveTo>
                <a:lnTo>
                  <a:pt x="17552366" y="6085535"/>
                </a:lnTo>
                <a:lnTo>
                  <a:pt x="17548898" y="6087542"/>
                </a:lnTo>
                <a:lnTo>
                  <a:pt x="17550905" y="6091009"/>
                </a:lnTo>
                <a:lnTo>
                  <a:pt x="17554372" y="6089002"/>
                </a:lnTo>
                <a:close/>
              </a:path>
              <a:path w="18288635" h="10287000">
                <a:moveTo>
                  <a:pt x="17555528" y="8100987"/>
                </a:moveTo>
                <a:lnTo>
                  <a:pt x="17540694" y="8075587"/>
                </a:lnTo>
                <a:lnTo>
                  <a:pt x="17515002" y="8088287"/>
                </a:lnTo>
                <a:lnTo>
                  <a:pt x="17529836" y="8113687"/>
                </a:lnTo>
                <a:lnTo>
                  <a:pt x="17555528" y="8100987"/>
                </a:lnTo>
                <a:close/>
              </a:path>
              <a:path w="18288635" h="10287000">
                <a:moveTo>
                  <a:pt x="17559147" y="10131527"/>
                </a:moveTo>
                <a:lnTo>
                  <a:pt x="17529671" y="10080485"/>
                </a:lnTo>
                <a:lnTo>
                  <a:pt x="17478642" y="10109962"/>
                </a:lnTo>
                <a:lnTo>
                  <a:pt x="17508106" y="10160991"/>
                </a:lnTo>
                <a:lnTo>
                  <a:pt x="17559147" y="10131527"/>
                </a:lnTo>
                <a:close/>
              </a:path>
              <a:path w="18288635" h="10287000">
                <a:moveTo>
                  <a:pt x="17559795" y="7504087"/>
                </a:moveTo>
                <a:lnTo>
                  <a:pt x="17549178" y="7491387"/>
                </a:lnTo>
                <a:lnTo>
                  <a:pt x="17530776" y="7504087"/>
                </a:lnTo>
                <a:lnTo>
                  <a:pt x="17541393" y="7516787"/>
                </a:lnTo>
                <a:lnTo>
                  <a:pt x="17559795" y="7504087"/>
                </a:lnTo>
                <a:close/>
              </a:path>
              <a:path w="18288635" h="10287000">
                <a:moveTo>
                  <a:pt x="17564075" y="6907187"/>
                </a:moveTo>
                <a:lnTo>
                  <a:pt x="17557661" y="6894487"/>
                </a:lnTo>
                <a:lnTo>
                  <a:pt x="17546549" y="6907187"/>
                </a:lnTo>
                <a:lnTo>
                  <a:pt x="17552962" y="6919887"/>
                </a:lnTo>
                <a:lnTo>
                  <a:pt x="17564075" y="6907187"/>
                </a:lnTo>
                <a:close/>
              </a:path>
              <a:path w="18288635" h="10287000">
                <a:moveTo>
                  <a:pt x="17564507" y="9523387"/>
                </a:moveTo>
                <a:lnTo>
                  <a:pt x="17538446" y="9485287"/>
                </a:lnTo>
                <a:lnTo>
                  <a:pt x="17493311" y="9510687"/>
                </a:lnTo>
                <a:lnTo>
                  <a:pt x="17519371" y="9548787"/>
                </a:lnTo>
                <a:lnTo>
                  <a:pt x="17564507" y="9523387"/>
                </a:lnTo>
                <a:close/>
              </a:path>
              <a:path w="18288635" h="10287000">
                <a:moveTo>
                  <a:pt x="17568241" y="8926487"/>
                </a:moveTo>
                <a:lnTo>
                  <a:pt x="17546790" y="8888387"/>
                </a:lnTo>
                <a:lnTo>
                  <a:pt x="17509643" y="8913787"/>
                </a:lnTo>
                <a:lnTo>
                  <a:pt x="17531093" y="8951887"/>
                </a:lnTo>
                <a:lnTo>
                  <a:pt x="17568241" y="8926487"/>
                </a:lnTo>
                <a:close/>
              </a:path>
              <a:path w="18288635" h="10287000">
                <a:moveTo>
                  <a:pt x="17569434" y="6317551"/>
                </a:moveTo>
                <a:lnTo>
                  <a:pt x="17566437" y="6312344"/>
                </a:lnTo>
                <a:lnTo>
                  <a:pt x="17561230" y="6315354"/>
                </a:lnTo>
                <a:lnTo>
                  <a:pt x="17564240" y="6320561"/>
                </a:lnTo>
                <a:lnTo>
                  <a:pt x="17569434" y="6317551"/>
                </a:lnTo>
                <a:close/>
              </a:path>
              <a:path w="18288635" h="10287000">
                <a:moveTo>
                  <a:pt x="17571682" y="8329587"/>
                </a:moveTo>
                <a:lnTo>
                  <a:pt x="17555058" y="8304187"/>
                </a:lnTo>
                <a:lnTo>
                  <a:pt x="17526229" y="8316887"/>
                </a:lnTo>
                <a:lnTo>
                  <a:pt x="17542866" y="8354987"/>
                </a:lnTo>
                <a:lnTo>
                  <a:pt x="17571682" y="8329587"/>
                </a:lnTo>
                <a:close/>
              </a:path>
              <a:path w="18288635" h="10287000">
                <a:moveTo>
                  <a:pt x="17575683" y="7732687"/>
                </a:moveTo>
                <a:lnTo>
                  <a:pt x="17563465" y="7707287"/>
                </a:lnTo>
                <a:lnTo>
                  <a:pt x="17542282" y="7719987"/>
                </a:lnTo>
                <a:lnTo>
                  <a:pt x="17554499" y="7745387"/>
                </a:lnTo>
                <a:lnTo>
                  <a:pt x="17575683" y="7732687"/>
                </a:lnTo>
                <a:close/>
              </a:path>
              <a:path w="18288635" h="10287000">
                <a:moveTo>
                  <a:pt x="17576178" y="5720664"/>
                </a:moveTo>
                <a:lnTo>
                  <a:pt x="17575924" y="5720219"/>
                </a:lnTo>
                <a:lnTo>
                  <a:pt x="17574540" y="5720219"/>
                </a:lnTo>
                <a:lnTo>
                  <a:pt x="17574794" y="5720664"/>
                </a:lnTo>
                <a:lnTo>
                  <a:pt x="17576178" y="5720664"/>
                </a:lnTo>
                <a:close/>
              </a:path>
              <a:path w="18288635" h="10287000">
                <a:moveTo>
                  <a:pt x="17579963" y="7135787"/>
                </a:moveTo>
                <a:lnTo>
                  <a:pt x="17571936" y="7123087"/>
                </a:lnTo>
                <a:lnTo>
                  <a:pt x="17558055" y="7135787"/>
                </a:lnTo>
                <a:lnTo>
                  <a:pt x="17566069" y="7148487"/>
                </a:lnTo>
                <a:lnTo>
                  <a:pt x="17579963" y="7135787"/>
                </a:lnTo>
                <a:close/>
              </a:path>
              <a:path w="18288635" h="10287000">
                <a:moveTo>
                  <a:pt x="17580128" y="9751987"/>
                </a:moveTo>
                <a:lnTo>
                  <a:pt x="17552670" y="9713887"/>
                </a:lnTo>
                <a:lnTo>
                  <a:pt x="17505096" y="9739287"/>
                </a:lnTo>
                <a:lnTo>
                  <a:pt x="17532554" y="9790087"/>
                </a:lnTo>
                <a:lnTo>
                  <a:pt x="17580128" y="9751987"/>
                </a:lnTo>
                <a:close/>
              </a:path>
              <a:path w="18288635" h="10287000">
                <a:moveTo>
                  <a:pt x="17584395" y="9155087"/>
                </a:moveTo>
                <a:lnTo>
                  <a:pt x="17561141" y="9116987"/>
                </a:lnTo>
                <a:lnTo>
                  <a:pt x="17520870" y="9142387"/>
                </a:lnTo>
                <a:lnTo>
                  <a:pt x="17544123" y="9180487"/>
                </a:lnTo>
                <a:lnTo>
                  <a:pt x="17584395" y="9155087"/>
                </a:lnTo>
                <a:close/>
              </a:path>
              <a:path w="18288635" h="10287000">
                <a:moveTo>
                  <a:pt x="17588129" y="8558187"/>
                </a:moveTo>
                <a:lnTo>
                  <a:pt x="17569485" y="8532787"/>
                </a:lnTo>
                <a:lnTo>
                  <a:pt x="17537189" y="8545487"/>
                </a:lnTo>
                <a:lnTo>
                  <a:pt x="17555833" y="8583587"/>
                </a:lnTo>
                <a:lnTo>
                  <a:pt x="17588129" y="8558187"/>
                </a:lnTo>
                <a:close/>
              </a:path>
              <a:path w="18288635" h="10287000">
                <a:moveTo>
                  <a:pt x="17591253" y="5949200"/>
                </a:moveTo>
                <a:lnTo>
                  <a:pt x="17589640" y="5946432"/>
                </a:lnTo>
                <a:lnTo>
                  <a:pt x="17586859" y="5948032"/>
                </a:lnTo>
                <a:lnTo>
                  <a:pt x="17588472" y="5950813"/>
                </a:lnTo>
                <a:lnTo>
                  <a:pt x="17591253" y="5949200"/>
                </a:lnTo>
                <a:close/>
              </a:path>
              <a:path w="18288635" h="10287000">
                <a:moveTo>
                  <a:pt x="17591850" y="7961287"/>
                </a:moveTo>
                <a:lnTo>
                  <a:pt x="17577816" y="7935887"/>
                </a:lnTo>
                <a:lnTo>
                  <a:pt x="17553509" y="7948587"/>
                </a:lnTo>
                <a:lnTo>
                  <a:pt x="17567542" y="7973987"/>
                </a:lnTo>
                <a:lnTo>
                  <a:pt x="17591850" y="7961287"/>
                </a:lnTo>
                <a:close/>
              </a:path>
              <a:path w="18288635" h="10287000">
                <a:moveTo>
                  <a:pt x="17595850" y="7364387"/>
                </a:moveTo>
                <a:lnTo>
                  <a:pt x="17586224" y="7351687"/>
                </a:lnTo>
                <a:lnTo>
                  <a:pt x="17569561" y="7364387"/>
                </a:lnTo>
                <a:lnTo>
                  <a:pt x="17579188" y="7377087"/>
                </a:lnTo>
                <a:lnTo>
                  <a:pt x="17595850" y="7364387"/>
                </a:lnTo>
                <a:close/>
              </a:path>
              <a:path w="18288635" h="10287000">
                <a:moveTo>
                  <a:pt x="17596015" y="9980587"/>
                </a:moveTo>
                <a:lnTo>
                  <a:pt x="17566945" y="9929787"/>
                </a:lnTo>
                <a:lnTo>
                  <a:pt x="17516602" y="9967887"/>
                </a:lnTo>
                <a:lnTo>
                  <a:pt x="17545660" y="10018687"/>
                </a:lnTo>
                <a:lnTo>
                  <a:pt x="17596015" y="9980587"/>
                </a:lnTo>
                <a:close/>
              </a:path>
              <a:path w="18288635" h="10287000">
                <a:moveTo>
                  <a:pt x="17600397" y="6767487"/>
                </a:moveTo>
                <a:lnTo>
                  <a:pt x="17594784" y="6754787"/>
                </a:lnTo>
                <a:lnTo>
                  <a:pt x="17585055" y="6767487"/>
                </a:lnTo>
                <a:lnTo>
                  <a:pt x="17590669" y="6780187"/>
                </a:lnTo>
                <a:lnTo>
                  <a:pt x="17600397" y="6767487"/>
                </a:lnTo>
                <a:close/>
              </a:path>
              <a:path w="18288635" h="10287000">
                <a:moveTo>
                  <a:pt x="17601108" y="9383687"/>
                </a:moveTo>
                <a:lnTo>
                  <a:pt x="17575645" y="9345587"/>
                </a:lnTo>
                <a:lnTo>
                  <a:pt x="17531550" y="9370987"/>
                </a:lnTo>
                <a:lnTo>
                  <a:pt x="17557014" y="9409087"/>
                </a:lnTo>
                <a:lnTo>
                  <a:pt x="17601108" y="9383687"/>
                </a:lnTo>
                <a:close/>
              </a:path>
              <a:path w="18288635" h="10287000">
                <a:moveTo>
                  <a:pt x="17604563" y="8786787"/>
                </a:moveTo>
                <a:lnTo>
                  <a:pt x="17583912" y="8748687"/>
                </a:lnTo>
                <a:lnTo>
                  <a:pt x="17548149" y="8774087"/>
                </a:lnTo>
                <a:lnTo>
                  <a:pt x="17568799" y="8812187"/>
                </a:lnTo>
                <a:lnTo>
                  <a:pt x="17604563" y="8786787"/>
                </a:lnTo>
                <a:close/>
              </a:path>
              <a:path w="18288635" h="10287000">
                <a:moveTo>
                  <a:pt x="17606315" y="6177762"/>
                </a:moveTo>
                <a:lnTo>
                  <a:pt x="17603712" y="6173241"/>
                </a:lnTo>
                <a:lnTo>
                  <a:pt x="17599190" y="6175857"/>
                </a:lnTo>
                <a:lnTo>
                  <a:pt x="17601794" y="6180366"/>
                </a:lnTo>
                <a:lnTo>
                  <a:pt x="17606315" y="6177762"/>
                </a:lnTo>
                <a:close/>
              </a:path>
              <a:path w="18288635" h="10287000">
                <a:moveTo>
                  <a:pt x="17607738" y="8189887"/>
                </a:moveTo>
                <a:lnTo>
                  <a:pt x="17592104" y="8164487"/>
                </a:lnTo>
                <a:lnTo>
                  <a:pt x="17565027" y="8177187"/>
                </a:lnTo>
                <a:lnTo>
                  <a:pt x="17580661" y="8202587"/>
                </a:lnTo>
                <a:lnTo>
                  <a:pt x="17607738" y="8189887"/>
                </a:lnTo>
                <a:close/>
              </a:path>
              <a:path w="18288635" h="10287000">
                <a:moveTo>
                  <a:pt x="17611624" y="10220427"/>
                </a:moveTo>
                <a:lnTo>
                  <a:pt x="17581156" y="10167658"/>
                </a:lnTo>
                <a:lnTo>
                  <a:pt x="17528388" y="10198125"/>
                </a:lnTo>
                <a:lnTo>
                  <a:pt x="17558855" y="10250894"/>
                </a:lnTo>
                <a:lnTo>
                  <a:pt x="17611624" y="10220427"/>
                </a:lnTo>
                <a:close/>
              </a:path>
              <a:path w="18288635" h="10287000">
                <a:moveTo>
                  <a:pt x="17611738" y="7592987"/>
                </a:moveTo>
                <a:lnTo>
                  <a:pt x="17600511" y="7580287"/>
                </a:lnTo>
                <a:lnTo>
                  <a:pt x="17581068" y="7580287"/>
                </a:lnTo>
                <a:lnTo>
                  <a:pt x="17592294" y="7605687"/>
                </a:lnTo>
                <a:lnTo>
                  <a:pt x="17611738" y="7592987"/>
                </a:lnTo>
                <a:close/>
              </a:path>
              <a:path w="18288635" h="10287000">
                <a:moveTo>
                  <a:pt x="17616285" y="6996087"/>
                </a:moveTo>
                <a:lnTo>
                  <a:pt x="17609071" y="6983387"/>
                </a:lnTo>
                <a:lnTo>
                  <a:pt x="17596562" y="6996087"/>
                </a:lnTo>
                <a:lnTo>
                  <a:pt x="17603788" y="7008787"/>
                </a:lnTo>
                <a:lnTo>
                  <a:pt x="17616285" y="6996087"/>
                </a:lnTo>
                <a:close/>
              </a:path>
              <a:path w="18288635" h="10287000">
                <a:moveTo>
                  <a:pt x="17616996" y="9612287"/>
                </a:moveTo>
                <a:lnTo>
                  <a:pt x="17589932" y="9574187"/>
                </a:lnTo>
                <a:lnTo>
                  <a:pt x="17543069" y="9599587"/>
                </a:lnTo>
                <a:lnTo>
                  <a:pt x="17570120" y="9637687"/>
                </a:lnTo>
                <a:lnTo>
                  <a:pt x="17616996" y="9612287"/>
                </a:lnTo>
                <a:close/>
              </a:path>
              <a:path w="18288635" h="10287000">
                <a:moveTo>
                  <a:pt x="17620717" y="9015387"/>
                </a:moveTo>
                <a:lnTo>
                  <a:pt x="17598263" y="8977287"/>
                </a:lnTo>
                <a:lnTo>
                  <a:pt x="17559389" y="9002687"/>
                </a:lnTo>
                <a:lnTo>
                  <a:pt x="17581830" y="9040787"/>
                </a:lnTo>
                <a:lnTo>
                  <a:pt x="17620717" y="9015387"/>
                </a:lnTo>
                <a:close/>
              </a:path>
              <a:path w="18288635" h="10287000">
                <a:moveTo>
                  <a:pt x="17621111" y="6406235"/>
                </a:moveTo>
                <a:lnTo>
                  <a:pt x="17617694" y="6400330"/>
                </a:lnTo>
                <a:lnTo>
                  <a:pt x="17611802" y="6403746"/>
                </a:lnTo>
                <a:lnTo>
                  <a:pt x="17615205" y="6409652"/>
                </a:lnTo>
                <a:lnTo>
                  <a:pt x="17621111" y="6406235"/>
                </a:lnTo>
                <a:close/>
              </a:path>
              <a:path w="18288635" h="10287000">
                <a:moveTo>
                  <a:pt x="17624171" y="8418487"/>
                </a:moveTo>
                <a:lnTo>
                  <a:pt x="17606531" y="8393087"/>
                </a:lnTo>
                <a:lnTo>
                  <a:pt x="17575975" y="8405787"/>
                </a:lnTo>
                <a:lnTo>
                  <a:pt x="17593615" y="8443887"/>
                </a:lnTo>
                <a:lnTo>
                  <a:pt x="17624171" y="8418487"/>
                </a:lnTo>
                <a:close/>
              </a:path>
              <a:path w="18288635" h="10287000">
                <a:moveTo>
                  <a:pt x="17627842" y="5809335"/>
                </a:moveTo>
                <a:lnTo>
                  <a:pt x="17626838" y="5807595"/>
                </a:lnTo>
                <a:lnTo>
                  <a:pt x="17625098" y="5808599"/>
                </a:lnTo>
                <a:lnTo>
                  <a:pt x="17626102" y="5810339"/>
                </a:lnTo>
                <a:lnTo>
                  <a:pt x="17627842" y="5809335"/>
                </a:lnTo>
                <a:close/>
              </a:path>
              <a:path w="18288635" h="10287000">
                <a:moveTo>
                  <a:pt x="17627892" y="7821587"/>
                </a:moveTo>
                <a:lnTo>
                  <a:pt x="17614862" y="7796187"/>
                </a:lnTo>
                <a:lnTo>
                  <a:pt x="17592294" y="7808887"/>
                </a:lnTo>
                <a:lnTo>
                  <a:pt x="17605337" y="7834287"/>
                </a:lnTo>
                <a:lnTo>
                  <a:pt x="17627892" y="7821587"/>
                </a:lnTo>
                <a:close/>
              </a:path>
              <a:path w="18288635" h="10287000">
                <a:moveTo>
                  <a:pt x="17631893" y="7224687"/>
                </a:moveTo>
                <a:lnTo>
                  <a:pt x="17623270" y="7211987"/>
                </a:lnTo>
                <a:lnTo>
                  <a:pt x="17608347" y="7224687"/>
                </a:lnTo>
                <a:lnTo>
                  <a:pt x="17616970" y="7237387"/>
                </a:lnTo>
                <a:lnTo>
                  <a:pt x="17631893" y="7224687"/>
                </a:lnTo>
                <a:close/>
              </a:path>
              <a:path w="18288635" h="10287000">
                <a:moveTo>
                  <a:pt x="17632884" y="9840887"/>
                </a:moveTo>
                <a:lnTo>
                  <a:pt x="17604220" y="9790087"/>
                </a:lnTo>
                <a:lnTo>
                  <a:pt x="17554563" y="9828187"/>
                </a:lnTo>
                <a:lnTo>
                  <a:pt x="17583227" y="9878987"/>
                </a:lnTo>
                <a:lnTo>
                  <a:pt x="17632884" y="9840887"/>
                </a:lnTo>
                <a:close/>
              </a:path>
              <a:path w="18288635" h="10287000">
                <a:moveTo>
                  <a:pt x="17636998" y="6627787"/>
                </a:moveTo>
                <a:lnTo>
                  <a:pt x="17631982" y="6615087"/>
                </a:lnTo>
                <a:lnTo>
                  <a:pt x="17623295" y="6627787"/>
                </a:lnTo>
                <a:lnTo>
                  <a:pt x="17636998" y="6627787"/>
                </a:lnTo>
                <a:close/>
              </a:path>
              <a:path w="18288635" h="10287000">
                <a:moveTo>
                  <a:pt x="17637151" y="9243987"/>
                </a:moveTo>
                <a:lnTo>
                  <a:pt x="17612703" y="9205887"/>
                </a:lnTo>
                <a:lnTo>
                  <a:pt x="17570336" y="9231287"/>
                </a:lnTo>
                <a:lnTo>
                  <a:pt x="17594796" y="9269387"/>
                </a:lnTo>
                <a:lnTo>
                  <a:pt x="17637151" y="9243987"/>
                </a:lnTo>
                <a:close/>
              </a:path>
              <a:path w="18288635" h="10287000">
                <a:moveTo>
                  <a:pt x="17640872" y="8647087"/>
                </a:moveTo>
                <a:lnTo>
                  <a:pt x="17621034" y="8621687"/>
                </a:lnTo>
                <a:lnTo>
                  <a:pt x="17586656" y="8634387"/>
                </a:lnTo>
                <a:lnTo>
                  <a:pt x="17606506" y="8672487"/>
                </a:lnTo>
                <a:lnTo>
                  <a:pt x="17640872" y="8647087"/>
                </a:lnTo>
                <a:close/>
              </a:path>
              <a:path w="18288635" h="10287000">
                <a:moveTo>
                  <a:pt x="17642904" y="6037897"/>
                </a:moveTo>
                <a:lnTo>
                  <a:pt x="17640897" y="6034417"/>
                </a:lnTo>
                <a:lnTo>
                  <a:pt x="17637430" y="6036424"/>
                </a:lnTo>
                <a:lnTo>
                  <a:pt x="17639437" y="6039891"/>
                </a:lnTo>
                <a:lnTo>
                  <a:pt x="17642904" y="6037897"/>
                </a:lnTo>
                <a:close/>
              </a:path>
              <a:path w="18288635" h="10287000">
                <a:moveTo>
                  <a:pt x="17644060" y="8050187"/>
                </a:moveTo>
                <a:lnTo>
                  <a:pt x="17629226" y="8024787"/>
                </a:lnTo>
                <a:lnTo>
                  <a:pt x="17603534" y="8037487"/>
                </a:lnTo>
                <a:lnTo>
                  <a:pt x="17618367" y="8062887"/>
                </a:lnTo>
                <a:lnTo>
                  <a:pt x="17644060" y="8050187"/>
                </a:lnTo>
                <a:close/>
              </a:path>
              <a:path w="18288635" h="10287000">
                <a:moveTo>
                  <a:pt x="17648060" y="7453287"/>
                </a:moveTo>
                <a:lnTo>
                  <a:pt x="17637633" y="7440587"/>
                </a:lnTo>
                <a:lnTo>
                  <a:pt x="17619574" y="7453287"/>
                </a:lnTo>
                <a:lnTo>
                  <a:pt x="17630001" y="7465987"/>
                </a:lnTo>
                <a:lnTo>
                  <a:pt x="17648060" y="7453287"/>
                </a:lnTo>
                <a:close/>
              </a:path>
              <a:path w="18288635" h="10287000">
                <a:moveTo>
                  <a:pt x="17648771" y="10069487"/>
                </a:moveTo>
                <a:lnTo>
                  <a:pt x="17618507" y="10018687"/>
                </a:lnTo>
                <a:lnTo>
                  <a:pt x="17566082" y="10056787"/>
                </a:lnTo>
                <a:lnTo>
                  <a:pt x="17596346" y="10107587"/>
                </a:lnTo>
                <a:lnTo>
                  <a:pt x="17648771" y="10069487"/>
                </a:lnTo>
                <a:close/>
              </a:path>
              <a:path w="18288635" h="10287000">
                <a:moveTo>
                  <a:pt x="17651210" y="10286987"/>
                </a:moveTo>
                <a:lnTo>
                  <a:pt x="17632642" y="10254818"/>
                </a:lnTo>
                <a:lnTo>
                  <a:pt x="17578134" y="10286289"/>
                </a:lnTo>
                <a:lnTo>
                  <a:pt x="17578540" y="10286987"/>
                </a:lnTo>
                <a:lnTo>
                  <a:pt x="17651210" y="10286987"/>
                </a:lnTo>
                <a:close/>
              </a:path>
              <a:path w="18288635" h="10287000">
                <a:moveTo>
                  <a:pt x="17652607" y="6856387"/>
                </a:moveTo>
                <a:lnTo>
                  <a:pt x="17646193" y="6843687"/>
                </a:lnTo>
                <a:lnTo>
                  <a:pt x="17635081" y="6856387"/>
                </a:lnTo>
                <a:lnTo>
                  <a:pt x="17641494" y="6869087"/>
                </a:lnTo>
                <a:lnTo>
                  <a:pt x="17652607" y="6856387"/>
                </a:lnTo>
                <a:close/>
              </a:path>
              <a:path w="18288635" h="10287000">
                <a:moveTo>
                  <a:pt x="17653597" y="9472587"/>
                </a:moveTo>
                <a:lnTo>
                  <a:pt x="17627130" y="9434487"/>
                </a:lnTo>
                <a:lnTo>
                  <a:pt x="17581296" y="9459887"/>
                </a:lnTo>
                <a:lnTo>
                  <a:pt x="17607763" y="9497987"/>
                </a:lnTo>
                <a:lnTo>
                  <a:pt x="17653597" y="9472587"/>
                </a:lnTo>
                <a:close/>
              </a:path>
              <a:path w="18288635" h="10287000">
                <a:moveTo>
                  <a:pt x="17657039" y="8875687"/>
                </a:moveTo>
                <a:lnTo>
                  <a:pt x="17635385" y="8837587"/>
                </a:lnTo>
                <a:lnTo>
                  <a:pt x="17597895" y="8862987"/>
                </a:lnTo>
                <a:lnTo>
                  <a:pt x="17619549" y="8901087"/>
                </a:lnTo>
                <a:lnTo>
                  <a:pt x="17657039" y="8875687"/>
                </a:lnTo>
                <a:close/>
              </a:path>
              <a:path w="18288635" h="10287000">
                <a:moveTo>
                  <a:pt x="17657979" y="6266446"/>
                </a:moveTo>
                <a:lnTo>
                  <a:pt x="17654969" y="6261239"/>
                </a:lnTo>
                <a:lnTo>
                  <a:pt x="17649762" y="6264237"/>
                </a:lnTo>
                <a:lnTo>
                  <a:pt x="17652772" y="6269456"/>
                </a:lnTo>
                <a:lnTo>
                  <a:pt x="17657979" y="6266446"/>
                </a:lnTo>
                <a:close/>
              </a:path>
              <a:path w="18288635" h="10287000">
                <a:moveTo>
                  <a:pt x="17660214" y="8278787"/>
                </a:moveTo>
                <a:lnTo>
                  <a:pt x="17643590" y="8253387"/>
                </a:lnTo>
                <a:lnTo>
                  <a:pt x="17614773" y="8266087"/>
                </a:lnTo>
                <a:lnTo>
                  <a:pt x="17631398" y="8304187"/>
                </a:lnTo>
                <a:lnTo>
                  <a:pt x="17660214" y="8278787"/>
                </a:lnTo>
                <a:close/>
              </a:path>
              <a:path w="18288635" h="10287000">
                <a:moveTo>
                  <a:pt x="17663948" y="7681887"/>
                </a:moveTo>
                <a:lnTo>
                  <a:pt x="17651921" y="7656487"/>
                </a:lnTo>
                <a:lnTo>
                  <a:pt x="17631093" y="7669187"/>
                </a:lnTo>
                <a:lnTo>
                  <a:pt x="17643120" y="7694587"/>
                </a:lnTo>
                <a:lnTo>
                  <a:pt x="17663948" y="7681887"/>
                </a:lnTo>
                <a:close/>
              </a:path>
              <a:path w="18288635" h="10287000">
                <a:moveTo>
                  <a:pt x="17664710" y="5669546"/>
                </a:moveTo>
                <a:lnTo>
                  <a:pt x="17664456" y="5669102"/>
                </a:lnTo>
                <a:lnTo>
                  <a:pt x="17663071" y="5669102"/>
                </a:lnTo>
                <a:lnTo>
                  <a:pt x="17663325" y="5669546"/>
                </a:lnTo>
                <a:lnTo>
                  <a:pt x="17664710" y="5669546"/>
                </a:lnTo>
                <a:close/>
              </a:path>
              <a:path w="18288635" h="10287000">
                <a:moveTo>
                  <a:pt x="17668228" y="7084987"/>
                </a:moveTo>
                <a:lnTo>
                  <a:pt x="17660404" y="7072287"/>
                </a:lnTo>
                <a:lnTo>
                  <a:pt x="17646866" y="7084987"/>
                </a:lnTo>
                <a:lnTo>
                  <a:pt x="17654677" y="7097687"/>
                </a:lnTo>
                <a:lnTo>
                  <a:pt x="17668228" y="7084987"/>
                </a:lnTo>
                <a:close/>
              </a:path>
              <a:path w="18288635" h="10287000">
                <a:moveTo>
                  <a:pt x="17669485" y="9701187"/>
                </a:moveTo>
                <a:lnTo>
                  <a:pt x="17641418" y="9663087"/>
                </a:lnTo>
                <a:lnTo>
                  <a:pt x="17592802" y="9688487"/>
                </a:lnTo>
                <a:lnTo>
                  <a:pt x="17620869" y="9739287"/>
                </a:lnTo>
                <a:lnTo>
                  <a:pt x="17669485" y="9701187"/>
                </a:lnTo>
                <a:close/>
              </a:path>
              <a:path w="18288635" h="10287000">
                <a:moveTo>
                  <a:pt x="17673041" y="6494996"/>
                </a:moveTo>
                <a:lnTo>
                  <a:pt x="17669028" y="6488049"/>
                </a:lnTo>
                <a:lnTo>
                  <a:pt x="17662081" y="6492049"/>
                </a:lnTo>
                <a:lnTo>
                  <a:pt x="17666094" y="6498996"/>
                </a:lnTo>
                <a:lnTo>
                  <a:pt x="17673041" y="6494996"/>
                </a:lnTo>
                <a:close/>
              </a:path>
              <a:path w="18288635" h="10287000">
                <a:moveTo>
                  <a:pt x="17673473" y="9104287"/>
                </a:moveTo>
                <a:lnTo>
                  <a:pt x="17649825" y="9066187"/>
                </a:lnTo>
                <a:lnTo>
                  <a:pt x="17608855" y="9091587"/>
                </a:lnTo>
                <a:lnTo>
                  <a:pt x="17632503" y="9129687"/>
                </a:lnTo>
                <a:lnTo>
                  <a:pt x="17673473" y="9104287"/>
                </a:lnTo>
                <a:close/>
              </a:path>
              <a:path w="18288635" h="10287000">
                <a:moveTo>
                  <a:pt x="17676927" y="8507387"/>
                </a:moveTo>
                <a:lnTo>
                  <a:pt x="17658093" y="8481987"/>
                </a:lnTo>
                <a:lnTo>
                  <a:pt x="17625454" y="8494687"/>
                </a:lnTo>
                <a:lnTo>
                  <a:pt x="17644288" y="8532787"/>
                </a:lnTo>
                <a:lnTo>
                  <a:pt x="17676927" y="8507387"/>
                </a:lnTo>
                <a:close/>
              </a:path>
              <a:path w="18288635" h="10287000">
                <a:moveTo>
                  <a:pt x="17679505" y="5898019"/>
                </a:moveTo>
                <a:lnTo>
                  <a:pt x="17678096" y="5895594"/>
                </a:lnTo>
                <a:lnTo>
                  <a:pt x="17675670" y="5896991"/>
                </a:lnTo>
                <a:lnTo>
                  <a:pt x="17677067" y="5899416"/>
                </a:lnTo>
                <a:lnTo>
                  <a:pt x="17679505" y="5898019"/>
                </a:lnTo>
                <a:close/>
              </a:path>
              <a:path w="18288635" h="10287000">
                <a:moveTo>
                  <a:pt x="17680382" y="7910487"/>
                </a:moveTo>
                <a:lnTo>
                  <a:pt x="17666348" y="7885087"/>
                </a:lnTo>
                <a:lnTo>
                  <a:pt x="17642053" y="7897787"/>
                </a:lnTo>
                <a:lnTo>
                  <a:pt x="17656074" y="7923187"/>
                </a:lnTo>
                <a:lnTo>
                  <a:pt x="17680382" y="7910487"/>
                </a:lnTo>
                <a:close/>
              </a:path>
              <a:path w="18288635" h="10287000">
                <a:moveTo>
                  <a:pt x="17684103" y="7313587"/>
                </a:moveTo>
                <a:lnTo>
                  <a:pt x="17674692" y="7300887"/>
                </a:lnTo>
                <a:lnTo>
                  <a:pt x="17658360" y="7313587"/>
                </a:lnTo>
                <a:lnTo>
                  <a:pt x="17667783" y="7326287"/>
                </a:lnTo>
                <a:lnTo>
                  <a:pt x="17684103" y="7313587"/>
                </a:lnTo>
                <a:close/>
              </a:path>
              <a:path w="18288635" h="10287000">
                <a:moveTo>
                  <a:pt x="17685639" y="9929787"/>
                </a:moveTo>
                <a:lnTo>
                  <a:pt x="17655769" y="9878987"/>
                </a:lnTo>
                <a:lnTo>
                  <a:pt x="17604042" y="9917087"/>
                </a:lnTo>
                <a:lnTo>
                  <a:pt x="17633912" y="9967887"/>
                </a:lnTo>
                <a:lnTo>
                  <a:pt x="17685639" y="9929787"/>
                </a:lnTo>
                <a:close/>
              </a:path>
              <a:path w="18288635" h="10287000">
                <a:moveTo>
                  <a:pt x="17688929" y="6716687"/>
                </a:moveTo>
                <a:lnTo>
                  <a:pt x="17683315" y="6703987"/>
                </a:lnTo>
                <a:lnTo>
                  <a:pt x="17673600" y="6716687"/>
                </a:lnTo>
                <a:lnTo>
                  <a:pt x="17688929" y="6716687"/>
                </a:lnTo>
                <a:close/>
              </a:path>
              <a:path w="18288635" h="10287000">
                <a:moveTo>
                  <a:pt x="17689919" y="9332887"/>
                </a:moveTo>
                <a:lnTo>
                  <a:pt x="17664253" y="9294787"/>
                </a:lnTo>
                <a:lnTo>
                  <a:pt x="17619815" y="9320187"/>
                </a:lnTo>
                <a:lnTo>
                  <a:pt x="17645469" y="9358287"/>
                </a:lnTo>
                <a:lnTo>
                  <a:pt x="17689919" y="9332887"/>
                </a:lnTo>
                <a:close/>
              </a:path>
              <a:path w="18288635" h="10287000">
                <a:moveTo>
                  <a:pt x="17693361" y="8735987"/>
                </a:moveTo>
                <a:lnTo>
                  <a:pt x="17672520" y="8697887"/>
                </a:lnTo>
                <a:lnTo>
                  <a:pt x="17636414" y="8723287"/>
                </a:lnTo>
                <a:lnTo>
                  <a:pt x="17657255" y="8761387"/>
                </a:lnTo>
                <a:lnTo>
                  <a:pt x="17693361" y="8735987"/>
                </a:lnTo>
                <a:close/>
              </a:path>
              <a:path w="18288635" h="10287000">
                <a:moveTo>
                  <a:pt x="17694567" y="6126569"/>
                </a:moveTo>
                <a:lnTo>
                  <a:pt x="17692167" y="6122403"/>
                </a:lnTo>
                <a:lnTo>
                  <a:pt x="17688002" y="6124816"/>
                </a:lnTo>
                <a:lnTo>
                  <a:pt x="17690402" y="6128982"/>
                </a:lnTo>
                <a:lnTo>
                  <a:pt x="17694567" y="6126569"/>
                </a:lnTo>
                <a:close/>
              </a:path>
              <a:path w="18288635" h="10287000">
                <a:moveTo>
                  <a:pt x="17696269" y="8139087"/>
                </a:moveTo>
                <a:lnTo>
                  <a:pt x="17680636" y="8113687"/>
                </a:lnTo>
                <a:lnTo>
                  <a:pt x="17653546" y="8126387"/>
                </a:lnTo>
                <a:lnTo>
                  <a:pt x="17669193" y="8151787"/>
                </a:lnTo>
                <a:lnTo>
                  <a:pt x="17696269" y="8139087"/>
                </a:lnTo>
                <a:close/>
              </a:path>
              <a:path w="18288635" h="10287000">
                <a:moveTo>
                  <a:pt x="17699990" y="7542187"/>
                </a:moveTo>
                <a:lnTo>
                  <a:pt x="17688967" y="7529487"/>
                </a:lnTo>
                <a:lnTo>
                  <a:pt x="17669866" y="7529487"/>
                </a:lnTo>
                <a:lnTo>
                  <a:pt x="17680902" y="7554887"/>
                </a:lnTo>
                <a:lnTo>
                  <a:pt x="17699990" y="7542187"/>
                </a:lnTo>
                <a:close/>
              </a:path>
              <a:path w="18288635" h="10287000">
                <a:moveTo>
                  <a:pt x="17701260" y="10158387"/>
                </a:moveTo>
                <a:lnTo>
                  <a:pt x="17669980" y="10107587"/>
                </a:lnTo>
                <a:lnTo>
                  <a:pt x="17615827" y="10145687"/>
                </a:lnTo>
                <a:lnTo>
                  <a:pt x="17647095" y="10196487"/>
                </a:lnTo>
                <a:lnTo>
                  <a:pt x="17701260" y="10158387"/>
                </a:lnTo>
                <a:close/>
              </a:path>
              <a:path w="18288635" h="10287000">
                <a:moveTo>
                  <a:pt x="17704550" y="6945287"/>
                </a:moveTo>
                <a:lnTo>
                  <a:pt x="17697527" y="6932587"/>
                </a:lnTo>
                <a:lnTo>
                  <a:pt x="17685373" y="6945287"/>
                </a:lnTo>
                <a:lnTo>
                  <a:pt x="17692396" y="6957987"/>
                </a:lnTo>
                <a:lnTo>
                  <a:pt x="17704550" y="6945287"/>
                </a:lnTo>
                <a:close/>
              </a:path>
              <a:path w="18288635" h="10287000">
                <a:moveTo>
                  <a:pt x="17705807" y="9561487"/>
                </a:moveTo>
                <a:lnTo>
                  <a:pt x="17678540" y="9523387"/>
                </a:lnTo>
                <a:lnTo>
                  <a:pt x="17631321" y="9548787"/>
                </a:lnTo>
                <a:lnTo>
                  <a:pt x="17658588" y="9586887"/>
                </a:lnTo>
                <a:lnTo>
                  <a:pt x="17705807" y="9561487"/>
                </a:lnTo>
                <a:close/>
              </a:path>
              <a:path w="18288635" h="10287000">
                <a:moveTo>
                  <a:pt x="17709528" y="8964587"/>
                </a:moveTo>
                <a:lnTo>
                  <a:pt x="17686871" y="8926487"/>
                </a:lnTo>
                <a:lnTo>
                  <a:pt x="17647641" y="8951887"/>
                </a:lnTo>
                <a:lnTo>
                  <a:pt x="17670298" y="8989987"/>
                </a:lnTo>
                <a:lnTo>
                  <a:pt x="17709528" y="8964587"/>
                </a:lnTo>
                <a:close/>
              </a:path>
              <a:path w="18288635" h="10287000">
                <a:moveTo>
                  <a:pt x="17709642" y="6355131"/>
                </a:moveTo>
                <a:lnTo>
                  <a:pt x="17706226" y="6349225"/>
                </a:lnTo>
                <a:lnTo>
                  <a:pt x="17700321" y="6352629"/>
                </a:lnTo>
                <a:lnTo>
                  <a:pt x="17703737" y="6358534"/>
                </a:lnTo>
                <a:lnTo>
                  <a:pt x="17709642" y="6355131"/>
                </a:lnTo>
                <a:close/>
              </a:path>
              <a:path w="18288635" h="10287000">
                <a:moveTo>
                  <a:pt x="17712703" y="8367687"/>
                </a:moveTo>
                <a:lnTo>
                  <a:pt x="17695063" y="8342287"/>
                </a:lnTo>
                <a:lnTo>
                  <a:pt x="17664519" y="8354987"/>
                </a:lnTo>
                <a:lnTo>
                  <a:pt x="17682160" y="8393087"/>
                </a:lnTo>
                <a:lnTo>
                  <a:pt x="17712703" y="8367687"/>
                </a:lnTo>
                <a:close/>
              </a:path>
              <a:path w="18288635" h="10287000">
                <a:moveTo>
                  <a:pt x="17716157" y="7770787"/>
                </a:moveTo>
                <a:lnTo>
                  <a:pt x="17703330" y="7745387"/>
                </a:lnTo>
                <a:lnTo>
                  <a:pt x="17681105" y="7758087"/>
                </a:lnTo>
                <a:lnTo>
                  <a:pt x="17693932" y="7783487"/>
                </a:lnTo>
                <a:lnTo>
                  <a:pt x="17716157" y="7770787"/>
                </a:lnTo>
                <a:close/>
              </a:path>
              <a:path w="18288635" h="10287000">
                <a:moveTo>
                  <a:pt x="17716373" y="5758231"/>
                </a:moveTo>
                <a:lnTo>
                  <a:pt x="17715370" y="5756491"/>
                </a:lnTo>
                <a:lnTo>
                  <a:pt x="17713630" y="5757494"/>
                </a:lnTo>
                <a:lnTo>
                  <a:pt x="17714633" y="5759221"/>
                </a:lnTo>
                <a:lnTo>
                  <a:pt x="17716373" y="5758231"/>
                </a:lnTo>
                <a:close/>
              </a:path>
              <a:path w="18288635" h="10287000">
                <a:moveTo>
                  <a:pt x="17720425" y="7173887"/>
                </a:moveTo>
                <a:lnTo>
                  <a:pt x="17711814" y="7161187"/>
                </a:lnTo>
                <a:lnTo>
                  <a:pt x="17696879" y="7173887"/>
                </a:lnTo>
                <a:lnTo>
                  <a:pt x="17705502" y="7186587"/>
                </a:lnTo>
                <a:lnTo>
                  <a:pt x="17720425" y="7173887"/>
                </a:lnTo>
                <a:close/>
              </a:path>
              <a:path w="18288635" h="10287000">
                <a:moveTo>
                  <a:pt x="17722241" y="9790087"/>
                </a:moveTo>
                <a:lnTo>
                  <a:pt x="17692967" y="9739287"/>
                </a:lnTo>
                <a:lnTo>
                  <a:pt x="17642282" y="9777387"/>
                </a:lnTo>
                <a:lnTo>
                  <a:pt x="17671542" y="9828187"/>
                </a:lnTo>
                <a:lnTo>
                  <a:pt x="17722241" y="9790087"/>
                </a:lnTo>
                <a:close/>
              </a:path>
              <a:path w="18288635" h="10287000">
                <a:moveTo>
                  <a:pt x="17725251" y="6576987"/>
                </a:moveTo>
                <a:lnTo>
                  <a:pt x="17720437" y="6564287"/>
                </a:lnTo>
                <a:lnTo>
                  <a:pt x="17712106" y="6576987"/>
                </a:lnTo>
                <a:lnTo>
                  <a:pt x="17725251" y="6576987"/>
                </a:lnTo>
                <a:close/>
              </a:path>
              <a:path w="18288635" h="10287000">
                <a:moveTo>
                  <a:pt x="17726241" y="9193187"/>
                </a:moveTo>
                <a:lnTo>
                  <a:pt x="17701387" y="9155087"/>
                </a:lnTo>
                <a:lnTo>
                  <a:pt x="17658334" y="9180487"/>
                </a:lnTo>
                <a:lnTo>
                  <a:pt x="17683188" y="9218587"/>
                </a:lnTo>
                <a:lnTo>
                  <a:pt x="17726241" y="9193187"/>
                </a:lnTo>
                <a:close/>
              </a:path>
              <a:path w="18288635" h="10287000">
                <a:moveTo>
                  <a:pt x="17729416" y="8596287"/>
                </a:moveTo>
                <a:lnTo>
                  <a:pt x="17709566" y="8570887"/>
                </a:lnTo>
                <a:lnTo>
                  <a:pt x="17675200" y="8583587"/>
                </a:lnTo>
                <a:lnTo>
                  <a:pt x="17695037" y="8621687"/>
                </a:lnTo>
                <a:lnTo>
                  <a:pt x="17729416" y="8596287"/>
                </a:lnTo>
                <a:close/>
              </a:path>
              <a:path w="18288635" h="10287000">
                <a:moveTo>
                  <a:pt x="17731169" y="5986704"/>
                </a:moveTo>
                <a:lnTo>
                  <a:pt x="17729365" y="5983579"/>
                </a:lnTo>
                <a:lnTo>
                  <a:pt x="17726241" y="5985383"/>
                </a:lnTo>
                <a:lnTo>
                  <a:pt x="17728045" y="5988507"/>
                </a:lnTo>
                <a:lnTo>
                  <a:pt x="17731169" y="5986704"/>
                </a:lnTo>
                <a:close/>
              </a:path>
              <a:path w="18288635" h="10287000">
                <a:moveTo>
                  <a:pt x="17732591" y="7999387"/>
                </a:moveTo>
                <a:lnTo>
                  <a:pt x="17717758" y="7973987"/>
                </a:lnTo>
                <a:lnTo>
                  <a:pt x="17692066" y="7986687"/>
                </a:lnTo>
                <a:lnTo>
                  <a:pt x="17706899" y="8012087"/>
                </a:lnTo>
                <a:lnTo>
                  <a:pt x="17732591" y="7999387"/>
                </a:lnTo>
                <a:close/>
              </a:path>
              <a:path w="18288635" h="10287000">
                <a:moveTo>
                  <a:pt x="17736592" y="7402487"/>
                </a:moveTo>
                <a:lnTo>
                  <a:pt x="17726165" y="7389787"/>
                </a:lnTo>
                <a:lnTo>
                  <a:pt x="17708118" y="7389787"/>
                </a:lnTo>
                <a:lnTo>
                  <a:pt x="17718532" y="7415187"/>
                </a:lnTo>
                <a:lnTo>
                  <a:pt x="17736592" y="7402487"/>
                </a:lnTo>
                <a:close/>
              </a:path>
              <a:path w="18288635" h="10287000">
                <a:moveTo>
                  <a:pt x="17738128" y="10018687"/>
                </a:moveTo>
                <a:lnTo>
                  <a:pt x="17707255" y="9967887"/>
                </a:lnTo>
                <a:lnTo>
                  <a:pt x="17653788" y="10005987"/>
                </a:lnTo>
                <a:lnTo>
                  <a:pt x="17684661" y="10056787"/>
                </a:lnTo>
                <a:lnTo>
                  <a:pt x="17738128" y="10018687"/>
                </a:lnTo>
                <a:close/>
              </a:path>
              <a:path w="18288635" h="10287000">
                <a:moveTo>
                  <a:pt x="17740872" y="6805587"/>
                </a:moveTo>
                <a:lnTo>
                  <a:pt x="17734649" y="6792887"/>
                </a:lnTo>
                <a:lnTo>
                  <a:pt x="17723892" y="6805587"/>
                </a:lnTo>
                <a:lnTo>
                  <a:pt x="17730102" y="6818287"/>
                </a:lnTo>
                <a:lnTo>
                  <a:pt x="17740872" y="6805587"/>
                </a:lnTo>
                <a:close/>
              </a:path>
              <a:path w="18288635" h="10287000">
                <a:moveTo>
                  <a:pt x="17742675" y="9421787"/>
                </a:moveTo>
                <a:lnTo>
                  <a:pt x="17715815" y="9383687"/>
                </a:lnTo>
                <a:lnTo>
                  <a:pt x="17669282" y="9409087"/>
                </a:lnTo>
                <a:lnTo>
                  <a:pt x="17696155" y="9447187"/>
                </a:lnTo>
                <a:lnTo>
                  <a:pt x="17742675" y="9421787"/>
                </a:lnTo>
                <a:close/>
              </a:path>
              <a:path w="18288635" h="10287000">
                <a:moveTo>
                  <a:pt x="17745850" y="8824887"/>
                </a:moveTo>
                <a:lnTo>
                  <a:pt x="17724006" y="8786787"/>
                </a:lnTo>
                <a:lnTo>
                  <a:pt x="17686160" y="8812187"/>
                </a:lnTo>
                <a:lnTo>
                  <a:pt x="17708004" y="8850287"/>
                </a:lnTo>
                <a:lnTo>
                  <a:pt x="17745850" y="8824887"/>
                </a:lnTo>
                <a:close/>
              </a:path>
              <a:path w="18288635" h="10287000">
                <a:moveTo>
                  <a:pt x="17746510" y="6215329"/>
                </a:moveTo>
                <a:lnTo>
                  <a:pt x="17743501" y="6210122"/>
                </a:lnTo>
                <a:lnTo>
                  <a:pt x="17738294" y="6213119"/>
                </a:lnTo>
                <a:lnTo>
                  <a:pt x="17741303" y="6218339"/>
                </a:lnTo>
                <a:lnTo>
                  <a:pt x="17746510" y="6215329"/>
                </a:lnTo>
                <a:close/>
              </a:path>
              <a:path w="18288635" h="10287000">
                <a:moveTo>
                  <a:pt x="17748758" y="8227987"/>
                </a:moveTo>
                <a:lnTo>
                  <a:pt x="17732109" y="8202587"/>
                </a:lnTo>
                <a:lnTo>
                  <a:pt x="17703305" y="8215287"/>
                </a:lnTo>
                <a:lnTo>
                  <a:pt x="17719929" y="8240687"/>
                </a:lnTo>
                <a:lnTo>
                  <a:pt x="17748758" y="8227987"/>
                </a:lnTo>
                <a:close/>
              </a:path>
              <a:path w="18288635" h="10287000">
                <a:moveTo>
                  <a:pt x="17752479" y="7631087"/>
                </a:moveTo>
                <a:lnTo>
                  <a:pt x="17740453" y="7605687"/>
                </a:lnTo>
                <a:lnTo>
                  <a:pt x="17719625" y="7618387"/>
                </a:lnTo>
                <a:lnTo>
                  <a:pt x="17731651" y="7643787"/>
                </a:lnTo>
                <a:lnTo>
                  <a:pt x="17752479" y="7631087"/>
                </a:lnTo>
                <a:close/>
              </a:path>
              <a:path w="18288635" h="10287000">
                <a:moveTo>
                  <a:pt x="17753737" y="10247287"/>
                </a:moveTo>
                <a:lnTo>
                  <a:pt x="17721466" y="10196487"/>
                </a:lnTo>
                <a:lnTo>
                  <a:pt x="17665573" y="10234587"/>
                </a:lnTo>
                <a:lnTo>
                  <a:pt x="17695660" y="10285387"/>
                </a:lnTo>
                <a:lnTo>
                  <a:pt x="17704397" y="10285387"/>
                </a:lnTo>
                <a:lnTo>
                  <a:pt x="17753737" y="10247287"/>
                </a:lnTo>
                <a:close/>
              </a:path>
              <a:path w="18288635" h="10287000">
                <a:moveTo>
                  <a:pt x="17756480" y="7034187"/>
                </a:moveTo>
                <a:lnTo>
                  <a:pt x="17748860" y="7021487"/>
                </a:lnTo>
                <a:lnTo>
                  <a:pt x="17735665" y="7034187"/>
                </a:lnTo>
                <a:lnTo>
                  <a:pt x="17743285" y="7046887"/>
                </a:lnTo>
                <a:lnTo>
                  <a:pt x="17756480" y="7034187"/>
                </a:lnTo>
                <a:close/>
              </a:path>
              <a:path w="18288635" h="10287000">
                <a:moveTo>
                  <a:pt x="17758563" y="9650387"/>
                </a:moveTo>
                <a:lnTo>
                  <a:pt x="17730089" y="9599587"/>
                </a:lnTo>
                <a:lnTo>
                  <a:pt x="17680788" y="9637687"/>
                </a:lnTo>
                <a:lnTo>
                  <a:pt x="17709261" y="9688487"/>
                </a:lnTo>
                <a:lnTo>
                  <a:pt x="17758563" y="9650387"/>
                </a:lnTo>
                <a:close/>
              </a:path>
              <a:path w="18288635" h="10287000">
                <a:moveTo>
                  <a:pt x="17761573" y="6443878"/>
                </a:moveTo>
                <a:lnTo>
                  <a:pt x="17757572" y="6436931"/>
                </a:lnTo>
                <a:lnTo>
                  <a:pt x="17750625" y="6440945"/>
                </a:lnTo>
                <a:lnTo>
                  <a:pt x="17754626" y="6447879"/>
                </a:lnTo>
                <a:lnTo>
                  <a:pt x="17761573" y="6443878"/>
                </a:lnTo>
                <a:close/>
              </a:path>
              <a:path w="18288635" h="10287000">
                <a:moveTo>
                  <a:pt x="17762284" y="9053487"/>
                </a:moveTo>
                <a:lnTo>
                  <a:pt x="17738433" y="9015387"/>
                </a:lnTo>
                <a:lnTo>
                  <a:pt x="17697120" y="9040787"/>
                </a:lnTo>
                <a:lnTo>
                  <a:pt x="17720971" y="9078887"/>
                </a:lnTo>
                <a:lnTo>
                  <a:pt x="17762284" y="9053487"/>
                </a:lnTo>
                <a:close/>
              </a:path>
              <a:path w="18288635" h="10287000">
                <a:moveTo>
                  <a:pt x="17765459" y="8456587"/>
                </a:moveTo>
                <a:lnTo>
                  <a:pt x="17746625" y="8431187"/>
                </a:lnTo>
                <a:lnTo>
                  <a:pt x="17713986" y="8443887"/>
                </a:lnTo>
                <a:lnTo>
                  <a:pt x="17732833" y="8481987"/>
                </a:lnTo>
                <a:lnTo>
                  <a:pt x="17765459" y="8456587"/>
                </a:lnTo>
                <a:close/>
              </a:path>
              <a:path w="18288635" h="10287000">
                <a:moveTo>
                  <a:pt x="17768037" y="5846902"/>
                </a:moveTo>
                <a:lnTo>
                  <a:pt x="17766640" y="5844476"/>
                </a:lnTo>
                <a:lnTo>
                  <a:pt x="17764202" y="5845886"/>
                </a:lnTo>
                <a:lnTo>
                  <a:pt x="17765611" y="5848312"/>
                </a:lnTo>
                <a:lnTo>
                  <a:pt x="17768037" y="5846902"/>
                </a:lnTo>
                <a:close/>
              </a:path>
              <a:path w="18288635" h="10287000">
                <a:moveTo>
                  <a:pt x="17768647" y="7859687"/>
                </a:moveTo>
                <a:lnTo>
                  <a:pt x="17754804" y="7834287"/>
                </a:lnTo>
                <a:lnTo>
                  <a:pt x="17730851" y="7846987"/>
                </a:lnTo>
                <a:lnTo>
                  <a:pt x="17744682" y="7872387"/>
                </a:lnTo>
                <a:lnTo>
                  <a:pt x="17768647" y="7859687"/>
                </a:lnTo>
                <a:close/>
              </a:path>
              <a:path w="18288635" h="10287000">
                <a:moveTo>
                  <a:pt x="17772368" y="7262787"/>
                </a:moveTo>
                <a:lnTo>
                  <a:pt x="17763147" y="7250087"/>
                </a:lnTo>
                <a:lnTo>
                  <a:pt x="17747171" y="7262787"/>
                </a:lnTo>
                <a:lnTo>
                  <a:pt x="17756391" y="7275487"/>
                </a:lnTo>
                <a:lnTo>
                  <a:pt x="17772368" y="7262787"/>
                </a:lnTo>
                <a:close/>
              </a:path>
              <a:path w="18288635" h="10287000">
                <a:moveTo>
                  <a:pt x="17774717" y="9878987"/>
                </a:moveTo>
                <a:lnTo>
                  <a:pt x="17744453" y="9828187"/>
                </a:lnTo>
                <a:lnTo>
                  <a:pt x="17692027" y="9866287"/>
                </a:lnTo>
                <a:lnTo>
                  <a:pt x="17722292" y="9917087"/>
                </a:lnTo>
                <a:lnTo>
                  <a:pt x="17774717" y="9878987"/>
                </a:lnTo>
                <a:close/>
              </a:path>
              <a:path w="18288635" h="10287000">
                <a:moveTo>
                  <a:pt x="17777194" y="6665887"/>
                </a:moveTo>
                <a:lnTo>
                  <a:pt x="17771771" y="6653187"/>
                </a:lnTo>
                <a:lnTo>
                  <a:pt x="17762398" y="6665887"/>
                </a:lnTo>
                <a:lnTo>
                  <a:pt x="17777194" y="6665887"/>
                </a:lnTo>
                <a:close/>
              </a:path>
              <a:path w="18288635" h="10287000">
                <a:moveTo>
                  <a:pt x="17778997" y="9282087"/>
                </a:moveTo>
                <a:lnTo>
                  <a:pt x="17752937" y="9243987"/>
                </a:lnTo>
                <a:lnTo>
                  <a:pt x="17707801" y="9269387"/>
                </a:lnTo>
                <a:lnTo>
                  <a:pt x="17733861" y="9307487"/>
                </a:lnTo>
                <a:lnTo>
                  <a:pt x="17778997" y="9282087"/>
                </a:lnTo>
                <a:close/>
              </a:path>
              <a:path w="18288635" h="10287000">
                <a:moveTo>
                  <a:pt x="17781893" y="8685187"/>
                </a:moveTo>
                <a:lnTo>
                  <a:pt x="17761052" y="8647087"/>
                </a:lnTo>
                <a:lnTo>
                  <a:pt x="17724946" y="8672487"/>
                </a:lnTo>
                <a:lnTo>
                  <a:pt x="17745787" y="8710587"/>
                </a:lnTo>
                <a:lnTo>
                  <a:pt x="17781893" y="8685187"/>
                </a:lnTo>
                <a:close/>
              </a:path>
              <a:path w="18288635" h="10287000">
                <a:moveTo>
                  <a:pt x="17782832" y="6075388"/>
                </a:moveTo>
                <a:lnTo>
                  <a:pt x="17780623" y="6071565"/>
                </a:lnTo>
                <a:lnTo>
                  <a:pt x="17776800" y="6073762"/>
                </a:lnTo>
                <a:lnTo>
                  <a:pt x="17779010" y="6077585"/>
                </a:lnTo>
                <a:lnTo>
                  <a:pt x="17782832" y="6075388"/>
                </a:lnTo>
                <a:close/>
              </a:path>
              <a:path w="18288635" h="10287000">
                <a:moveTo>
                  <a:pt x="17784801" y="8088287"/>
                </a:moveTo>
                <a:lnTo>
                  <a:pt x="17769167" y="8062887"/>
                </a:lnTo>
                <a:lnTo>
                  <a:pt x="17742091" y="8075587"/>
                </a:lnTo>
                <a:lnTo>
                  <a:pt x="17757725" y="8100987"/>
                </a:lnTo>
                <a:lnTo>
                  <a:pt x="17784801" y="8088287"/>
                </a:lnTo>
                <a:close/>
              </a:path>
              <a:path w="18288635" h="10287000">
                <a:moveTo>
                  <a:pt x="17788522" y="7491387"/>
                </a:moveTo>
                <a:lnTo>
                  <a:pt x="17777498" y="7478687"/>
                </a:lnTo>
                <a:lnTo>
                  <a:pt x="17758410" y="7478687"/>
                </a:lnTo>
                <a:lnTo>
                  <a:pt x="17769434" y="7504087"/>
                </a:lnTo>
                <a:lnTo>
                  <a:pt x="17788522" y="7491387"/>
                </a:lnTo>
                <a:close/>
              </a:path>
              <a:path w="18288635" h="10287000">
                <a:moveTo>
                  <a:pt x="17790605" y="10107587"/>
                </a:moveTo>
                <a:lnTo>
                  <a:pt x="17758741" y="10056787"/>
                </a:lnTo>
                <a:lnTo>
                  <a:pt x="17703534" y="10094887"/>
                </a:lnTo>
                <a:lnTo>
                  <a:pt x="17735411" y="10145687"/>
                </a:lnTo>
                <a:lnTo>
                  <a:pt x="17790605" y="10107587"/>
                </a:lnTo>
                <a:close/>
              </a:path>
              <a:path w="18288635" h="10287000">
                <a:moveTo>
                  <a:pt x="17793081" y="6894487"/>
                </a:moveTo>
                <a:lnTo>
                  <a:pt x="17786058" y="6881787"/>
                </a:lnTo>
                <a:lnTo>
                  <a:pt x="17773917" y="6894487"/>
                </a:lnTo>
                <a:lnTo>
                  <a:pt x="17780927" y="6907187"/>
                </a:lnTo>
                <a:lnTo>
                  <a:pt x="17793081" y="6894487"/>
                </a:lnTo>
                <a:close/>
              </a:path>
              <a:path w="18288635" h="10287000">
                <a:moveTo>
                  <a:pt x="17794885" y="9510687"/>
                </a:moveTo>
                <a:lnTo>
                  <a:pt x="17767224" y="9472587"/>
                </a:lnTo>
                <a:lnTo>
                  <a:pt x="17719307" y="9497987"/>
                </a:lnTo>
                <a:lnTo>
                  <a:pt x="17746968" y="9548787"/>
                </a:lnTo>
                <a:lnTo>
                  <a:pt x="17794885" y="9510687"/>
                </a:lnTo>
                <a:close/>
              </a:path>
              <a:path w="18288635" h="10287000">
                <a:moveTo>
                  <a:pt x="17798174" y="6304013"/>
                </a:moveTo>
                <a:lnTo>
                  <a:pt x="17794758" y="6298108"/>
                </a:lnTo>
                <a:lnTo>
                  <a:pt x="17788865" y="6301511"/>
                </a:lnTo>
                <a:lnTo>
                  <a:pt x="17792269" y="6307417"/>
                </a:lnTo>
                <a:lnTo>
                  <a:pt x="17798174" y="6304013"/>
                </a:lnTo>
                <a:close/>
              </a:path>
              <a:path w="18288635" h="10287000">
                <a:moveTo>
                  <a:pt x="17798339" y="8913787"/>
                </a:moveTo>
                <a:lnTo>
                  <a:pt x="17775479" y="8875687"/>
                </a:lnTo>
                <a:lnTo>
                  <a:pt x="17735906" y="8901087"/>
                </a:lnTo>
                <a:lnTo>
                  <a:pt x="17758753" y="8939187"/>
                </a:lnTo>
                <a:lnTo>
                  <a:pt x="17798339" y="8913787"/>
                </a:lnTo>
                <a:close/>
              </a:path>
              <a:path w="18288635" h="10287000">
                <a:moveTo>
                  <a:pt x="17801235" y="8316887"/>
                </a:moveTo>
                <a:lnTo>
                  <a:pt x="17783594" y="8291487"/>
                </a:lnTo>
                <a:lnTo>
                  <a:pt x="17753038" y="8304187"/>
                </a:lnTo>
                <a:lnTo>
                  <a:pt x="17770679" y="8342287"/>
                </a:lnTo>
                <a:lnTo>
                  <a:pt x="17801235" y="8316887"/>
                </a:lnTo>
                <a:close/>
              </a:path>
              <a:path w="18288635" h="10287000">
                <a:moveTo>
                  <a:pt x="17804638" y="5707037"/>
                </a:moveTo>
                <a:lnTo>
                  <a:pt x="17803838" y="5705640"/>
                </a:lnTo>
                <a:lnTo>
                  <a:pt x="17802441" y="5706453"/>
                </a:lnTo>
                <a:lnTo>
                  <a:pt x="17803241" y="5707837"/>
                </a:lnTo>
                <a:lnTo>
                  <a:pt x="17804638" y="5707037"/>
                </a:lnTo>
                <a:close/>
              </a:path>
              <a:path w="18288635" h="10287000">
                <a:moveTo>
                  <a:pt x="17804689" y="7719987"/>
                </a:moveTo>
                <a:lnTo>
                  <a:pt x="17791862" y="7694587"/>
                </a:lnTo>
                <a:lnTo>
                  <a:pt x="17769637" y="7707287"/>
                </a:lnTo>
                <a:lnTo>
                  <a:pt x="17782464" y="7732687"/>
                </a:lnTo>
                <a:lnTo>
                  <a:pt x="17804689" y="7719987"/>
                </a:lnTo>
                <a:close/>
              </a:path>
              <a:path w="18288635" h="10287000">
                <a:moveTo>
                  <a:pt x="17808690" y="7123087"/>
                </a:moveTo>
                <a:lnTo>
                  <a:pt x="17800270" y="7110387"/>
                </a:lnTo>
                <a:lnTo>
                  <a:pt x="17785690" y="7123087"/>
                </a:lnTo>
                <a:lnTo>
                  <a:pt x="17794110" y="7135787"/>
                </a:lnTo>
                <a:lnTo>
                  <a:pt x="17808690" y="7123087"/>
                </a:lnTo>
                <a:close/>
              </a:path>
              <a:path w="18288635" h="10287000">
                <a:moveTo>
                  <a:pt x="17811319" y="9739287"/>
                </a:moveTo>
                <a:lnTo>
                  <a:pt x="17781651" y="9688487"/>
                </a:lnTo>
                <a:lnTo>
                  <a:pt x="17730267" y="9726587"/>
                </a:lnTo>
                <a:lnTo>
                  <a:pt x="17759934" y="9777387"/>
                </a:lnTo>
                <a:lnTo>
                  <a:pt x="17811319" y="9739287"/>
                </a:lnTo>
                <a:close/>
              </a:path>
              <a:path w="18288635" h="10287000">
                <a:moveTo>
                  <a:pt x="17813516" y="6532626"/>
                </a:moveTo>
                <a:lnTo>
                  <a:pt x="17808906" y="6524650"/>
                </a:lnTo>
                <a:lnTo>
                  <a:pt x="17800917" y="6529260"/>
                </a:lnTo>
                <a:lnTo>
                  <a:pt x="17805527" y="6537236"/>
                </a:lnTo>
                <a:lnTo>
                  <a:pt x="17813516" y="6532626"/>
                </a:lnTo>
                <a:close/>
              </a:path>
              <a:path w="18288635" h="10287000">
                <a:moveTo>
                  <a:pt x="17815040" y="9142387"/>
                </a:moveTo>
                <a:lnTo>
                  <a:pt x="17789983" y="9104287"/>
                </a:lnTo>
                <a:lnTo>
                  <a:pt x="17746587" y="9129687"/>
                </a:lnTo>
                <a:lnTo>
                  <a:pt x="17771644" y="9167787"/>
                </a:lnTo>
                <a:lnTo>
                  <a:pt x="17815040" y="9142387"/>
                </a:lnTo>
                <a:close/>
              </a:path>
              <a:path w="18288635" h="10287000">
                <a:moveTo>
                  <a:pt x="17817948" y="8545487"/>
                </a:moveTo>
                <a:lnTo>
                  <a:pt x="17798098" y="8507387"/>
                </a:lnTo>
                <a:lnTo>
                  <a:pt x="17763732" y="8532787"/>
                </a:lnTo>
                <a:lnTo>
                  <a:pt x="17783582" y="8570887"/>
                </a:lnTo>
                <a:lnTo>
                  <a:pt x="17817948" y="8545487"/>
                </a:lnTo>
                <a:close/>
              </a:path>
              <a:path w="18288635" h="10287000">
                <a:moveTo>
                  <a:pt x="17819701" y="5935586"/>
                </a:moveTo>
                <a:lnTo>
                  <a:pt x="17817897" y="5932462"/>
                </a:lnTo>
                <a:lnTo>
                  <a:pt x="17814773" y="5934265"/>
                </a:lnTo>
                <a:lnTo>
                  <a:pt x="17816576" y="5937389"/>
                </a:lnTo>
                <a:lnTo>
                  <a:pt x="17819701" y="5935586"/>
                </a:lnTo>
                <a:close/>
              </a:path>
              <a:path w="18288635" h="10287000">
                <a:moveTo>
                  <a:pt x="17820856" y="7948587"/>
                </a:moveTo>
                <a:lnTo>
                  <a:pt x="17806226" y="7923187"/>
                </a:lnTo>
                <a:lnTo>
                  <a:pt x="17780877" y="7935887"/>
                </a:lnTo>
                <a:lnTo>
                  <a:pt x="17795507" y="7961287"/>
                </a:lnTo>
                <a:lnTo>
                  <a:pt x="17820856" y="7948587"/>
                </a:lnTo>
                <a:close/>
              </a:path>
              <a:path w="18288635" h="10287000">
                <a:moveTo>
                  <a:pt x="17824857" y="7351687"/>
                </a:moveTo>
                <a:lnTo>
                  <a:pt x="17814633" y="7338987"/>
                </a:lnTo>
                <a:lnTo>
                  <a:pt x="17796917" y="7338987"/>
                </a:lnTo>
                <a:lnTo>
                  <a:pt x="17807140" y="7364387"/>
                </a:lnTo>
                <a:lnTo>
                  <a:pt x="17824857" y="7351687"/>
                </a:lnTo>
                <a:close/>
              </a:path>
              <a:path w="18288635" h="10287000">
                <a:moveTo>
                  <a:pt x="17827486" y="9967887"/>
                </a:moveTo>
                <a:lnTo>
                  <a:pt x="17796015" y="9917087"/>
                </a:lnTo>
                <a:lnTo>
                  <a:pt x="17741507" y="9955187"/>
                </a:lnTo>
                <a:lnTo>
                  <a:pt x="17772977" y="10005987"/>
                </a:lnTo>
                <a:lnTo>
                  <a:pt x="17827486" y="9967887"/>
                </a:lnTo>
                <a:close/>
              </a:path>
              <a:path w="18288635" h="10287000">
                <a:moveTo>
                  <a:pt x="17829124" y="6754787"/>
                </a:moveTo>
                <a:lnTo>
                  <a:pt x="17823104" y="6742087"/>
                </a:lnTo>
                <a:lnTo>
                  <a:pt x="17812690" y="6754787"/>
                </a:lnTo>
                <a:lnTo>
                  <a:pt x="17829124" y="6754787"/>
                </a:lnTo>
                <a:close/>
              </a:path>
              <a:path w="18288635" h="10287000">
                <a:moveTo>
                  <a:pt x="17831207" y="9370987"/>
                </a:moveTo>
                <a:lnTo>
                  <a:pt x="17804346" y="9332887"/>
                </a:lnTo>
                <a:lnTo>
                  <a:pt x="17757826" y="9358287"/>
                </a:lnTo>
                <a:lnTo>
                  <a:pt x="17784687" y="9396387"/>
                </a:lnTo>
                <a:lnTo>
                  <a:pt x="17831207" y="9370987"/>
                </a:lnTo>
                <a:close/>
              </a:path>
              <a:path w="18288635" h="10287000">
                <a:moveTo>
                  <a:pt x="17834382" y="8774087"/>
                </a:moveTo>
                <a:lnTo>
                  <a:pt x="17812538" y="8735987"/>
                </a:lnTo>
                <a:lnTo>
                  <a:pt x="17774692" y="8761387"/>
                </a:lnTo>
                <a:lnTo>
                  <a:pt x="17796536" y="8799487"/>
                </a:lnTo>
                <a:lnTo>
                  <a:pt x="17834382" y="8774087"/>
                </a:lnTo>
                <a:close/>
              </a:path>
              <a:path w="18288635" h="10287000">
                <a:moveTo>
                  <a:pt x="17834775" y="6164135"/>
                </a:moveTo>
                <a:lnTo>
                  <a:pt x="17831956" y="6159271"/>
                </a:lnTo>
                <a:lnTo>
                  <a:pt x="17827105" y="6162078"/>
                </a:lnTo>
                <a:lnTo>
                  <a:pt x="17829911" y="6166942"/>
                </a:lnTo>
                <a:lnTo>
                  <a:pt x="17834775" y="6164135"/>
                </a:lnTo>
                <a:close/>
              </a:path>
              <a:path w="18288635" h="10287000">
                <a:moveTo>
                  <a:pt x="17837290" y="8177187"/>
                </a:moveTo>
                <a:lnTo>
                  <a:pt x="17820653" y="8151787"/>
                </a:lnTo>
                <a:lnTo>
                  <a:pt x="17791837" y="8164487"/>
                </a:lnTo>
                <a:lnTo>
                  <a:pt x="17808474" y="8189887"/>
                </a:lnTo>
                <a:lnTo>
                  <a:pt x="17837290" y="8177187"/>
                </a:lnTo>
                <a:close/>
              </a:path>
              <a:path w="18288635" h="10287000">
                <a:moveTo>
                  <a:pt x="17840744" y="7580287"/>
                </a:moveTo>
                <a:lnTo>
                  <a:pt x="17828908" y="7554887"/>
                </a:lnTo>
                <a:lnTo>
                  <a:pt x="17808436" y="7567587"/>
                </a:lnTo>
                <a:lnTo>
                  <a:pt x="17820259" y="7592987"/>
                </a:lnTo>
                <a:lnTo>
                  <a:pt x="17840744" y="7580287"/>
                </a:lnTo>
                <a:close/>
              </a:path>
              <a:path w="18288635" h="10287000">
                <a:moveTo>
                  <a:pt x="17843094" y="10196487"/>
                </a:moveTo>
                <a:lnTo>
                  <a:pt x="17810226" y="10145687"/>
                </a:lnTo>
                <a:lnTo>
                  <a:pt x="17753280" y="10171087"/>
                </a:lnTo>
                <a:lnTo>
                  <a:pt x="17786160" y="10234587"/>
                </a:lnTo>
                <a:lnTo>
                  <a:pt x="17843094" y="10196487"/>
                </a:lnTo>
                <a:close/>
              </a:path>
              <a:path w="18288635" h="10287000">
                <a:moveTo>
                  <a:pt x="17845012" y="6983387"/>
                </a:moveTo>
                <a:lnTo>
                  <a:pt x="17837392" y="6970687"/>
                </a:lnTo>
                <a:lnTo>
                  <a:pt x="17824209" y="6983387"/>
                </a:lnTo>
                <a:lnTo>
                  <a:pt x="17831816" y="6996087"/>
                </a:lnTo>
                <a:lnTo>
                  <a:pt x="17845012" y="6983387"/>
                </a:lnTo>
                <a:close/>
              </a:path>
              <a:path w="18288635" h="10287000">
                <a:moveTo>
                  <a:pt x="17847641" y="9599587"/>
                </a:moveTo>
                <a:lnTo>
                  <a:pt x="17818773" y="9548787"/>
                </a:lnTo>
                <a:lnTo>
                  <a:pt x="17768774" y="9586887"/>
                </a:lnTo>
                <a:lnTo>
                  <a:pt x="17797641" y="9637687"/>
                </a:lnTo>
                <a:lnTo>
                  <a:pt x="17847641" y="9599587"/>
                </a:lnTo>
                <a:close/>
              </a:path>
              <a:path w="18288635" h="10287000">
                <a:moveTo>
                  <a:pt x="17849838" y="6392685"/>
                </a:moveTo>
                <a:lnTo>
                  <a:pt x="17846028" y="6386093"/>
                </a:lnTo>
                <a:lnTo>
                  <a:pt x="17839424" y="6389903"/>
                </a:lnTo>
                <a:lnTo>
                  <a:pt x="17843234" y="6396495"/>
                </a:lnTo>
                <a:lnTo>
                  <a:pt x="17849838" y="6392685"/>
                </a:lnTo>
                <a:close/>
              </a:path>
              <a:path w="18288635" h="10287000">
                <a:moveTo>
                  <a:pt x="17850828" y="9002687"/>
                </a:moveTo>
                <a:lnTo>
                  <a:pt x="17826965" y="8964587"/>
                </a:lnTo>
                <a:lnTo>
                  <a:pt x="17785652" y="8989987"/>
                </a:lnTo>
                <a:lnTo>
                  <a:pt x="17809502" y="9028087"/>
                </a:lnTo>
                <a:lnTo>
                  <a:pt x="17850828" y="9002687"/>
                </a:lnTo>
                <a:close/>
              </a:path>
              <a:path w="18288635" h="10287000">
                <a:moveTo>
                  <a:pt x="17854003" y="8405787"/>
                </a:moveTo>
                <a:lnTo>
                  <a:pt x="17835156" y="8380387"/>
                </a:lnTo>
                <a:lnTo>
                  <a:pt x="17802517" y="8393087"/>
                </a:lnTo>
                <a:lnTo>
                  <a:pt x="17821364" y="8431187"/>
                </a:lnTo>
                <a:lnTo>
                  <a:pt x="17854003" y="8405787"/>
                </a:lnTo>
                <a:close/>
              </a:path>
              <a:path w="18288635" h="10287000">
                <a:moveTo>
                  <a:pt x="17856302" y="5795721"/>
                </a:moveTo>
                <a:lnTo>
                  <a:pt x="17855095" y="5793638"/>
                </a:lnTo>
                <a:lnTo>
                  <a:pt x="17853013" y="5794832"/>
                </a:lnTo>
                <a:lnTo>
                  <a:pt x="17854219" y="5796915"/>
                </a:lnTo>
                <a:lnTo>
                  <a:pt x="17856302" y="5795721"/>
                </a:lnTo>
                <a:close/>
              </a:path>
              <a:path w="18288635" h="10287000">
                <a:moveTo>
                  <a:pt x="17857178" y="7808887"/>
                </a:moveTo>
                <a:lnTo>
                  <a:pt x="17843348" y="7783487"/>
                </a:lnTo>
                <a:lnTo>
                  <a:pt x="17819383" y="7796187"/>
                </a:lnTo>
                <a:lnTo>
                  <a:pt x="17833226" y="7821587"/>
                </a:lnTo>
                <a:lnTo>
                  <a:pt x="17857178" y="7808887"/>
                </a:lnTo>
                <a:close/>
              </a:path>
              <a:path w="18288635" h="10287000">
                <a:moveTo>
                  <a:pt x="17860620" y="7211987"/>
                </a:moveTo>
                <a:lnTo>
                  <a:pt x="17851603" y="7199287"/>
                </a:lnTo>
                <a:lnTo>
                  <a:pt x="17835982" y="7211987"/>
                </a:lnTo>
                <a:lnTo>
                  <a:pt x="17844999" y="7224687"/>
                </a:lnTo>
                <a:lnTo>
                  <a:pt x="17860620" y="7211987"/>
                </a:lnTo>
                <a:close/>
              </a:path>
              <a:path w="18288635" h="10287000">
                <a:moveTo>
                  <a:pt x="17864074" y="9828187"/>
                </a:moveTo>
                <a:lnTo>
                  <a:pt x="17833213" y="9777387"/>
                </a:lnTo>
                <a:lnTo>
                  <a:pt x="17779734" y="9815487"/>
                </a:lnTo>
                <a:lnTo>
                  <a:pt x="17810607" y="9866287"/>
                </a:lnTo>
                <a:lnTo>
                  <a:pt x="17864074" y="9828187"/>
                </a:lnTo>
                <a:close/>
              </a:path>
              <a:path w="18288635" h="10287000">
                <a:moveTo>
                  <a:pt x="17865446" y="6615087"/>
                </a:moveTo>
                <a:lnTo>
                  <a:pt x="17860239" y="6602387"/>
                </a:lnTo>
                <a:lnTo>
                  <a:pt x="17851209" y="6615087"/>
                </a:lnTo>
                <a:lnTo>
                  <a:pt x="17865446" y="6615087"/>
                </a:lnTo>
                <a:close/>
              </a:path>
              <a:path w="18288635" h="10287000">
                <a:moveTo>
                  <a:pt x="17867795" y="9231287"/>
                </a:moveTo>
                <a:lnTo>
                  <a:pt x="17841545" y="9193187"/>
                </a:lnTo>
                <a:lnTo>
                  <a:pt x="17796066" y="9218587"/>
                </a:lnTo>
                <a:lnTo>
                  <a:pt x="17822317" y="9256687"/>
                </a:lnTo>
                <a:lnTo>
                  <a:pt x="17867795" y="9231287"/>
                </a:lnTo>
                <a:close/>
              </a:path>
              <a:path w="18288635" h="10287000">
                <a:moveTo>
                  <a:pt x="17870437" y="8634387"/>
                </a:moveTo>
                <a:lnTo>
                  <a:pt x="17849584" y="8596287"/>
                </a:lnTo>
                <a:lnTo>
                  <a:pt x="17813478" y="8621687"/>
                </a:lnTo>
                <a:lnTo>
                  <a:pt x="17834318" y="8659787"/>
                </a:lnTo>
                <a:lnTo>
                  <a:pt x="17870437" y="8634387"/>
                </a:lnTo>
                <a:close/>
              </a:path>
              <a:path w="18288635" h="10287000">
                <a:moveTo>
                  <a:pt x="17871364" y="6024270"/>
                </a:moveTo>
                <a:lnTo>
                  <a:pt x="17869154" y="6020447"/>
                </a:lnTo>
                <a:lnTo>
                  <a:pt x="17865344" y="6022657"/>
                </a:lnTo>
                <a:lnTo>
                  <a:pt x="17867541" y="6026467"/>
                </a:lnTo>
                <a:lnTo>
                  <a:pt x="17871364" y="6024270"/>
                </a:lnTo>
                <a:close/>
              </a:path>
              <a:path w="18288635" h="10287000">
                <a:moveTo>
                  <a:pt x="17873066" y="8037487"/>
                </a:moveTo>
                <a:lnTo>
                  <a:pt x="17857623" y="8012087"/>
                </a:lnTo>
                <a:lnTo>
                  <a:pt x="17830889" y="8024787"/>
                </a:lnTo>
                <a:lnTo>
                  <a:pt x="17846332" y="8050187"/>
                </a:lnTo>
                <a:lnTo>
                  <a:pt x="17873066" y="8037487"/>
                </a:lnTo>
                <a:close/>
              </a:path>
              <a:path w="18288635" h="10287000">
                <a:moveTo>
                  <a:pt x="17876787" y="7440587"/>
                </a:moveTo>
                <a:lnTo>
                  <a:pt x="17865967" y="7427887"/>
                </a:lnTo>
                <a:lnTo>
                  <a:pt x="17847221" y="7427887"/>
                </a:lnTo>
                <a:lnTo>
                  <a:pt x="17858042" y="7453287"/>
                </a:lnTo>
                <a:lnTo>
                  <a:pt x="17876787" y="7440587"/>
                </a:lnTo>
                <a:close/>
              </a:path>
              <a:path w="18288635" h="10287000">
                <a:moveTo>
                  <a:pt x="17879962" y="10056787"/>
                </a:moveTo>
                <a:lnTo>
                  <a:pt x="17847488" y="10005987"/>
                </a:lnTo>
                <a:lnTo>
                  <a:pt x="17791253" y="10031387"/>
                </a:lnTo>
                <a:lnTo>
                  <a:pt x="17823726" y="10094887"/>
                </a:lnTo>
                <a:lnTo>
                  <a:pt x="17879962" y="10056787"/>
                </a:lnTo>
                <a:close/>
              </a:path>
              <a:path w="18288635" h="10287000">
                <a:moveTo>
                  <a:pt x="17881334" y="6843687"/>
                </a:moveTo>
                <a:lnTo>
                  <a:pt x="17874526" y="6830987"/>
                </a:lnTo>
                <a:lnTo>
                  <a:pt x="17862715" y="6843687"/>
                </a:lnTo>
                <a:lnTo>
                  <a:pt x="17869535" y="6856387"/>
                </a:lnTo>
                <a:lnTo>
                  <a:pt x="17881334" y="6843687"/>
                </a:lnTo>
                <a:close/>
              </a:path>
              <a:path w="18288635" h="10287000">
                <a:moveTo>
                  <a:pt x="17883696" y="9459887"/>
                </a:moveTo>
                <a:lnTo>
                  <a:pt x="17855832" y="9421787"/>
                </a:lnTo>
                <a:lnTo>
                  <a:pt x="17807572" y="9447187"/>
                </a:lnTo>
                <a:lnTo>
                  <a:pt x="17835436" y="9485287"/>
                </a:lnTo>
                <a:lnTo>
                  <a:pt x="17883696" y="9459887"/>
                </a:lnTo>
                <a:close/>
              </a:path>
              <a:path w="18288635" h="10287000">
                <a:moveTo>
                  <a:pt x="17886426" y="6252819"/>
                </a:moveTo>
                <a:lnTo>
                  <a:pt x="17883226" y="6247269"/>
                </a:lnTo>
                <a:lnTo>
                  <a:pt x="17877663" y="6250470"/>
                </a:lnTo>
                <a:lnTo>
                  <a:pt x="17880876" y="6256032"/>
                </a:lnTo>
                <a:lnTo>
                  <a:pt x="17886426" y="6252819"/>
                </a:lnTo>
                <a:close/>
              </a:path>
              <a:path w="18288635" h="10287000">
                <a:moveTo>
                  <a:pt x="17886871" y="8862987"/>
                </a:moveTo>
                <a:lnTo>
                  <a:pt x="17864011" y="8824887"/>
                </a:lnTo>
                <a:lnTo>
                  <a:pt x="17824438" y="8850287"/>
                </a:lnTo>
                <a:lnTo>
                  <a:pt x="17847285" y="8888387"/>
                </a:lnTo>
                <a:lnTo>
                  <a:pt x="17886871" y="8862987"/>
                </a:lnTo>
                <a:close/>
              </a:path>
              <a:path w="18288635" h="10287000">
                <a:moveTo>
                  <a:pt x="17889766" y="8266087"/>
                </a:moveTo>
                <a:lnTo>
                  <a:pt x="17872126" y="8240687"/>
                </a:lnTo>
                <a:lnTo>
                  <a:pt x="17841583" y="8253387"/>
                </a:lnTo>
                <a:lnTo>
                  <a:pt x="17859223" y="8291487"/>
                </a:lnTo>
                <a:lnTo>
                  <a:pt x="17889766" y="8266087"/>
                </a:lnTo>
                <a:close/>
              </a:path>
              <a:path w="18288635" h="10287000">
                <a:moveTo>
                  <a:pt x="17889843" y="10285387"/>
                </a:moveTo>
                <a:lnTo>
                  <a:pt x="17861623" y="10234587"/>
                </a:lnTo>
                <a:lnTo>
                  <a:pt x="17803305" y="10259987"/>
                </a:lnTo>
                <a:lnTo>
                  <a:pt x="17812081" y="10285387"/>
                </a:lnTo>
                <a:lnTo>
                  <a:pt x="17889843" y="10285387"/>
                </a:lnTo>
                <a:close/>
              </a:path>
              <a:path w="18288635" h="10287000">
                <a:moveTo>
                  <a:pt x="17892954" y="7669187"/>
                </a:moveTo>
                <a:lnTo>
                  <a:pt x="17880318" y="7643787"/>
                </a:lnTo>
                <a:lnTo>
                  <a:pt x="17858448" y="7656487"/>
                </a:lnTo>
                <a:lnTo>
                  <a:pt x="17871072" y="7681887"/>
                </a:lnTo>
                <a:lnTo>
                  <a:pt x="17892954" y="7669187"/>
                </a:lnTo>
                <a:close/>
              </a:path>
              <a:path w="18288635" h="10287000">
                <a:moveTo>
                  <a:pt x="17893170" y="5655919"/>
                </a:moveTo>
                <a:lnTo>
                  <a:pt x="17892370" y="5654535"/>
                </a:lnTo>
                <a:lnTo>
                  <a:pt x="17890986" y="5655335"/>
                </a:lnTo>
                <a:lnTo>
                  <a:pt x="17891786" y="5656719"/>
                </a:lnTo>
                <a:lnTo>
                  <a:pt x="17893170" y="5655919"/>
                </a:lnTo>
                <a:close/>
              </a:path>
              <a:path w="18288635" h="10287000">
                <a:moveTo>
                  <a:pt x="17897221" y="7072287"/>
                </a:moveTo>
                <a:lnTo>
                  <a:pt x="17888801" y="7059587"/>
                </a:lnTo>
                <a:lnTo>
                  <a:pt x="17874222" y="7072287"/>
                </a:lnTo>
                <a:lnTo>
                  <a:pt x="17882642" y="7084987"/>
                </a:lnTo>
                <a:lnTo>
                  <a:pt x="17897221" y="7072287"/>
                </a:lnTo>
                <a:close/>
              </a:path>
              <a:path w="18288635" h="10287000">
                <a:moveTo>
                  <a:pt x="17900396" y="9688487"/>
                </a:moveTo>
                <a:lnTo>
                  <a:pt x="17870335" y="9637687"/>
                </a:lnTo>
                <a:lnTo>
                  <a:pt x="17818253" y="9675787"/>
                </a:lnTo>
                <a:lnTo>
                  <a:pt x="17848314" y="9726587"/>
                </a:lnTo>
                <a:lnTo>
                  <a:pt x="17900396" y="9688487"/>
                </a:lnTo>
                <a:close/>
              </a:path>
              <a:path w="18288635" h="10287000">
                <a:moveTo>
                  <a:pt x="17901768" y="6481445"/>
                </a:moveTo>
                <a:lnTo>
                  <a:pt x="17897361" y="6473799"/>
                </a:lnTo>
                <a:lnTo>
                  <a:pt x="17889728" y="6478219"/>
                </a:lnTo>
                <a:lnTo>
                  <a:pt x="17894135" y="6485852"/>
                </a:lnTo>
                <a:lnTo>
                  <a:pt x="17901768" y="6481445"/>
                </a:lnTo>
                <a:close/>
              </a:path>
              <a:path w="18288635" h="10287000">
                <a:moveTo>
                  <a:pt x="17903571" y="9091587"/>
                </a:moveTo>
                <a:lnTo>
                  <a:pt x="17878514" y="9053487"/>
                </a:lnTo>
                <a:lnTo>
                  <a:pt x="17835118" y="9078887"/>
                </a:lnTo>
                <a:lnTo>
                  <a:pt x="17860175" y="9116987"/>
                </a:lnTo>
                <a:lnTo>
                  <a:pt x="17903571" y="9091587"/>
                </a:lnTo>
                <a:close/>
              </a:path>
              <a:path w="18288635" h="10287000">
                <a:moveTo>
                  <a:pt x="17906480" y="8494687"/>
                </a:moveTo>
                <a:lnTo>
                  <a:pt x="17886642" y="8456587"/>
                </a:lnTo>
                <a:lnTo>
                  <a:pt x="17852263" y="8481987"/>
                </a:lnTo>
                <a:lnTo>
                  <a:pt x="17872113" y="8520087"/>
                </a:lnTo>
                <a:lnTo>
                  <a:pt x="17906480" y="8494687"/>
                </a:lnTo>
                <a:close/>
              </a:path>
              <a:path w="18288635" h="10287000">
                <a:moveTo>
                  <a:pt x="17907966" y="5884392"/>
                </a:moveTo>
                <a:lnTo>
                  <a:pt x="17906353" y="5881624"/>
                </a:lnTo>
                <a:lnTo>
                  <a:pt x="17903584" y="5883224"/>
                </a:lnTo>
                <a:lnTo>
                  <a:pt x="17905184" y="5886005"/>
                </a:lnTo>
                <a:lnTo>
                  <a:pt x="17907966" y="5884392"/>
                </a:lnTo>
                <a:close/>
              </a:path>
              <a:path w="18288635" h="10287000">
                <a:moveTo>
                  <a:pt x="17909388" y="7897787"/>
                </a:moveTo>
                <a:lnTo>
                  <a:pt x="17894758" y="7872387"/>
                </a:lnTo>
                <a:lnTo>
                  <a:pt x="17869408" y="7885087"/>
                </a:lnTo>
                <a:lnTo>
                  <a:pt x="17884039" y="7910487"/>
                </a:lnTo>
                <a:lnTo>
                  <a:pt x="17909388" y="7897787"/>
                </a:lnTo>
                <a:close/>
              </a:path>
              <a:path w="18288635" h="10287000">
                <a:moveTo>
                  <a:pt x="17913109" y="7300887"/>
                </a:moveTo>
                <a:lnTo>
                  <a:pt x="17903089" y="7288187"/>
                </a:lnTo>
                <a:lnTo>
                  <a:pt x="17885728" y="7288187"/>
                </a:lnTo>
                <a:lnTo>
                  <a:pt x="17895748" y="7313587"/>
                </a:lnTo>
                <a:lnTo>
                  <a:pt x="17913109" y="7300887"/>
                </a:lnTo>
                <a:close/>
              </a:path>
              <a:path w="18288635" h="10287000">
                <a:moveTo>
                  <a:pt x="17916563" y="9917087"/>
                </a:moveTo>
                <a:lnTo>
                  <a:pt x="17884686" y="9866287"/>
                </a:lnTo>
                <a:lnTo>
                  <a:pt x="17829480" y="9904387"/>
                </a:lnTo>
                <a:lnTo>
                  <a:pt x="17861357" y="9955187"/>
                </a:lnTo>
                <a:lnTo>
                  <a:pt x="17916563" y="9917087"/>
                </a:lnTo>
                <a:close/>
              </a:path>
              <a:path w="18288635" h="10287000">
                <a:moveTo>
                  <a:pt x="17917389" y="6703987"/>
                </a:moveTo>
                <a:lnTo>
                  <a:pt x="17911572" y="6691287"/>
                </a:lnTo>
                <a:lnTo>
                  <a:pt x="17901501" y="6703987"/>
                </a:lnTo>
                <a:lnTo>
                  <a:pt x="17917389" y="6703987"/>
                </a:lnTo>
                <a:close/>
              </a:path>
              <a:path w="18288635" h="10287000">
                <a:moveTo>
                  <a:pt x="17920005" y="9320187"/>
                </a:moveTo>
                <a:lnTo>
                  <a:pt x="17892954" y="9282087"/>
                </a:lnTo>
                <a:lnTo>
                  <a:pt x="17846078" y="9307487"/>
                </a:lnTo>
                <a:lnTo>
                  <a:pt x="17873142" y="9345587"/>
                </a:lnTo>
                <a:lnTo>
                  <a:pt x="17920005" y="9320187"/>
                </a:lnTo>
                <a:close/>
              </a:path>
              <a:path w="18288635" h="10287000">
                <a:moveTo>
                  <a:pt x="17922913" y="8723287"/>
                </a:moveTo>
                <a:lnTo>
                  <a:pt x="17901069" y="8685187"/>
                </a:lnTo>
                <a:lnTo>
                  <a:pt x="17863223" y="8710587"/>
                </a:lnTo>
                <a:lnTo>
                  <a:pt x="17885067" y="8748687"/>
                </a:lnTo>
                <a:lnTo>
                  <a:pt x="17922913" y="8723287"/>
                </a:lnTo>
                <a:close/>
              </a:path>
              <a:path w="18288635" h="10287000">
                <a:moveTo>
                  <a:pt x="17923307" y="6113018"/>
                </a:moveTo>
                <a:lnTo>
                  <a:pt x="17920500" y="6108166"/>
                </a:lnTo>
                <a:lnTo>
                  <a:pt x="17915636" y="6110960"/>
                </a:lnTo>
                <a:lnTo>
                  <a:pt x="17918443" y="6115824"/>
                </a:lnTo>
                <a:lnTo>
                  <a:pt x="17923307" y="6113018"/>
                </a:lnTo>
                <a:close/>
              </a:path>
              <a:path w="18288635" h="10287000">
                <a:moveTo>
                  <a:pt x="17925542" y="8126387"/>
                </a:moveTo>
                <a:lnTo>
                  <a:pt x="17909109" y="8100987"/>
                </a:lnTo>
                <a:lnTo>
                  <a:pt x="17880635" y="8113687"/>
                </a:lnTo>
                <a:lnTo>
                  <a:pt x="17897082" y="8139087"/>
                </a:lnTo>
                <a:lnTo>
                  <a:pt x="17925542" y="8126387"/>
                </a:lnTo>
                <a:close/>
              </a:path>
              <a:path w="18288635" h="10287000">
                <a:moveTo>
                  <a:pt x="17928997" y="7529487"/>
                </a:moveTo>
                <a:lnTo>
                  <a:pt x="17917376" y="7504087"/>
                </a:lnTo>
                <a:lnTo>
                  <a:pt x="17897234" y="7516787"/>
                </a:lnTo>
                <a:lnTo>
                  <a:pt x="17908867" y="7542187"/>
                </a:lnTo>
                <a:lnTo>
                  <a:pt x="17928997" y="7529487"/>
                </a:lnTo>
                <a:close/>
              </a:path>
              <a:path w="18288635" h="10287000">
                <a:moveTo>
                  <a:pt x="17932451" y="10145687"/>
                </a:moveTo>
                <a:lnTo>
                  <a:pt x="17898974" y="10094887"/>
                </a:lnTo>
                <a:lnTo>
                  <a:pt x="17840998" y="10120287"/>
                </a:lnTo>
                <a:lnTo>
                  <a:pt x="17874463" y="10183787"/>
                </a:lnTo>
                <a:lnTo>
                  <a:pt x="17932451" y="10145687"/>
                </a:lnTo>
                <a:close/>
              </a:path>
              <a:path w="18288635" h="10287000">
                <a:moveTo>
                  <a:pt x="17933277" y="6932587"/>
                </a:moveTo>
                <a:lnTo>
                  <a:pt x="17925860" y="6919887"/>
                </a:lnTo>
                <a:lnTo>
                  <a:pt x="17913007" y="6932587"/>
                </a:lnTo>
                <a:lnTo>
                  <a:pt x="17920424" y="6945287"/>
                </a:lnTo>
                <a:lnTo>
                  <a:pt x="17933277" y="6932587"/>
                </a:lnTo>
                <a:close/>
              </a:path>
              <a:path w="18288635" h="10287000">
                <a:moveTo>
                  <a:pt x="17936718" y="9548787"/>
                </a:moveTo>
                <a:lnTo>
                  <a:pt x="17907458" y="9497987"/>
                </a:lnTo>
                <a:lnTo>
                  <a:pt x="17856772" y="9536087"/>
                </a:lnTo>
                <a:lnTo>
                  <a:pt x="17886033" y="9586887"/>
                </a:lnTo>
                <a:lnTo>
                  <a:pt x="17936718" y="9548787"/>
                </a:lnTo>
                <a:close/>
              </a:path>
              <a:path w="18288635" h="10287000">
                <a:moveTo>
                  <a:pt x="17938090" y="6341504"/>
                </a:moveTo>
                <a:lnTo>
                  <a:pt x="17934483" y="6335255"/>
                </a:lnTo>
                <a:lnTo>
                  <a:pt x="17928235" y="6338862"/>
                </a:lnTo>
                <a:lnTo>
                  <a:pt x="17931842" y="6345110"/>
                </a:lnTo>
                <a:lnTo>
                  <a:pt x="17938090" y="6341504"/>
                </a:lnTo>
                <a:close/>
              </a:path>
              <a:path w="18288635" h="10287000">
                <a:moveTo>
                  <a:pt x="17939627" y="8951887"/>
                </a:moveTo>
                <a:lnTo>
                  <a:pt x="17915573" y="8913787"/>
                </a:lnTo>
                <a:lnTo>
                  <a:pt x="17873917" y="8939187"/>
                </a:lnTo>
                <a:lnTo>
                  <a:pt x="17897971" y="8977287"/>
                </a:lnTo>
                <a:lnTo>
                  <a:pt x="17939627" y="8951887"/>
                </a:lnTo>
                <a:close/>
              </a:path>
              <a:path w="18288635" h="10287000">
                <a:moveTo>
                  <a:pt x="17942256" y="8354987"/>
                </a:moveTo>
                <a:lnTo>
                  <a:pt x="17923612" y="8329587"/>
                </a:lnTo>
                <a:lnTo>
                  <a:pt x="17891329" y="8342287"/>
                </a:lnTo>
                <a:lnTo>
                  <a:pt x="17909959" y="8380387"/>
                </a:lnTo>
                <a:lnTo>
                  <a:pt x="17942256" y="8354987"/>
                </a:lnTo>
                <a:close/>
              </a:path>
              <a:path w="18288635" h="10287000">
                <a:moveTo>
                  <a:pt x="17944834" y="5744603"/>
                </a:moveTo>
                <a:lnTo>
                  <a:pt x="17943627" y="5742521"/>
                </a:lnTo>
                <a:lnTo>
                  <a:pt x="17941544" y="5743714"/>
                </a:lnTo>
                <a:lnTo>
                  <a:pt x="17942751" y="5745810"/>
                </a:lnTo>
                <a:lnTo>
                  <a:pt x="17944834" y="5744603"/>
                </a:lnTo>
                <a:close/>
              </a:path>
              <a:path w="18288635" h="10287000">
                <a:moveTo>
                  <a:pt x="17945431" y="7758087"/>
                </a:moveTo>
                <a:lnTo>
                  <a:pt x="17931803" y="7732687"/>
                </a:lnTo>
                <a:lnTo>
                  <a:pt x="17908194" y="7745387"/>
                </a:lnTo>
                <a:lnTo>
                  <a:pt x="17921821" y="7770787"/>
                </a:lnTo>
                <a:lnTo>
                  <a:pt x="17945431" y="7758087"/>
                </a:lnTo>
                <a:close/>
              </a:path>
              <a:path w="18288635" h="10287000">
                <a:moveTo>
                  <a:pt x="17949164" y="7161187"/>
                </a:moveTo>
                <a:lnTo>
                  <a:pt x="17940135" y="7148487"/>
                </a:lnTo>
                <a:lnTo>
                  <a:pt x="17924514" y="7148487"/>
                </a:lnTo>
                <a:lnTo>
                  <a:pt x="17933531" y="7173887"/>
                </a:lnTo>
                <a:lnTo>
                  <a:pt x="17949164" y="7161187"/>
                </a:lnTo>
                <a:close/>
              </a:path>
              <a:path w="18288635" h="10287000">
                <a:moveTo>
                  <a:pt x="17953152" y="9777387"/>
                </a:moveTo>
                <a:lnTo>
                  <a:pt x="17921885" y="9726587"/>
                </a:lnTo>
                <a:lnTo>
                  <a:pt x="17867719" y="9764687"/>
                </a:lnTo>
                <a:lnTo>
                  <a:pt x="17898999" y="9815487"/>
                </a:lnTo>
                <a:lnTo>
                  <a:pt x="17953152" y="9777387"/>
                </a:lnTo>
                <a:close/>
              </a:path>
              <a:path w="18288635" h="10287000">
                <a:moveTo>
                  <a:pt x="17953978" y="6564287"/>
                </a:moveTo>
                <a:lnTo>
                  <a:pt x="17948771" y="6551587"/>
                </a:lnTo>
                <a:lnTo>
                  <a:pt x="17939741" y="6564287"/>
                </a:lnTo>
                <a:lnTo>
                  <a:pt x="17953978" y="6564287"/>
                </a:lnTo>
                <a:close/>
              </a:path>
              <a:path w="18288635" h="10287000">
                <a:moveTo>
                  <a:pt x="17956340" y="9180487"/>
                </a:moveTo>
                <a:lnTo>
                  <a:pt x="17930076" y="9142387"/>
                </a:lnTo>
                <a:lnTo>
                  <a:pt x="17884598" y="9167787"/>
                </a:lnTo>
                <a:lnTo>
                  <a:pt x="17910848" y="9205887"/>
                </a:lnTo>
                <a:lnTo>
                  <a:pt x="17956340" y="9180487"/>
                </a:lnTo>
                <a:close/>
              </a:path>
              <a:path w="18288635" h="10287000">
                <a:moveTo>
                  <a:pt x="17958969" y="8583587"/>
                </a:moveTo>
                <a:lnTo>
                  <a:pt x="17938115" y="8545487"/>
                </a:lnTo>
                <a:lnTo>
                  <a:pt x="17902009" y="8570887"/>
                </a:lnTo>
                <a:lnTo>
                  <a:pt x="17922863" y="8608987"/>
                </a:lnTo>
                <a:lnTo>
                  <a:pt x="17958969" y="8583587"/>
                </a:lnTo>
                <a:close/>
              </a:path>
              <a:path w="18288635" h="10287000">
                <a:moveTo>
                  <a:pt x="17959616" y="5973076"/>
                </a:moveTo>
                <a:lnTo>
                  <a:pt x="17957623" y="5969609"/>
                </a:lnTo>
                <a:lnTo>
                  <a:pt x="17954143" y="5971616"/>
                </a:lnTo>
                <a:lnTo>
                  <a:pt x="17956149" y="5975083"/>
                </a:lnTo>
                <a:lnTo>
                  <a:pt x="17959616" y="5973076"/>
                </a:lnTo>
                <a:close/>
              </a:path>
              <a:path w="18288635" h="10287000">
                <a:moveTo>
                  <a:pt x="17961598" y="7986687"/>
                </a:moveTo>
                <a:lnTo>
                  <a:pt x="17946154" y="7961287"/>
                </a:lnTo>
                <a:lnTo>
                  <a:pt x="17919421" y="7973987"/>
                </a:lnTo>
                <a:lnTo>
                  <a:pt x="17934864" y="7999387"/>
                </a:lnTo>
                <a:lnTo>
                  <a:pt x="17961598" y="7986687"/>
                </a:lnTo>
                <a:close/>
              </a:path>
              <a:path w="18288635" h="10287000">
                <a:moveTo>
                  <a:pt x="17965319" y="7389787"/>
                </a:moveTo>
                <a:lnTo>
                  <a:pt x="17954498" y="7377087"/>
                </a:lnTo>
                <a:lnTo>
                  <a:pt x="17935753" y="7377087"/>
                </a:lnTo>
                <a:lnTo>
                  <a:pt x="17946574" y="7402487"/>
                </a:lnTo>
                <a:lnTo>
                  <a:pt x="17965319" y="7389787"/>
                </a:lnTo>
                <a:close/>
              </a:path>
              <a:path w="18288635" h="10287000">
                <a:moveTo>
                  <a:pt x="17969040" y="10005987"/>
                </a:moveTo>
                <a:lnTo>
                  <a:pt x="17936172" y="9955187"/>
                </a:lnTo>
                <a:lnTo>
                  <a:pt x="17879225" y="9980587"/>
                </a:lnTo>
                <a:lnTo>
                  <a:pt x="17912106" y="10044087"/>
                </a:lnTo>
                <a:lnTo>
                  <a:pt x="17969040" y="10005987"/>
                </a:lnTo>
                <a:close/>
              </a:path>
              <a:path w="18288635" h="10287000">
                <a:moveTo>
                  <a:pt x="17969599" y="6792887"/>
                </a:moveTo>
                <a:lnTo>
                  <a:pt x="17962982" y="6780187"/>
                </a:lnTo>
                <a:lnTo>
                  <a:pt x="17951527" y="6792887"/>
                </a:lnTo>
                <a:lnTo>
                  <a:pt x="17969599" y="6792887"/>
                </a:lnTo>
                <a:close/>
              </a:path>
              <a:path w="18288635" h="10287000">
                <a:moveTo>
                  <a:pt x="17972494" y="9409087"/>
                </a:moveTo>
                <a:lnTo>
                  <a:pt x="17944440" y="9358287"/>
                </a:lnTo>
                <a:lnTo>
                  <a:pt x="17895824" y="9396387"/>
                </a:lnTo>
                <a:lnTo>
                  <a:pt x="17923891" y="9434487"/>
                </a:lnTo>
                <a:lnTo>
                  <a:pt x="17972494" y="9409087"/>
                </a:lnTo>
                <a:close/>
              </a:path>
              <a:path w="18288635" h="10287000">
                <a:moveTo>
                  <a:pt x="17974958" y="6201702"/>
                </a:moveTo>
                <a:lnTo>
                  <a:pt x="17971758" y="6196152"/>
                </a:lnTo>
                <a:lnTo>
                  <a:pt x="17966208" y="6199352"/>
                </a:lnTo>
                <a:lnTo>
                  <a:pt x="17969408" y="6204915"/>
                </a:lnTo>
                <a:lnTo>
                  <a:pt x="17974958" y="6201702"/>
                </a:lnTo>
                <a:close/>
              </a:path>
              <a:path w="18288635" h="10287000">
                <a:moveTo>
                  <a:pt x="17975403" y="8812187"/>
                </a:moveTo>
                <a:lnTo>
                  <a:pt x="17952555" y="8774087"/>
                </a:lnTo>
                <a:lnTo>
                  <a:pt x="17912969" y="8799487"/>
                </a:lnTo>
                <a:lnTo>
                  <a:pt x="17935829" y="8837587"/>
                </a:lnTo>
                <a:lnTo>
                  <a:pt x="17975403" y="8812187"/>
                </a:lnTo>
                <a:close/>
              </a:path>
              <a:path w="18288635" h="10287000">
                <a:moveTo>
                  <a:pt x="17978031" y="8215287"/>
                </a:moveTo>
                <a:lnTo>
                  <a:pt x="17960594" y="8189887"/>
                </a:lnTo>
                <a:lnTo>
                  <a:pt x="17930381" y="8202587"/>
                </a:lnTo>
                <a:lnTo>
                  <a:pt x="17947818" y="8227987"/>
                </a:lnTo>
                <a:lnTo>
                  <a:pt x="17978031" y="8215287"/>
                </a:lnTo>
                <a:close/>
              </a:path>
              <a:path w="18288635" h="10287000">
                <a:moveTo>
                  <a:pt x="17981435" y="5604726"/>
                </a:moveTo>
                <a:lnTo>
                  <a:pt x="17981181" y="5604294"/>
                </a:lnTo>
                <a:lnTo>
                  <a:pt x="17979784" y="5604294"/>
                </a:lnTo>
                <a:lnTo>
                  <a:pt x="17980038" y="5604726"/>
                </a:lnTo>
                <a:lnTo>
                  <a:pt x="17981435" y="5604726"/>
                </a:lnTo>
                <a:close/>
              </a:path>
              <a:path w="18288635" h="10287000">
                <a:moveTo>
                  <a:pt x="17981486" y="7618387"/>
                </a:moveTo>
                <a:lnTo>
                  <a:pt x="17968849" y="7592987"/>
                </a:lnTo>
                <a:lnTo>
                  <a:pt x="17946980" y="7605687"/>
                </a:lnTo>
                <a:lnTo>
                  <a:pt x="17959604" y="7631087"/>
                </a:lnTo>
                <a:lnTo>
                  <a:pt x="17981486" y="7618387"/>
                </a:lnTo>
                <a:close/>
              </a:path>
              <a:path w="18288635" h="10287000">
                <a:moveTo>
                  <a:pt x="17984940" y="10234587"/>
                </a:moveTo>
                <a:lnTo>
                  <a:pt x="17950460" y="10183787"/>
                </a:lnTo>
                <a:lnTo>
                  <a:pt x="17890744" y="10209187"/>
                </a:lnTo>
                <a:lnTo>
                  <a:pt x="17925212" y="10272687"/>
                </a:lnTo>
                <a:lnTo>
                  <a:pt x="17984940" y="10234587"/>
                </a:lnTo>
                <a:close/>
              </a:path>
              <a:path w="18288635" h="10287000">
                <a:moveTo>
                  <a:pt x="17985486" y="7021487"/>
                </a:moveTo>
                <a:lnTo>
                  <a:pt x="17977269" y="7008787"/>
                </a:lnTo>
                <a:lnTo>
                  <a:pt x="17963033" y="7021487"/>
                </a:lnTo>
                <a:lnTo>
                  <a:pt x="17971250" y="7034187"/>
                </a:lnTo>
                <a:lnTo>
                  <a:pt x="17985486" y="7021487"/>
                </a:lnTo>
                <a:close/>
              </a:path>
              <a:path w="18288635" h="10287000">
                <a:moveTo>
                  <a:pt x="17989487" y="9637687"/>
                </a:moveTo>
                <a:lnTo>
                  <a:pt x="17959007" y="9586887"/>
                </a:lnTo>
                <a:lnTo>
                  <a:pt x="17906238" y="9624987"/>
                </a:lnTo>
                <a:lnTo>
                  <a:pt x="17936706" y="9675787"/>
                </a:lnTo>
                <a:lnTo>
                  <a:pt x="17989487" y="9637687"/>
                </a:lnTo>
                <a:close/>
              </a:path>
              <a:path w="18288635" h="10287000">
                <a:moveTo>
                  <a:pt x="17990033" y="6430251"/>
                </a:moveTo>
                <a:lnTo>
                  <a:pt x="17985817" y="6422961"/>
                </a:lnTo>
                <a:lnTo>
                  <a:pt x="17978527" y="6427165"/>
                </a:lnTo>
                <a:lnTo>
                  <a:pt x="17982743" y="6434455"/>
                </a:lnTo>
                <a:lnTo>
                  <a:pt x="17990033" y="6430251"/>
                </a:lnTo>
                <a:close/>
              </a:path>
              <a:path w="18288635" h="10287000">
                <a:moveTo>
                  <a:pt x="17992382" y="9040787"/>
                </a:moveTo>
                <a:lnTo>
                  <a:pt x="17967122" y="9002687"/>
                </a:lnTo>
                <a:lnTo>
                  <a:pt x="17923383" y="9028087"/>
                </a:lnTo>
                <a:lnTo>
                  <a:pt x="17948644" y="9066187"/>
                </a:lnTo>
                <a:lnTo>
                  <a:pt x="17992382" y="9040787"/>
                </a:lnTo>
                <a:close/>
              </a:path>
              <a:path w="18288635" h="10287000">
                <a:moveTo>
                  <a:pt x="17995011" y="8443887"/>
                </a:moveTo>
                <a:lnTo>
                  <a:pt x="17975174" y="8405787"/>
                </a:lnTo>
                <a:lnTo>
                  <a:pt x="17940795" y="8431187"/>
                </a:lnTo>
                <a:lnTo>
                  <a:pt x="17960645" y="8469287"/>
                </a:lnTo>
                <a:lnTo>
                  <a:pt x="17995011" y="8443887"/>
                </a:lnTo>
                <a:close/>
              </a:path>
              <a:path w="18288635" h="10287000">
                <a:moveTo>
                  <a:pt x="17996497" y="5833288"/>
                </a:moveTo>
                <a:lnTo>
                  <a:pt x="17994897" y="5830506"/>
                </a:lnTo>
                <a:lnTo>
                  <a:pt x="17992116" y="5832106"/>
                </a:lnTo>
                <a:lnTo>
                  <a:pt x="17993716" y="5834888"/>
                </a:lnTo>
                <a:lnTo>
                  <a:pt x="17996497" y="5833288"/>
                </a:lnTo>
                <a:close/>
              </a:path>
              <a:path w="18288635" h="10287000">
                <a:moveTo>
                  <a:pt x="17997640" y="7846987"/>
                </a:moveTo>
                <a:lnTo>
                  <a:pt x="17983213" y="7821587"/>
                </a:lnTo>
                <a:lnTo>
                  <a:pt x="17958219" y="7834287"/>
                </a:lnTo>
                <a:lnTo>
                  <a:pt x="17972647" y="7859687"/>
                </a:lnTo>
                <a:lnTo>
                  <a:pt x="17997640" y="7846987"/>
                </a:lnTo>
                <a:close/>
              </a:path>
              <a:path w="18288635" h="10287000">
                <a:moveTo>
                  <a:pt x="18001374" y="7250087"/>
                </a:moveTo>
                <a:lnTo>
                  <a:pt x="17991544" y="7237387"/>
                </a:lnTo>
                <a:lnTo>
                  <a:pt x="17974539" y="7237387"/>
                </a:lnTo>
                <a:lnTo>
                  <a:pt x="17984356" y="7262787"/>
                </a:lnTo>
                <a:lnTo>
                  <a:pt x="18001374" y="7250087"/>
                </a:lnTo>
                <a:close/>
              </a:path>
              <a:path w="18288635" h="10287000">
                <a:moveTo>
                  <a:pt x="18005921" y="9866287"/>
                </a:moveTo>
                <a:lnTo>
                  <a:pt x="17973447" y="9815487"/>
                </a:lnTo>
                <a:lnTo>
                  <a:pt x="17917198" y="9840887"/>
                </a:lnTo>
                <a:lnTo>
                  <a:pt x="17949672" y="9904387"/>
                </a:lnTo>
                <a:lnTo>
                  <a:pt x="18005921" y="9866287"/>
                </a:lnTo>
                <a:close/>
              </a:path>
              <a:path w="18288635" h="10287000">
                <a:moveTo>
                  <a:pt x="18005921" y="6653187"/>
                </a:moveTo>
                <a:lnTo>
                  <a:pt x="18000104" y="6640487"/>
                </a:lnTo>
                <a:lnTo>
                  <a:pt x="17990033" y="6653187"/>
                </a:lnTo>
                <a:lnTo>
                  <a:pt x="18005921" y="6653187"/>
                </a:lnTo>
                <a:close/>
              </a:path>
              <a:path w="18288635" h="10287000">
                <a:moveTo>
                  <a:pt x="18008816" y="9269387"/>
                </a:moveTo>
                <a:lnTo>
                  <a:pt x="17981562" y="9231287"/>
                </a:lnTo>
                <a:lnTo>
                  <a:pt x="17934343" y="9256687"/>
                </a:lnTo>
                <a:lnTo>
                  <a:pt x="17961598" y="9294787"/>
                </a:lnTo>
                <a:lnTo>
                  <a:pt x="18008816" y="9269387"/>
                </a:lnTo>
                <a:close/>
              </a:path>
              <a:path w="18288635" h="10287000">
                <a:moveTo>
                  <a:pt x="18009985" y="10285387"/>
                </a:moveTo>
                <a:lnTo>
                  <a:pt x="18001946" y="10272687"/>
                </a:lnTo>
                <a:lnTo>
                  <a:pt x="17977816" y="10285387"/>
                </a:lnTo>
                <a:lnTo>
                  <a:pt x="18009985" y="10285387"/>
                </a:lnTo>
                <a:close/>
              </a:path>
              <a:path w="18288635" h="10287000">
                <a:moveTo>
                  <a:pt x="18011445" y="8672487"/>
                </a:moveTo>
                <a:lnTo>
                  <a:pt x="17989601" y="8634387"/>
                </a:lnTo>
                <a:lnTo>
                  <a:pt x="17951755" y="8659787"/>
                </a:lnTo>
                <a:lnTo>
                  <a:pt x="17973612" y="8697887"/>
                </a:lnTo>
                <a:lnTo>
                  <a:pt x="18011445" y="8672487"/>
                </a:lnTo>
                <a:close/>
              </a:path>
              <a:path w="18288635" h="10287000">
                <a:moveTo>
                  <a:pt x="18011559" y="6061837"/>
                </a:moveTo>
                <a:lnTo>
                  <a:pt x="18008956" y="6057316"/>
                </a:lnTo>
                <a:lnTo>
                  <a:pt x="18004435" y="6059932"/>
                </a:lnTo>
                <a:lnTo>
                  <a:pt x="18007051" y="6064440"/>
                </a:lnTo>
                <a:lnTo>
                  <a:pt x="18011559" y="6061837"/>
                </a:lnTo>
                <a:close/>
              </a:path>
              <a:path w="18288635" h="10287000">
                <a:moveTo>
                  <a:pt x="18013807" y="8075587"/>
                </a:moveTo>
                <a:lnTo>
                  <a:pt x="17997564" y="8050187"/>
                </a:lnTo>
                <a:lnTo>
                  <a:pt x="17969446" y="8062887"/>
                </a:lnTo>
                <a:lnTo>
                  <a:pt x="17985690" y="8088287"/>
                </a:lnTo>
                <a:lnTo>
                  <a:pt x="18013807" y="8075587"/>
                </a:lnTo>
                <a:close/>
              </a:path>
              <a:path w="18288635" h="10287000">
                <a:moveTo>
                  <a:pt x="18017262" y="7478687"/>
                </a:moveTo>
                <a:lnTo>
                  <a:pt x="18005832" y="7453287"/>
                </a:lnTo>
                <a:lnTo>
                  <a:pt x="17986045" y="7465987"/>
                </a:lnTo>
                <a:lnTo>
                  <a:pt x="17997475" y="7491387"/>
                </a:lnTo>
                <a:lnTo>
                  <a:pt x="18017262" y="7478687"/>
                </a:lnTo>
                <a:close/>
              </a:path>
              <a:path w="18288635" h="10287000">
                <a:moveTo>
                  <a:pt x="18021529" y="6881787"/>
                </a:moveTo>
                <a:lnTo>
                  <a:pt x="18014315" y="6869087"/>
                </a:lnTo>
                <a:lnTo>
                  <a:pt x="18001819" y="6881787"/>
                </a:lnTo>
                <a:lnTo>
                  <a:pt x="18009032" y="6894487"/>
                </a:lnTo>
                <a:lnTo>
                  <a:pt x="18021529" y="6881787"/>
                </a:lnTo>
                <a:close/>
              </a:path>
              <a:path w="18288635" h="10287000">
                <a:moveTo>
                  <a:pt x="18021808" y="10094887"/>
                </a:moveTo>
                <a:lnTo>
                  <a:pt x="17987722" y="10044087"/>
                </a:lnTo>
                <a:lnTo>
                  <a:pt x="17928705" y="10069487"/>
                </a:lnTo>
                <a:lnTo>
                  <a:pt x="17962779" y="10132987"/>
                </a:lnTo>
                <a:lnTo>
                  <a:pt x="18021808" y="10094887"/>
                </a:lnTo>
                <a:close/>
              </a:path>
              <a:path w="18288635" h="10287000">
                <a:moveTo>
                  <a:pt x="18025529" y="9497987"/>
                </a:moveTo>
                <a:lnTo>
                  <a:pt x="17996065" y="9447187"/>
                </a:lnTo>
                <a:lnTo>
                  <a:pt x="17945024" y="9485287"/>
                </a:lnTo>
                <a:lnTo>
                  <a:pt x="17974488" y="9536087"/>
                </a:lnTo>
                <a:lnTo>
                  <a:pt x="18025529" y="9497987"/>
                </a:lnTo>
                <a:close/>
              </a:path>
              <a:path w="18288635" h="10287000">
                <a:moveTo>
                  <a:pt x="18026355" y="6290310"/>
                </a:moveTo>
                <a:lnTo>
                  <a:pt x="18022951" y="6284404"/>
                </a:lnTo>
                <a:lnTo>
                  <a:pt x="18017046" y="6287821"/>
                </a:lnTo>
                <a:lnTo>
                  <a:pt x="18020449" y="6293713"/>
                </a:lnTo>
                <a:lnTo>
                  <a:pt x="18026355" y="6290310"/>
                </a:lnTo>
                <a:close/>
              </a:path>
              <a:path w="18288635" h="10287000">
                <a:moveTo>
                  <a:pt x="18028158" y="8901087"/>
                </a:moveTo>
                <a:lnTo>
                  <a:pt x="18004105" y="8862987"/>
                </a:lnTo>
                <a:lnTo>
                  <a:pt x="17962449" y="8888387"/>
                </a:lnTo>
                <a:lnTo>
                  <a:pt x="17986502" y="8926487"/>
                </a:lnTo>
                <a:lnTo>
                  <a:pt x="18028158" y="8901087"/>
                </a:lnTo>
                <a:close/>
              </a:path>
              <a:path w="18288635" h="10287000">
                <a:moveTo>
                  <a:pt x="18030787" y="8304187"/>
                </a:moveTo>
                <a:lnTo>
                  <a:pt x="18012144" y="8278787"/>
                </a:lnTo>
                <a:lnTo>
                  <a:pt x="17979860" y="8291487"/>
                </a:lnTo>
                <a:lnTo>
                  <a:pt x="17998504" y="8329587"/>
                </a:lnTo>
                <a:lnTo>
                  <a:pt x="18030787" y="8304187"/>
                </a:lnTo>
                <a:close/>
              </a:path>
              <a:path w="18288635" h="10287000">
                <a:moveTo>
                  <a:pt x="18033099" y="5693410"/>
                </a:moveTo>
                <a:lnTo>
                  <a:pt x="18032095" y="5691670"/>
                </a:lnTo>
                <a:lnTo>
                  <a:pt x="18030355" y="5692673"/>
                </a:lnTo>
                <a:lnTo>
                  <a:pt x="18031359" y="5694413"/>
                </a:lnTo>
                <a:lnTo>
                  <a:pt x="18033099" y="5693410"/>
                </a:lnTo>
                <a:close/>
              </a:path>
              <a:path w="18288635" h="10287000">
                <a:moveTo>
                  <a:pt x="18033696" y="7707287"/>
                </a:moveTo>
                <a:lnTo>
                  <a:pt x="18020259" y="7681887"/>
                </a:lnTo>
                <a:lnTo>
                  <a:pt x="17997005" y="7694587"/>
                </a:lnTo>
                <a:lnTo>
                  <a:pt x="18010429" y="7719987"/>
                </a:lnTo>
                <a:lnTo>
                  <a:pt x="18033696" y="7707287"/>
                </a:lnTo>
                <a:close/>
              </a:path>
              <a:path w="18288635" h="10287000">
                <a:moveTo>
                  <a:pt x="18037417" y="7110387"/>
                </a:moveTo>
                <a:lnTo>
                  <a:pt x="18028603" y="7097687"/>
                </a:lnTo>
                <a:lnTo>
                  <a:pt x="18013325" y="7097687"/>
                </a:lnTo>
                <a:lnTo>
                  <a:pt x="18022139" y="7123087"/>
                </a:lnTo>
                <a:lnTo>
                  <a:pt x="18037417" y="7110387"/>
                </a:lnTo>
                <a:close/>
              </a:path>
              <a:path w="18288635" h="10287000">
                <a:moveTo>
                  <a:pt x="18042243" y="9726587"/>
                </a:moveTo>
                <a:lnTo>
                  <a:pt x="18010569" y="9675787"/>
                </a:lnTo>
                <a:lnTo>
                  <a:pt x="17955705" y="9713887"/>
                </a:lnTo>
                <a:lnTo>
                  <a:pt x="17987379" y="9764687"/>
                </a:lnTo>
                <a:lnTo>
                  <a:pt x="18042243" y="9726587"/>
                </a:lnTo>
                <a:close/>
              </a:path>
              <a:path w="18288635" h="10287000">
                <a:moveTo>
                  <a:pt x="18042243" y="6519088"/>
                </a:moveTo>
                <a:lnTo>
                  <a:pt x="18037226" y="6510401"/>
                </a:lnTo>
                <a:lnTo>
                  <a:pt x="18028552" y="6515417"/>
                </a:lnTo>
                <a:lnTo>
                  <a:pt x="18033569" y="6524091"/>
                </a:lnTo>
                <a:lnTo>
                  <a:pt x="18042243" y="6519088"/>
                </a:lnTo>
                <a:close/>
              </a:path>
              <a:path w="18288635" h="10287000">
                <a:moveTo>
                  <a:pt x="18045138" y="9129687"/>
                </a:moveTo>
                <a:lnTo>
                  <a:pt x="18018684" y="9091587"/>
                </a:lnTo>
                <a:lnTo>
                  <a:pt x="17972850" y="9116987"/>
                </a:lnTo>
                <a:lnTo>
                  <a:pt x="17999317" y="9155087"/>
                </a:lnTo>
                <a:lnTo>
                  <a:pt x="18045138" y="9129687"/>
                </a:lnTo>
                <a:close/>
              </a:path>
              <a:path w="18288635" h="10287000">
                <a:moveTo>
                  <a:pt x="18047221" y="8532787"/>
                </a:moveTo>
                <a:lnTo>
                  <a:pt x="18026584" y="8494687"/>
                </a:lnTo>
                <a:lnTo>
                  <a:pt x="17990820" y="8520087"/>
                </a:lnTo>
                <a:lnTo>
                  <a:pt x="18011471" y="8558187"/>
                </a:lnTo>
                <a:lnTo>
                  <a:pt x="18047221" y="8532787"/>
                </a:lnTo>
                <a:close/>
              </a:path>
              <a:path w="18288635" h="10287000">
                <a:moveTo>
                  <a:pt x="18047881" y="5921895"/>
                </a:moveTo>
                <a:lnTo>
                  <a:pt x="18046078" y="5918759"/>
                </a:lnTo>
                <a:lnTo>
                  <a:pt x="18042954" y="5920562"/>
                </a:lnTo>
                <a:lnTo>
                  <a:pt x="18044770" y="5923699"/>
                </a:lnTo>
                <a:lnTo>
                  <a:pt x="18047881" y="5921895"/>
                </a:lnTo>
                <a:close/>
              </a:path>
              <a:path w="18288635" h="10287000">
                <a:moveTo>
                  <a:pt x="18049850" y="7935887"/>
                </a:moveTo>
                <a:lnTo>
                  <a:pt x="18034623" y="7910487"/>
                </a:lnTo>
                <a:lnTo>
                  <a:pt x="18008232" y="7923187"/>
                </a:lnTo>
                <a:lnTo>
                  <a:pt x="18023472" y="7948587"/>
                </a:lnTo>
                <a:lnTo>
                  <a:pt x="18049850" y="7935887"/>
                </a:lnTo>
                <a:close/>
              </a:path>
              <a:path w="18288635" h="10287000">
                <a:moveTo>
                  <a:pt x="18053584" y="7338987"/>
                </a:moveTo>
                <a:lnTo>
                  <a:pt x="18042954" y="7326287"/>
                </a:lnTo>
                <a:lnTo>
                  <a:pt x="18024552" y="7326287"/>
                </a:lnTo>
                <a:lnTo>
                  <a:pt x="18035181" y="7351687"/>
                </a:lnTo>
                <a:lnTo>
                  <a:pt x="18053584" y="7338987"/>
                </a:lnTo>
                <a:close/>
              </a:path>
              <a:path w="18288635" h="10287000">
                <a:moveTo>
                  <a:pt x="18057851" y="6742087"/>
                </a:moveTo>
                <a:lnTo>
                  <a:pt x="18051437" y="6729387"/>
                </a:lnTo>
                <a:lnTo>
                  <a:pt x="18040338" y="6742087"/>
                </a:lnTo>
                <a:lnTo>
                  <a:pt x="18057851" y="6742087"/>
                </a:lnTo>
                <a:close/>
              </a:path>
              <a:path w="18288635" h="10287000">
                <a:moveTo>
                  <a:pt x="18058130" y="9955187"/>
                </a:moveTo>
                <a:lnTo>
                  <a:pt x="18024856" y="9904387"/>
                </a:lnTo>
                <a:lnTo>
                  <a:pt x="17967211" y="9929787"/>
                </a:lnTo>
                <a:lnTo>
                  <a:pt x="18000498" y="9993287"/>
                </a:lnTo>
                <a:lnTo>
                  <a:pt x="18058130" y="9955187"/>
                </a:lnTo>
                <a:close/>
              </a:path>
              <a:path w="18288635" h="10287000">
                <a:moveTo>
                  <a:pt x="18061305" y="9358287"/>
                </a:moveTo>
                <a:lnTo>
                  <a:pt x="18033048" y="9307487"/>
                </a:lnTo>
                <a:lnTo>
                  <a:pt x="17984089" y="9345587"/>
                </a:lnTo>
                <a:lnTo>
                  <a:pt x="18012347" y="9383687"/>
                </a:lnTo>
                <a:lnTo>
                  <a:pt x="18061305" y="9358287"/>
                </a:lnTo>
                <a:close/>
              </a:path>
              <a:path w="18288635" h="10287000">
                <a:moveTo>
                  <a:pt x="18063223" y="6150508"/>
                </a:moveTo>
                <a:lnTo>
                  <a:pt x="18060213" y="6145301"/>
                </a:lnTo>
                <a:lnTo>
                  <a:pt x="18055006" y="6148311"/>
                </a:lnTo>
                <a:lnTo>
                  <a:pt x="18058016" y="6153518"/>
                </a:lnTo>
                <a:lnTo>
                  <a:pt x="18063223" y="6150508"/>
                </a:lnTo>
                <a:close/>
              </a:path>
              <a:path w="18288635" h="10287000">
                <a:moveTo>
                  <a:pt x="18063934" y="8761387"/>
                </a:moveTo>
                <a:lnTo>
                  <a:pt x="18041087" y="8723287"/>
                </a:lnTo>
                <a:lnTo>
                  <a:pt x="18001501" y="8748687"/>
                </a:lnTo>
                <a:lnTo>
                  <a:pt x="18024361" y="8786787"/>
                </a:lnTo>
                <a:lnTo>
                  <a:pt x="18063934" y="8761387"/>
                </a:lnTo>
                <a:close/>
              </a:path>
              <a:path w="18288635" h="10287000">
                <a:moveTo>
                  <a:pt x="18066296" y="8164487"/>
                </a:moveTo>
                <a:lnTo>
                  <a:pt x="18049050" y="8139087"/>
                </a:lnTo>
                <a:lnTo>
                  <a:pt x="18019192" y="8151787"/>
                </a:lnTo>
                <a:lnTo>
                  <a:pt x="18036439" y="8177187"/>
                </a:lnTo>
                <a:lnTo>
                  <a:pt x="18066296" y="8164487"/>
                </a:lnTo>
                <a:close/>
              </a:path>
              <a:path w="18288635" h="10287000">
                <a:moveTo>
                  <a:pt x="18069738" y="7567587"/>
                </a:moveTo>
                <a:lnTo>
                  <a:pt x="18057318" y="7542187"/>
                </a:lnTo>
                <a:lnTo>
                  <a:pt x="18035791" y="7554887"/>
                </a:lnTo>
                <a:lnTo>
                  <a:pt x="18048224" y="7580287"/>
                </a:lnTo>
                <a:lnTo>
                  <a:pt x="18069738" y="7567587"/>
                </a:lnTo>
                <a:close/>
              </a:path>
              <a:path w="18288635" h="10287000">
                <a:moveTo>
                  <a:pt x="18069967" y="5553621"/>
                </a:moveTo>
                <a:lnTo>
                  <a:pt x="18069713" y="5553176"/>
                </a:lnTo>
                <a:lnTo>
                  <a:pt x="18068328" y="5553176"/>
                </a:lnTo>
                <a:lnTo>
                  <a:pt x="18068582" y="5553621"/>
                </a:lnTo>
                <a:lnTo>
                  <a:pt x="18069967" y="5553621"/>
                </a:lnTo>
                <a:close/>
              </a:path>
              <a:path w="18288635" h="10287000">
                <a:moveTo>
                  <a:pt x="18073739" y="6970687"/>
                </a:moveTo>
                <a:lnTo>
                  <a:pt x="18065725" y="6957987"/>
                </a:lnTo>
                <a:lnTo>
                  <a:pt x="18051844" y="6957987"/>
                </a:lnTo>
                <a:lnTo>
                  <a:pt x="18059858" y="6983387"/>
                </a:lnTo>
                <a:lnTo>
                  <a:pt x="18073739" y="6970687"/>
                </a:lnTo>
                <a:close/>
              </a:path>
              <a:path w="18288635" h="10287000">
                <a:moveTo>
                  <a:pt x="18074285" y="10183787"/>
                </a:moveTo>
                <a:lnTo>
                  <a:pt x="18039207" y="10132987"/>
                </a:lnTo>
                <a:lnTo>
                  <a:pt x="17978451" y="10158387"/>
                </a:lnTo>
                <a:lnTo>
                  <a:pt x="18013528" y="10221887"/>
                </a:lnTo>
                <a:lnTo>
                  <a:pt x="18074285" y="10183787"/>
                </a:lnTo>
                <a:close/>
              </a:path>
              <a:path w="18288635" h="10287000">
                <a:moveTo>
                  <a:pt x="18078285" y="9586887"/>
                </a:moveTo>
                <a:lnTo>
                  <a:pt x="18047615" y="9536087"/>
                </a:lnTo>
                <a:lnTo>
                  <a:pt x="17994503" y="9574187"/>
                </a:lnTo>
                <a:lnTo>
                  <a:pt x="18025161" y="9624987"/>
                </a:lnTo>
                <a:lnTo>
                  <a:pt x="18078285" y="9586887"/>
                </a:lnTo>
                <a:close/>
              </a:path>
              <a:path w="18288635" h="10287000">
                <a:moveTo>
                  <a:pt x="18078285" y="6379070"/>
                </a:moveTo>
                <a:lnTo>
                  <a:pt x="18074285" y="6372123"/>
                </a:lnTo>
                <a:lnTo>
                  <a:pt x="18067338" y="6376136"/>
                </a:lnTo>
                <a:lnTo>
                  <a:pt x="18071338" y="6383071"/>
                </a:lnTo>
                <a:lnTo>
                  <a:pt x="18078285" y="6379070"/>
                </a:lnTo>
                <a:close/>
              </a:path>
              <a:path w="18288635" h="10287000">
                <a:moveTo>
                  <a:pt x="18080914" y="8989987"/>
                </a:moveTo>
                <a:lnTo>
                  <a:pt x="18055654" y="8951887"/>
                </a:lnTo>
                <a:lnTo>
                  <a:pt x="18011915" y="8977287"/>
                </a:lnTo>
                <a:lnTo>
                  <a:pt x="18037175" y="9015387"/>
                </a:lnTo>
                <a:lnTo>
                  <a:pt x="18080914" y="8989987"/>
                </a:lnTo>
                <a:close/>
              </a:path>
              <a:path w="18288635" h="10287000">
                <a:moveTo>
                  <a:pt x="18083276" y="8393087"/>
                </a:moveTo>
                <a:lnTo>
                  <a:pt x="18063629" y="8354987"/>
                </a:lnTo>
                <a:lnTo>
                  <a:pt x="18029606" y="8380387"/>
                </a:lnTo>
                <a:lnTo>
                  <a:pt x="18049253" y="8418487"/>
                </a:lnTo>
                <a:lnTo>
                  <a:pt x="18083276" y="8393087"/>
                </a:lnTo>
                <a:close/>
              </a:path>
              <a:path w="18288635" h="10287000">
                <a:moveTo>
                  <a:pt x="18084750" y="5782094"/>
                </a:moveTo>
                <a:lnTo>
                  <a:pt x="18083353" y="5779668"/>
                </a:lnTo>
                <a:lnTo>
                  <a:pt x="18080927" y="5781065"/>
                </a:lnTo>
                <a:lnTo>
                  <a:pt x="18082324" y="5783491"/>
                </a:lnTo>
                <a:lnTo>
                  <a:pt x="18084750" y="5782094"/>
                </a:lnTo>
                <a:close/>
              </a:path>
              <a:path w="18288635" h="10287000">
                <a:moveTo>
                  <a:pt x="18086172" y="7796187"/>
                </a:moveTo>
                <a:lnTo>
                  <a:pt x="18071745" y="7770787"/>
                </a:lnTo>
                <a:lnTo>
                  <a:pt x="18046751" y="7783487"/>
                </a:lnTo>
                <a:lnTo>
                  <a:pt x="18061178" y="7808887"/>
                </a:lnTo>
                <a:lnTo>
                  <a:pt x="18086172" y="7796187"/>
                </a:lnTo>
                <a:close/>
              </a:path>
              <a:path w="18288635" h="10287000">
                <a:moveTo>
                  <a:pt x="18089626" y="7199287"/>
                </a:moveTo>
                <a:lnTo>
                  <a:pt x="18080012" y="7186587"/>
                </a:lnTo>
                <a:lnTo>
                  <a:pt x="18063337" y="7186587"/>
                </a:lnTo>
                <a:lnTo>
                  <a:pt x="18072964" y="7211987"/>
                </a:lnTo>
                <a:lnTo>
                  <a:pt x="18089626" y="7199287"/>
                </a:lnTo>
                <a:close/>
              </a:path>
              <a:path w="18288635" h="10287000">
                <a:moveTo>
                  <a:pt x="18094186" y="6602387"/>
                </a:moveTo>
                <a:lnTo>
                  <a:pt x="18088572" y="6589687"/>
                </a:lnTo>
                <a:lnTo>
                  <a:pt x="18078844" y="6602387"/>
                </a:lnTo>
                <a:lnTo>
                  <a:pt x="18094186" y="6602387"/>
                </a:lnTo>
                <a:close/>
              </a:path>
              <a:path w="18288635" h="10287000">
                <a:moveTo>
                  <a:pt x="18094719" y="9815487"/>
                </a:moveTo>
                <a:lnTo>
                  <a:pt x="18062042" y="9764687"/>
                </a:lnTo>
                <a:lnTo>
                  <a:pt x="18005451" y="9790087"/>
                </a:lnTo>
                <a:lnTo>
                  <a:pt x="18038128" y="9853587"/>
                </a:lnTo>
                <a:lnTo>
                  <a:pt x="18094719" y="9815487"/>
                </a:lnTo>
                <a:close/>
              </a:path>
              <a:path w="18288635" h="10287000">
                <a:moveTo>
                  <a:pt x="18097348" y="9218587"/>
                </a:moveTo>
                <a:lnTo>
                  <a:pt x="18070094" y="9180487"/>
                </a:lnTo>
                <a:lnTo>
                  <a:pt x="18022875" y="9205887"/>
                </a:lnTo>
                <a:lnTo>
                  <a:pt x="18050129" y="9243987"/>
                </a:lnTo>
                <a:lnTo>
                  <a:pt x="18097348" y="9218587"/>
                </a:lnTo>
                <a:close/>
              </a:path>
              <a:path w="18288635" h="10287000">
                <a:moveTo>
                  <a:pt x="18099710" y="8621687"/>
                </a:moveTo>
                <a:lnTo>
                  <a:pt x="18078057" y="8583587"/>
                </a:lnTo>
                <a:lnTo>
                  <a:pt x="18040566" y="8608987"/>
                </a:lnTo>
                <a:lnTo>
                  <a:pt x="18062207" y="8647087"/>
                </a:lnTo>
                <a:lnTo>
                  <a:pt x="18099710" y="8621687"/>
                </a:lnTo>
                <a:close/>
              </a:path>
              <a:path w="18288635" h="10287000">
                <a:moveTo>
                  <a:pt x="18099824" y="6010643"/>
                </a:moveTo>
                <a:lnTo>
                  <a:pt x="18097411" y="6006477"/>
                </a:lnTo>
                <a:lnTo>
                  <a:pt x="18093246" y="6008878"/>
                </a:lnTo>
                <a:lnTo>
                  <a:pt x="18095659" y="6013056"/>
                </a:lnTo>
                <a:lnTo>
                  <a:pt x="18099824" y="6010643"/>
                </a:lnTo>
                <a:close/>
              </a:path>
              <a:path w="18288635" h="10287000">
                <a:moveTo>
                  <a:pt x="18102339" y="8024787"/>
                </a:moveTo>
                <a:lnTo>
                  <a:pt x="18086108" y="7999387"/>
                </a:lnTo>
                <a:lnTo>
                  <a:pt x="18057978" y="8012087"/>
                </a:lnTo>
                <a:lnTo>
                  <a:pt x="18074221" y="8037487"/>
                </a:lnTo>
                <a:lnTo>
                  <a:pt x="18102339" y="8024787"/>
                </a:lnTo>
                <a:close/>
              </a:path>
              <a:path w="18288635" h="10287000">
                <a:moveTo>
                  <a:pt x="18105514" y="7427887"/>
                </a:moveTo>
                <a:lnTo>
                  <a:pt x="18094300" y="7402487"/>
                </a:lnTo>
                <a:lnTo>
                  <a:pt x="18074856" y="7415187"/>
                </a:lnTo>
                <a:lnTo>
                  <a:pt x="18086070" y="7440587"/>
                </a:lnTo>
                <a:lnTo>
                  <a:pt x="18105514" y="7427887"/>
                </a:lnTo>
                <a:close/>
              </a:path>
              <a:path w="18288635" h="10287000">
                <a:moveTo>
                  <a:pt x="18109794" y="6830987"/>
                </a:moveTo>
                <a:lnTo>
                  <a:pt x="18102784" y="6818287"/>
                </a:lnTo>
                <a:lnTo>
                  <a:pt x="18090630" y="6830987"/>
                </a:lnTo>
                <a:lnTo>
                  <a:pt x="18109794" y="6830987"/>
                </a:lnTo>
                <a:close/>
              </a:path>
              <a:path w="18288635" h="10287000">
                <a:moveTo>
                  <a:pt x="18111166" y="10044087"/>
                </a:moveTo>
                <a:lnTo>
                  <a:pt x="18076482" y="9993287"/>
                </a:lnTo>
                <a:lnTo>
                  <a:pt x="18016411" y="10018687"/>
                </a:lnTo>
                <a:lnTo>
                  <a:pt x="18051095" y="10082187"/>
                </a:lnTo>
                <a:lnTo>
                  <a:pt x="18111166" y="10044087"/>
                </a:lnTo>
                <a:close/>
              </a:path>
              <a:path w="18288635" h="10287000">
                <a:moveTo>
                  <a:pt x="18114341" y="9447187"/>
                </a:moveTo>
                <a:lnTo>
                  <a:pt x="18084673" y="9396387"/>
                </a:lnTo>
                <a:lnTo>
                  <a:pt x="18033289" y="9434487"/>
                </a:lnTo>
                <a:lnTo>
                  <a:pt x="18062956" y="9485287"/>
                </a:lnTo>
                <a:lnTo>
                  <a:pt x="18114341" y="9447187"/>
                </a:lnTo>
                <a:close/>
              </a:path>
              <a:path w="18288635" h="10287000">
                <a:moveTo>
                  <a:pt x="18114887" y="6239192"/>
                </a:moveTo>
                <a:lnTo>
                  <a:pt x="18111483" y="6233299"/>
                </a:lnTo>
                <a:lnTo>
                  <a:pt x="18105578" y="6236703"/>
                </a:lnTo>
                <a:lnTo>
                  <a:pt x="18108981" y="6242596"/>
                </a:lnTo>
                <a:lnTo>
                  <a:pt x="18114887" y="6239192"/>
                </a:lnTo>
                <a:close/>
              </a:path>
              <a:path w="18288635" h="10287000">
                <a:moveTo>
                  <a:pt x="18116423" y="8850287"/>
                </a:moveTo>
                <a:lnTo>
                  <a:pt x="18092573" y="8812187"/>
                </a:lnTo>
                <a:lnTo>
                  <a:pt x="18051247" y="8837587"/>
                </a:lnTo>
                <a:lnTo>
                  <a:pt x="18075098" y="8875687"/>
                </a:lnTo>
                <a:lnTo>
                  <a:pt x="18116423" y="8850287"/>
                </a:lnTo>
                <a:close/>
              </a:path>
              <a:path w="18288635" h="10287000">
                <a:moveTo>
                  <a:pt x="18119052" y="8253387"/>
                </a:moveTo>
                <a:lnTo>
                  <a:pt x="18100612" y="8227987"/>
                </a:lnTo>
                <a:lnTo>
                  <a:pt x="18068671" y="8240687"/>
                </a:lnTo>
                <a:lnTo>
                  <a:pt x="18087112" y="8278787"/>
                </a:lnTo>
                <a:lnTo>
                  <a:pt x="18119052" y="8253387"/>
                </a:lnTo>
                <a:close/>
              </a:path>
              <a:path w="18288635" h="10287000">
                <a:moveTo>
                  <a:pt x="18121351" y="5642229"/>
                </a:moveTo>
                <a:lnTo>
                  <a:pt x="18120551" y="5640832"/>
                </a:lnTo>
                <a:lnTo>
                  <a:pt x="18119167" y="5641645"/>
                </a:lnTo>
                <a:lnTo>
                  <a:pt x="18119967" y="5643029"/>
                </a:lnTo>
                <a:lnTo>
                  <a:pt x="18121351" y="5642229"/>
                </a:lnTo>
                <a:close/>
              </a:path>
              <a:path w="18288635" h="10287000">
                <a:moveTo>
                  <a:pt x="18121961" y="7656487"/>
                </a:moveTo>
                <a:lnTo>
                  <a:pt x="18108727" y="7631087"/>
                </a:lnTo>
                <a:lnTo>
                  <a:pt x="18085804" y="7643787"/>
                </a:lnTo>
                <a:lnTo>
                  <a:pt x="18099037" y="7669187"/>
                </a:lnTo>
                <a:lnTo>
                  <a:pt x="18121961" y="7656487"/>
                </a:lnTo>
                <a:close/>
              </a:path>
              <a:path w="18288635" h="10287000">
                <a:moveTo>
                  <a:pt x="18125682" y="7059587"/>
                </a:moveTo>
                <a:lnTo>
                  <a:pt x="18117058" y="7046887"/>
                </a:lnTo>
                <a:lnTo>
                  <a:pt x="18102136" y="7046887"/>
                </a:lnTo>
                <a:lnTo>
                  <a:pt x="18110746" y="7072287"/>
                </a:lnTo>
                <a:lnTo>
                  <a:pt x="18125682" y="7059587"/>
                </a:lnTo>
                <a:close/>
              </a:path>
              <a:path w="18288635" h="10287000">
                <a:moveTo>
                  <a:pt x="18127053" y="10272687"/>
                </a:moveTo>
                <a:lnTo>
                  <a:pt x="18090769" y="10209187"/>
                </a:lnTo>
                <a:lnTo>
                  <a:pt x="18027917" y="10247287"/>
                </a:lnTo>
                <a:lnTo>
                  <a:pt x="18045164" y="10285387"/>
                </a:lnTo>
                <a:lnTo>
                  <a:pt x="18121338" y="10285387"/>
                </a:lnTo>
                <a:lnTo>
                  <a:pt x="18127053" y="10272687"/>
                </a:lnTo>
                <a:close/>
              </a:path>
              <a:path w="18288635" h="10287000">
                <a:moveTo>
                  <a:pt x="18130508" y="6467894"/>
                </a:moveTo>
                <a:lnTo>
                  <a:pt x="18125694" y="6459563"/>
                </a:lnTo>
                <a:lnTo>
                  <a:pt x="18117363" y="6464363"/>
                </a:lnTo>
                <a:lnTo>
                  <a:pt x="18122176" y="6472707"/>
                </a:lnTo>
                <a:lnTo>
                  <a:pt x="18130508" y="6467894"/>
                </a:lnTo>
                <a:close/>
              </a:path>
              <a:path w="18288635" h="10287000">
                <a:moveTo>
                  <a:pt x="18131041" y="9675787"/>
                </a:moveTo>
                <a:lnTo>
                  <a:pt x="18099177" y="9624987"/>
                </a:lnTo>
                <a:lnTo>
                  <a:pt x="18043970" y="9650387"/>
                </a:lnTo>
                <a:lnTo>
                  <a:pt x="18075847" y="9713887"/>
                </a:lnTo>
                <a:lnTo>
                  <a:pt x="18131041" y="9675787"/>
                </a:lnTo>
                <a:close/>
              </a:path>
              <a:path w="18288635" h="10287000">
                <a:moveTo>
                  <a:pt x="18133670" y="9078887"/>
                </a:moveTo>
                <a:lnTo>
                  <a:pt x="18107216" y="9040787"/>
                </a:lnTo>
                <a:lnTo>
                  <a:pt x="18061382" y="9066187"/>
                </a:lnTo>
                <a:lnTo>
                  <a:pt x="18087848" y="9104287"/>
                </a:lnTo>
                <a:lnTo>
                  <a:pt x="18133670" y="9078887"/>
                </a:lnTo>
                <a:close/>
              </a:path>
              <a:path w="18288635" h="10287000">
                <a:moveTo>
                  <a:pt x="18135765" y="8481987"/>
                </a:moveTo>
                <a:lnTo>
                  <a:pt x="18115115" y="8443887"/>
                </a:lnTo>
                <a:lnTo>
                  <a:pt x="18079352" y="8469287"/>
                </a:lnTo>
                <a:lnTo>
                  <a:pt x="18100002" y="8507387"/>
                </a:lnTo>
                <a:lnTo>
                  <a:pt x="18135765" y="8481987"/>
                </a:lnTo>
                <a:close/>
              </a:path>
              <a:path w="18288635" h="10287000">
                <a:moveTo>
                  <a:pt x="18136426" y="5870778"/>
                </a:moveTo>
                <a:lnTo>
                  <a:pt x="18134610" y="5867654"/>
                </a:lnTo>
                <a:lnTo>
                  <a:pt x="18131486" y="5869457"/>
                </a:lnTo>
                <a:lnTo>
                  <a:pt x="18133302" y="5872581"/>
                </a:lnTo>
                <a:lnTo>
                  <a:pt x="18136426" y="5870778"/>
                </a:lnTo>
                <a:close/>
              </a:path>
              <a:path w="18288635" h="10287000">
                <a:moveTo>
                  <a:pt x="18138394" y="7885087"/>
                </a:moveTo>
                <a:lnTo>
                  <a:pt x="18123154" y="7859687"/>
                </a:lnTo>
                <a:lnTo>
                  <a:pt x="18096764" y="7872387"/>
                </a:lnTo>
                <a:lnTo>
                  <a:pt x="18112004" y="7897787"/>
                </a:lnTo>
                <a:lnTo>
                  <a:pt x="18138394" y="7885087"/>
                </a:lnTo>
                <a:close/>
              </a:path>
              <a:path w="18288635" h="10287000">
                <a:moveTo>
                  <a:pt x="18141836" y="7288187"/>
                </a:moveTo>
                <a:lnTo>
                  <a:pt x="18131422" y="7275487"/>
                </a:lnTo>
                <a:lnTo>
                  <a:pt x="18113363" y="7275487"/>
                </a:lnTo>
                <a:lnTo>
                  <a:pt x="18123789" y="7300887"/>
                </a:lnTo>
                <a:lnTo>
                  <a:pt x="18141836" y="7288187"/>
                </a:lnTo>
                <a:close/>
              </a:path>
              <a:path w="18288635" h="10287000">
                <a:moveTo>
                  <a:pt x="18146116" y="6691287"/>
                </a:moveTo>
                <a:lnTo>
                  <a:pt x="18139906" y="6678587"/>
                </a:lnTo>
                <a:lnTo>
                  <a:pt x="18129136" y="6691287"/>
                </a:lnTo>
                <a:lnTo>
                  <a:pt x="18146116" y="6691287"/>
                </a:lnTo>
                <a:close/>
              </a:path>
              <a:path w="18288635" h="10287000">
                <a:moveTo>
                  <a:pt x="18147475" y="9904387"/>
                </a:moveTo>
                <a:lnTo>
                  <a:pt x="18113604" y="9853587"/>
                </a:lnTo>
                <a:lnTo>
                  <a:pt x="18054930" y="9878987"/>
                </a:lnTo>
                <a:lnTo>
                  <a:pt x="18088801" y="9942487"/>
                </a:lnTo>
                <a:lnTo>
                  <a:pt x="18147475" y="9904387"/>
                </a:lnTo>
                <a:close/>
              </a:path>
              <a:path w="18288635" h="10287000">
                <a:moveTo>
                  <a:pt x="18150116" y="9307487"/>
                </a:moveTo>
                <a:lnTo>
                  <a:pt x="18121643" y="9256687"/>
                </a:lnTo>
                <a:lnTo>
                  <a:pt x="18072342" y="9294787"/>
                </a:lnTo>
                <a:lnTo>
                  <a:pt x="18100802" y="9332887"/>
                </a:lnTo>
                <a:lnTo>
                  <a:pt x="18150116" y="9307487"/>
                </a:lnTo>
                <a:close/>
              </a:path>
              <a:path w="18288635" h="10287000">
                <a:moveTo>
                  <a:pt x="18151488" y="6099327"/>
                </a:moveTo>
                <a:lnTo>
                  <a:pt x="18148681" y="6094463"/>
                </a:lnTo>
                <a:lnTo>
                  <a:pt x="18143817" y="6097270"/>
                </a:lnTo>
                <a:lnTo>
                  <a:pt x="18146624" y="6102134"/>
                </a:lnTo>
                <a:lnTo>
                  <a:pt x="18151488" y="6099327"/>
                </a:lnTo>
                <a:close/>
              </a:path>
              <a:path w="18288635" h="10287000">
                <a:moveTo>
                  <a:pt x="18152199" y="8710587"/>
                </a:moveTo>
                <a:lnTo>
                  <a:pt x="18129542" y="8672487"/>
                </a:lnTo>
                <a:lnTo>
                  <a:pt x="18090312" y="8697887"/>
                </a:lnTo>
                <a:lnTo>
                  <a:pt x="18112956" y="8735987"/>
                </a:lnTo>
                <a:lnTo>
                  <a:pt x="18152199" y="8710587"/>
                </a:lnTo>
                <a:close/>
              </a:path>
              <a:path w="18288635" h="10287000">
                <a:moveTo>
                  <a:pt x="18154549" y="8113687"/>
                </a:moveTo>
                <a:lnTo>
                  <a:pt x="18137505" y="8088287"/>
                </a:lnTo>
                <a:lnTo>
                  <a:pt x="18108003" y="8100987"/>
                </a:lnTo>
                <a:lnTo>
                  <a:pt x="18125034" y="8126387"/>
                </a:lnTo>
                <a:lnTo>
                  <a:pt x="18154549" y="8113687"/>
                </a:lnTo>
                <a:close/>
              </a:path>
              <a:path w="18288635" h="10287000">
                <a:moveTo>
                  <a:pt x="18158003" y="7516787"/>
                </a:moveTo>
                <a:lnTo>
                  <a:pt x="18145773" y="7491387"/>
                </a:lnTo>
                <a:lnTo>
                  <a:pt x="18124602" y="7504087"/>
                </a:lnTo>
                <a:lnTo>
                  <a:pt x="18136820" y="7529487"/>
                </a:lnTo>
                <a:lnTo>
                  <a:pt x="18158003" y="7516787"/>
                </a:lnTo>
                <a:close/>
              </a:path>
              <a:path w="18288635" h="10287000">
                <a:moveTo>
                  <a:pt x="18162004" y="6919887"/>
                </a:moveTo>
                <a:lnTo>
                  <a:pt x="18154180" y="6907187"/>
                </a:lnTo>
                <a:lnTo>
                  <a:pt x="18140642" y="6907187"/>
                </a:lnTo>
                <a:lnTo>
                  <a:pt x="18148465" y="6932587"/>
                </a:lnTo>
                <a:lnTo>
                  <a:pt x="18162004" y="6919887"/>
                </a:lnTo>
                <a:close/>
              </a:path>
              <a:path w="18288635" h="10287000">
                <a:moveTo>
                  <a:pt x="18163642" y="10132987"/>
                </a:moveTo>
                <a:lnTo>
                  <a:pt x="18127955" y="10069487"/>
                </a:lnTo>
                <a:lnTo>
                  <a:pt x="18066157" y="10107587"/>
                </a:lnTo>
                <a:lnTo>
                  <a:pt x="18101844" y="10171087"/>
                </a:lnTo>
                <a:lnTo>
                  <a:pt x="18163642" y="10132987"/>
                </a:lnTo>
                <a:close/>
              </a:path>
              <a:path w="18288635" h="10287000">
                <a:moveTo>
                  <a:pt x="18166550" y="6327876"/>
                </a:moveTo>
                <a:lnTo>
                  <a:pt x="18162740" y="6321272"/>
                </a:lnTo>
                <a:lnTo>
                  <a:pt x="18156149" y="6325082"/>
                </a:lnTo>
                <a:lnTo>
                  <a:pt x="18159959" y="6331686"/>
                </a:lnTo>
                <a:lnTo>
                  <a:pt x="18166550" y="6327876"/>
                </a:lnTo>
                <a:close/>
              </a:path>
              <a:path w="18288635" h="10287000">
                <a:moveTo>
                  <a:pt x="18167096" y="9536087"/>
                </a:moveTo>
                <a:lnTo>
                  <a:pt x="18136223" y="9485287"/>
                </a:lnTo>
                <a:lnTo>
                  <a:pt x="18082756" y="9523387"/>
                </a:lnTo>
                <a:lnTo>
                  <a:pt x="18113629" y="9574187"/>
                </a:lnTo>
                <a:lnTo>
                  <a:pt x="18167096" y="9536087"/>
                </a:lnTo>
                <a:close/>
              </a:path>
              <a:path w="18288635" h="10287000">
                <a:moveTo>
                  <a:pt x="18169179" y="8939187"/>
                </a:moveTo>
                <a:lnTo>
                  <a:pt x="18144122" y="8901087"/>
                </a:lnTo>
                <a:lnTo>
                  <a:pt x="18100726" y="8926487"/>
                </a:lnTo>
                <a:lnTo>
                  <a:pt x="18125783" y="8964587"/>
                </a:lnTo>
                <a:lnTo>
                  <a:pt x="18169179" y="8939187"/>
                </a:lnTo>
                <a:close/>
              </a:path>
              <a:path w="18288635" h="10287000">
                <a:moveTo>
                  <a:pt x="18171529" y="8342287"/>
                </a:moveTo>
                <a:lnTo>
                  <a:pt x="18152085" y="8304187"/>
                </a:lnTo>
                <a:lnTo>
                  <a:pt x="18118405" y="8329587"/>
                </a:lnTo>
                <a:lnTo>
                  <a:pt x="18137848" y="8367687"/>
                </a:lnTo>
                <a:lnTo>
                  <a:pt x="18171529" y="8342287"/>
                </a:lnTo>
                <a:close/>
              </a:path>
              <a:path w="18288635" h="10287000">
                <a:moveTo>
                  <a:pt x="18173015" y="5730900"/>
                </a:moveTo>
                <a:lnTo>
                  <a:pt x="18171808" y="5728817"/>
                </a:lnTo>
                <a:lnTo>
                  <a:pt x="18169725" y="5730024"/>
                </a:lnTo>
                <a:lnTo>
                  <a:pt x="18170932" y="5732107"/>
                </a:lnTo>
                <a:lnTo>
                  <a:pt x="18173015" y="5730900"/>
                </a:lnTo>
                <a:close/>
              </a:path>
              <a:path w="18288635" h="10287000">
                <a:moveTo>
                  <a:pt x="18174437" y="7745387"/>
                </a:moveTo>
                <a:lnTo>
                  <a:pt x="18160213" y="7719987"/>
                </a:lnTo>
                <a:lnTo>
                  <a:pt x="18135550" y="7732687"/>
                </a:lnTo>
                <a:lnTo>
                  <a:pt x="18149786" y="7758087"/>
                </a:lnTo>
                <a:lnTo>
                  <a:pt x="18174437" y="7745387"/>
                </a:lnTo>
                <a:close/>
              </a:path>
              <a:path w="18288635" h="10287000">
                <a:moveTo>
                  <a:pt x="18177891" y="7148487"/>
                </a:moveTo>
                <a:lnTo>
                  <a:pt x="18168468" y="7135787"/>
                </a:lnTo>
                <a:lnTo>
                  <a:pt x="18152148" y="7135787"/>
                </a:lnTo>
                <a:lnTo>
                  <a:pt x="18161572" y="7161187"/>
                </a:lnTo>
                <a:lnTo>
                  <a:pt x="18177891" y="7148487"/>
                </a:lnTo>
                <a:close/>
              </a:path>
              <a:path w="18288635" h="10287000">
                <a:moveTo>
                  <a:pt x="18182438" y="6551587"/>
                </a:moveTo>
                <a:lnTo>
                  <a:pt x="18177028" y="6538887"/>
                </a:lnTo>
                <a:lnTo>
                  <a:pt x="18167655" y="6551587"/>
                </a:lnTo>
                <a:lnTo>
                  <a:pt x="18182438" y="6551587"/>
                </a:lnTo>
                <a:close/>
              </a:path>
              <a:path w="18288635" h="10287000">
                <a:moveTo>
                  <a:pt x="18183530" y="9764687"/>
                </a:moveTo>
                <a:lnTo>
                  <a:pt x="18150650" y="9713887"/>
                </a:lnTo>
                <a:lnTo>
                  <a:pt x="18093716" y="9739287"/>
                </a:lnTo>
                <a:lnTo>
                  <a:pt x="18126596" y="9802787"/>
                </a:lnTo>
                <a:lnTo>
                  <a:pt x="18183530" y="9764687"/>
                </a:lnTo>
                <a:close/>
              </a:path>
              <a:path w="18288635" h="10287000">
                <a:moveTo>
                  <a:pt x="18185880" y="9167787"/>
                </a:moveTo>
                <a:lnTo>
                  <a:pt x="18158625" y="9116987"/>
                </a:lnTo>
                <a:lnTo>
                  <a:pt x="18111407" y="9155087"/>
                </a:lnTo>
                <a:lnTo>
                  <a:pt x="18138674" y="9193187"/>
                </a:lnTo>
                <a:lnTo>
                  <a:pt x="18185880" y="9167787"/>
                </a:lnTo>
                <a:close/>
              </a:path>
              <a:path w="18288635" h="10287000">
                <a:moveTo>
                  <a:pt x="18188077" y="5959449"/>
                </a:moveTo>
                <a:lnTo>
                  <a:pt x="18185880" y="5955639"/>
                </a:lnTo>
                <a:lnTo>
                  <a:pt x="18182057" y="5957836"/>
                </a:lnTo>
                <a:lnTo>
                  <a:pt x="18184267" y="5961659"/>
                </a:lnTo>
                <a:lnTo>
                  <a:pt x="18188077" y="5959449"/>
                </a:lnTo>
                <a:close/>
              </a:path>
              <a:path w="18288635" h="10287000">
                <a:moveTo>
                  <a:pt x="18188242" y="8570887"/>
                </a:moveTo>
                <a:lnTo>
                  <a:pt x="18166601" y="8532787"/>
                </a:lnTo>
                <a:lnTo>
                  <a:pt x="18129098" y="8558187"/>
                </a:lnTo>
                <a:lnTo>
                  <a:pt x="18150751" y="8596287"/>
                </a:lnTo>
                <a:lnTo>
                  <a:pt x="18188242" y="8570887"/>
                </a:lnTo>
                <a:close/>
              </a:path>
              <a:path w="18288635" h="10287000">
                <a:moveTo>
                  <a:pt x="18190604" y="7973987"/>
                </a:moveTo>
                <a:lnTo>
                  <a:pt x="18174564" y="7948587"/>
                </a:lnTo>
                <a:lnTo>
                  <a:pt x="18146789" y="7961287"/>
                </a:lnTo>
                <a:lnTo>
                  <a:pt x="18162829" y="7986687"/>
                </a:lnTo>
                <a:lnTo>
                  <a:pt x="18190604" y="7973987"/>
                </a:lnTo>
                <a:close/>
              </a:path>
              <a:path w="18288635" h="10287000">
                <a:moveTo>
                  <a:pt x="18193779" y="7377087"/>
                </a:moveTo>
                <a:lnTo>
                  <a:pt x="18182755" y="7351687"/>
                </a:lnTo>
                <a:lnTo>
                  <a:pt x="18163655" y="7364387"/>
                </a:lnTo>
                <a:lnTo>
                  <a:pt x="18174678" y="7389787"/>
                </a:lnTo>
                <a:lnTo>
                  <a:pt x="18193779" y="7377087"/>
                </a:lnTo>
                <a:close/>
              </a:path>
              <a:path w="18288635" h="10287000">
                <a:moveTo>
                  <a:pt x="18198326" y="6780187"/>
                </a:moveTo>
                <a:lnTo>
                  <a:pt x="18191315" y="6767487"/>
                </a:lnTo>
                <a:lnTo>
                  <a:pt x="18179161" y="6780187"/>
                </a:lnTo>
                <a:lnTo>
                  <a:pt x="18198326" y="6780187"/>
                </a:lnTo>
                <a:close/>
              </a:path>
              <a:path w="18288635" h="10287000">
                <a:moveTo>
                  <a:pt x="18200243" y="9993287"/>
                </a:moveTo>
                <a:lnTo>
                  <a:pt x="18165166" y="9942487"/>
                </a:lnTo>
                <a:lnTo>
                  <a:pt x="18104396" y="9967887"/>
                </a:lnTo>
                <a:lnTo>
                  <a:pt x="18139487" y="10031387"/>
                </a:lnTo>
                <a:lnTo>
                  <a:pt x="18200243" y="9993287"/>
                </a:lnTo>
                <a:close/>
              </a:path>
              <a:path w="18288635" h="10287000">
                <a:moveTo>
                  <a:pt x="18203139" y="9396387"/>
                </a:moveTo>
                <a:lnTo>
                  <a:pt x="18173281" y="9345587"/>
                </a:lnTo>
                <a:lnTo>
                  <a:pt x="18121541" y="9383687"/>
                </a:lnTo>
                <a:lnTo>
                  <a:pt x="18151412" y="9434487"/>
                </a:lnTo>
                <a:lnTo>
                  <a:pt x="18203139" y="9396387"/>
                </a:lnTo>
                <a:close/>
              </a:path>
              <a:path w="18288635" h="10287000">
                <a:moveTo>
                  <a:pt x="18203152" y="6188011"/>
                </a:moveTo>
                <a:lnTo>
                  <a:pt x="18199939" y="6182449"/>
                </a:lnTo>
                <a:lnTo>
                  <a:pt x="18194389" y="6185662"/>
                </a:lnTo>
                <a:lnTo>
                  <a:pt x="18197589" y="6191212"/>
                </a:lnTo>
                <a:lnTo>
                  <a:pt x="18203152" y="6188011"/>
                </a:lnTo>
                <a:close/>
              </a:path>
              <a:path w="18288635" h="10287000">
                <a:moveTo>
                  <a:pt x="18204955" y="8799487"/>
                </a:moveTo>
                <a:lnTo>
                  <a:pt x="18181104" y="8761387"/>
                </a:lnTo>
                <a:lnTo>
                  <a:pt x="18139779" y="8786787"/>
                </a:lnTo>
                <a:lnTo>
                  <a:pt x="18163629" y="8824887"/>
                </a:lnTo>
                <a:lnTo>
                  <a:pt x="18204955" y="8799487"/>
                </a:lnTo>
                <a:close/>
              </a:path>
              <a:path w="18288635" h="10287000">
                <a:moveTo>
                  <a:pt x="18207305" y="8202587"/>
                </a:moveTo>
                <a:lnTo>
                  <a:pt x="18189067" y="8177187"/>
                </a:lnTo>
                <a:lnTo>
                  <a:pt x="18157470" y="8189887"/>
                </a:lnTo>
                <a:lnTo>
                  <a:pt x="18175720" y="8215287"/>
                </a:lnTo>
                <a:lnTo>
                  <a:pt x="18207305" y="8202587"/>
                </a:lnTo>
                <a:close/>
              </a:path>
              <a:path w="18288635" h="10287000">
                <a:moveTo>
                  <a:pt x="18209895" y="5591111"/>
                </a:moveTo>
                <a:lnTo>
                  <a:pt x="18209083" y="5589727"/>
                </a:lnTo>
                <a:lnTo>
                  <a:pt x="18207698" y="5590527"/>
                </a:lnTo>
                <a:lnTo>
                  <a:pt x="18208498" y="5591911"/>
                </a:lnTo>
                <a:lnTo>
                  <a:pt x="18209895" y="5591111"/>
                </a:lnTo>
                <a:close/>
              </a:path>
              <a:path w="18288635" h="10287000">
                <a:moveTo>
                  <a:pt x="18210213" y="7605687"/>
                </a:moveTo>
                <a:lnTo>
                  <a:pt x="18197183" y="7580287"/>
                </a:lnTo>
                <a:lnTo>
                  <a:pt x="18174615" y="7592987"/>
                </a:lnTo>
                <a:lnTo>
                  <a:pt x="18187645" y="7618387"/>
                </a:lnTo>
                <a:lnTo>
                  <a:pt x="18210213" y="7605687"/>
                </a:lnTo>
                <a:close/>
              </a:path>
              <a:path w="18288635" h="10287000">
                <a:moveTo>
                  <a:pt x="18213947" y="7008787"/>
                </a:moveTo>
                <a:lnTo>
                  <a:pt x="18205514" y="6996087"/>
                </a:lnTo>
                <a:lnTo>
                  <a:pt x="18190934" y="6996087"/>
                </a:lnTo>
                <a:lnTo>
                  <a:pt x="18199354" y="7021487"/>
                </a:lnTo>
                <a:lnTo>
                  <a:pt x="18213947" y="7008787"/>
                </a:lnTo>
                <a:close/>
              </a:path>
              <a:path w="18288635" h="10287000">
                <a:moveTo>
                  <a:pt x="18216398" y="10221887"/>
                </a:moveTo>
                <a:lnTo>
                  <a:pt x="18179517" y="10158387"/>
                </a:lnTo>
                <a:lnTo>
                  <a:pt x="18115636" y="10196487"/>
                </a:lnTo>
                <a:lnTo>
                  <a:pt x="18152517" y="10259987"/>
                </a:lnTo>
                <a:lnTo>
                  <a:pt x="18216398" y="10221887"/>
                </a:lnTo>
                <a:close/>
              </a:path>
              <a:path w="18288635" h="10287000">
                <a:moveTo>
                  <a:pt x="18218760" y="6416700"/>
                </a:moveTo>
                <a:lnTo>
                  <a:pt x="18214150" y="6408725"/>
                </a:lnTo>
                <a:lnTo>
                  <a:pt x="18206162" y="6413335"/>
                </a:lnTo>
                <a:lnTo>
                  <a:pt x="18210772" y="6421310"/>
                </a:lnTo>
                <a:lnTo>
                  <a:pt x="18218760" y="6416700"/>
                </a:lnTo>
                <a:close/>
              </a:path>
              <a:path w="18288635" h="10287000">
                <a:moveTo>
                  <a:pt x="18219852" y="9624987"/>
                </a:moveTo>
                <a:lnTo>
                  <a:pt x="18187785" y="9574187"/>
                </a:lnTo>
                <a:lnTo>
                  <a:pt x="18132235" y="9599587"/>
                </a:lnTo>
                <a:lnTo>
                  <a:pt x="18164302" y="9663087"/>
                </a:lnTo>
                <a:lnTo>
                  <a:pt x="18219852" y="9624987"/>
                </a:lnTo>
                <a:close/>
              </a:path>
              <a:path w="18288635" h="10287000">
                <a:moveTo>
                  <a:pt x="18221935" y="9028087"/>
                </a:moveTo>
                <a:lnTo>
                  <a:pt x="18195671" y="8989987"/>
                </a:lnTo>
                <a:lnTo>
                  <a:pt x="18150193" y="9015387"/>
                </a:lnTo>
                <a:lnTo>
                  <a:pt x="18176456" y="9053487"/>
                </a:lnTo>
                <a:lnTo>
                  <a:pt x="18221935" y="9028087"/>
                </a:lnTo>
                <a:close/>
              </a:path>
              <a:path w="18288635" h="10287000">
                <a:moveTo>
                  <a:pt x="18224018" y="8431187"/>
                </a:moveTo>
                <a:lnTo>
                  <a:pt x="18203571" y="8393087"/>
                </a:lnTo>
                <a:lnTo>
                  <a:pt x="18168150" y="8418487"/>
                </a:lnTo>
                <a:lnTo>
                  <a:pt x="18188597" y="8456587"/>
                </a:lnTo>
                <a:lnTo>
                  <a:pt x="18224018" y="8431187"/>
                </a:lnTo>
                <a:close/>
              </a:path>
              <a:path w="18288635" h="10287000">
                <a:moveTo>
                  <a:pt x="18224678" y="5819584"/>
                </a:moveTo>
                <a:lnTo>
                  <a:pt x="18223078" y="5816816"/>
                </a:lnTo>
                <a:lnTo>
                  <a:pt x="18220297" y="5818416"/>
                </a:lnTo>
                <a:lnTo>
                  <a:pt x="18221910" y="5821197"/>
                </a:lnTo>
                <a:lnTo>
                  <a:pt x="18224678" y="5819584"/>
                </a:lnTo>
                <a:close/>
              </a:path>
              <a:path w="18288635" h="10287000">
                <a:moveTo>
                  <a:pt x="18226647" y="7834287"/>
                </a:moveTo>
                <a:lnTo>
                  <a:pt x="18211610" y="7808887"/>
                </a:lnTo>
                <a:lnTo>
                  <a:pt x="18185575" y="7821587"/>
                </a:lnTo>
                <a:lnTo>
                  <a:pt x="18200612" y="7846987"/>
                </a:lnTo>
                <a:lnTo>
                  <a:pt x="18226647" y="7834287"/>
                </a:lnTo>
                <a:close/>
              </a:path>
              <a:path w="18288635" h="10287000">
                <a:moveTo>
                  <a:pt x="18230101" y="7237387"/>
                </a:moveTo>
                <a:lnTo>
                  <a:pt x="18219878" y="7224687"/>
                </a:lnTo>
                <a:lnTo>
                  <a:pt x="18202174" y="7224687"/>
                </a:lnTo>
                <a:lnTo>
                  <a:pt x="18212397" y="7250087"/>
                </a:lnTo>
                <a:lnTo>
                  <a:pt x="18230101" y="7237387"/>
                </a:lnTo>
                <a:close/>
              </a:path>
              <a:path w="18288635" h="10287000">
                <a:moveTo>
                  <a:pt x="18234368" y="6640487"/>
                </a:moveTo>
                <a:lnTo>
                  <a:pt x="18228361" y="6627787"/>
                </a:lnTo>
                <a:lnTo>
                  <a:pt x="18217947" y="6640487"/>
                </a:lnTo>
                <a:lnTo>
                  <a:pt x="18234368" y="6640487"/>
                </a:lnTo>
                <a:close/>
              </a:path>
              <a:path w="18288635" h="10287000">
                <a:moveTo>
                  <a:pt x="18236286" y="9853587"/>
                </a:moveTo>
                <a:lnTo>
                  <a:pt x="18202212" y="9802787"/>
                </a:lnTo>
                <a:lnTo>
                  <a:pt x="18143195" y="9828187"/>
                </a:lnTo>
                <a:lnTo>
                  <a:pt x="18177269" y="9891687"/>
                </a:lnTo>
                <a:lnTo>
                  <a:pt x="18236286" y="9853587"/>
                </a:lnTo>
                <a:close/>
              </a:path>
              <a:path w="18288635" h="10287000">
                <a:moveTo>
                  <a:pt x="18238648" y="9256687"/>
                </a:moveTo>
                <a:lnTo>
                  <a:pt x="18210175" y="9205887"/>
                </a:lnTo>
                <a:lnTo>
                  <a:pt x="18160886" y="9243987"/>
                </a:lnTo>
                <a:lnTo>
                  <a:pt x="18189347" y="9282087"/>
                </a:lnTo>
                <a:lnTo>
                  <a:pt x="18238648" y="9256687"/>
                </a:lnTo>
                <a:close/>
              </a:path>
              <a:path w="18288635" h="10287000">
                <a:moveTo>
                  <a:pt x="18240020" y="6048210"/>
                </a:moveTo>
                <a:lnTo>
                  <a:pt x="18237213" y="6043346"/>
                </a:lnTo>
                <a:lnTo>
                  <a:pt x="18232349" y="6046152"/>
                </a:lnTo>
                <a:lnTo>
                  <a:pt x="18235156" y="6051016"/>
                </a:lnTo>
                <a:lnTo>
                  <a:pt x="18240020" y="6048210"/>
                </a:lnTo>
                <a:close/>
              </a:path>
              <a:path w="18288635" h="10287000">
                <a:moveTo>
                  <a:pt x="18240731" y="8659787"/>
                </a:moveTo>
                <a:lnTo>
                  <a:pt x="18218074" y="8621687"/>
                </a:lnTo>
                <a:lnTo>
                  <a:pt x="18178844" y="8647087"/>
                </a:lnTo>
                <a:lnTo>
                  <a:pt x="18201501" y="8685187"/>
                </a:lnTo>
                <a:lnTo>
                  <a:pt x="18240731" y="8659787"/>
                </a:lnTo>
                <a:close/>
              </a:path>
              <a:path w="18288635" h="10287000">
                <a:moveTo>
                  <a:pt x="18242814" y="8062887"/>
                </a:moveTo>
                <a:lnTo>
                  <a:pt x="18225974" y="8037487"/>
                </a:lnTo>
                <a:lnTo>
                  <a:pt x="18196814" y="8050187"/>
                </a:lnTo>
                <a:lnTo>
                  <a:pt x="18213655" y="8075587"/>
                </a:lnTo>
                <a:lnTo>
                  <a:pt x="18242814" y="8062887"/>
                </a:lnTo>
                <a:close/>
              </a:path>
              <a:path w="18288635" h="10287000">
                <a:moveTo>
                  <a:pt x="18246255" y="7465987"/>
                </a:moveTo>
                <a:lnTo>
                  <a:pt x="18234229" y="7440587"/>
                </a:lnTo>
                <a:lnTo>
                  <a:pt x="18213401" y="7453287"/>
                </a:lnTo>
                <a:lnTo>
                  <a:pt x="18225427" y="7478687"/>
                </a:lnTo>
                <a:lnTo>
                  <a:pt x="18246255" y="7465987"/>
                </a:lnTo>
                <a:close/>
              </a:path>
              <a:path w="18288635" h="10287000">
                <a:moveTo>
                  <a:pt x="18249075" y="10285387"/>
                </a:moveTo>
                <a:lnTo>
                  <a:pt x="18231079" y="10247287"/>
                </a:lnTo>
                <a:lnTo>
                  <a:pt x="18177066" y="10285387"/>
                </a:lnTo>
                <a:lnTo>
                  <a:pt x="18249075" y="10285387"/>
                </a:lnTo>
                <a:close/>
              </a:path>
              <a:path w="18288635" h="10287000">
                <a:moveTo>
                  <a:pt x="18249989" y="6869087"/>
                </a:moveTo>
                <a:lnTo>
                  <a:pt x="18242572" y="6856387"/>
                </a:lnTo>
                <a:lnTo>
                  <a:pt x="18229720" y="6856387"/>
                </a:lnTo>
                <a:lnTo>
                  <a:pt x="18237137" y="6869087"/>
                </a:lnTo>
                <a:lnTo>
                  <a:pt x="18249989" y="6869087"/>
                </a:lnTo>
                <a:close/>
              </a:path>
              <a:path w="18288635" h="10287000">
                <a:moveTo>
                  <a:pt x="18252999" y="10082187"/>
                </a:moveTo>
                <a:lnTo>
                  <a:pt x="18216715" y="10018687"/>
                </a:lnTo>
                <a:lnTo>
                  <a:pt x="18153876" y="10056787"/>
                </a:lnTo>
                <a:lnTo>
                  <a:pt x="18190160" y="10120287"/>
                </a:lnTo>
                <a:lnTo>
                  <a:pt x="18252999" y="10082187"/>
                </a:lnTo>
                <a:close/>
              </a:path>
              <a:path w="18288635" h="10287000">
                <a:moveTo>
                  <a:pt x="18254815" y="6276695"/>
                </a:moveTo>
                <a:lnTo>
                  <a:pt x="18251208" y="6270434"/>
                </a:lnTo>
                <a:lnTo>
                  <a:pt x="18244947" y="6274041"/>
                </a:lnTo>
                <a:lnTo>
                  <a:pt x="18248554" y="6280302"/>
                </a:lnTo>
                <a:lnTo>
                  <a:pt x="18254815" y="6276695"/>
                </a:lnTo>
                <a:close/>
              </a:path>
              <a:path w="18288635" h="10287000">
                <a:moveTo>
                  <a:pt x="18255907" y="9485287"/>
                </a:moveTo>
                <a:lnTo>
                  <a:pt x="18224831" y="9434487"/>
                </a:lnTo>
                <a:lnTo>
                  <a:pt x="18171008" y="9459887"/>
                </a:lnTo>
                <a:lnTo>
                  <a:pt x="18202085" y="9523387"/>
                </a:lnTo>
                <a:lnTo>
                  <a:pt x="18255907" y="9485287"/>
                </a:lnTo>
                <a:close/>
              </a:path>
              <a:path w="18288635" h="10287000">
                <a:moveTo>
                  <a:pt x="18257711" y="8888387"/>
                </a:moveTo>
                <a:lnTo>
                  <a:pt x="18232654" y="8850287"/>
                </a:lnTo>
                <a:lnTo>
                  <a:pt x="18189258" y="8875687"/>
                </a:lnTo>
                <a:lnTo>
                  <a:pt x="18214315" y="8913787"/>
                </a:lnTo>
                <a:lnTo>
                  <a:pt x="18257711" y="8888387"/>
                </a:lnTo>
                <a:close/>
              </a:path>
              <a:path w="18288635" h="10287000">
                <a:moveTo>
                  <a:pt x="18259794" y="8291487"/>
                </a:moveTo>
                <a:lnTo>
                  <a:pt x="18240553" y="8253387"/>
                </a:lnTo>
                <a:lnTo>
                  <a:pt x="18207216" y="8278787"/>
                </a:lnTo>
                <a:lnTo>
                  <a:pt x="18226469" y="8316887"/>
                </a:lnTo>
                <a:lnTo>
                  <a:pt x="18259794" y="8291487"/>
                </a:lnTo>
                <a:close/>
              </a:path>
              <a:path w="18288635" h="10287000">
                <a:moveTo>
                  <a:pt x="18261546" y="5679795"/>
                </a:moveTo>
                <a:lnTo>
                  <a:pt x="18260352" y="5677700"/>
                </a:lnTo>
                <a:lnTo>
                  <a:pt x="18258270" y="5678906"/>
                </a:lnTo>
                <a:lnTo>
                  <a:pt x="18259476" y="5680989"/>
                </a:lnTo>
                <a:lnTo>
                  <a:pt x="18261546" y="5679795"/>
                </a:lnTo>
                <a:close/>
              </a:path>
              <a:path w="18288635" h="10287000">
                <a:moveTo>
                  <a:pt x="18262702" y="7694587"/>
                </a:moveTo>
                <a:lnTo>
                  <a:pt x="18248668" y="7669187"/>
                </a:lnTo>
                <a:lnTo>
                  <a:pt x="18224361" y="7681887"/>
                </a:lnTo>
                <a:lnTo>
                  <a:pt x="18238394" y="7707287"/>
                </a:lnTo>
                <a:lnTo>
                  <a:pt x="18262702" y="7694587"/>
                </a:lnTo>
                <a:close/>
              </a:path>
              <a:path w="18288635" h="10287000">
                <a:moveTo>
                  <a:pt x="18265877" y="7097687"/>
                </a:moveTo>
                <a:lnTo>
                  <a:pt x="18256860" y="7084987"/>
                </a:lnTo>
                <a:lnTo>
                  <a:pt x="18241226" y="7084987"/>
                </a:lnTo>
                <a:lnTo>
                  <a:pt x="18250256" y="7110387"/>
                </a:lnTo>
                <a:lnTo>
                  <a:pt x="18265877" y="7097687"/>
                </a:lnTo>
                <a:close/>
              </a:path>
              <a:path w="18288635" h="10287000">
                <a:moveTo>
                  <a:pt x="18270703" y="6505461"/>
                </a:moveTo>
                <a:lnTo>
                  <a:pt x="18265483" y="6496431"/>
                </a:lnTo>
                <a:lnTo>
                  <a:pt x="18256466" y="6501638"/>
                </a:lnTo>
                <a:lnTo>
                  <a:pt x="18261673" y="6510668"/>
                </a:lnTo>
                <a:lnTo>
                  <a:pt x="18270703" y="6505461"/>
                </a:lnTo>
                <a:close/>
              </a:path>
              <a:path w="18288635" h="10287000">
                <a:moveTo>
                  <a:pt x="18272341" y="9713887"/>
                </a:moveTo>
                <a:lnTo>
                  <a:pt x="18239258" y="9663087"/>
                </a:lnTo>
                <a:lnTo>
                  <a:pt x="18181981" y="9688487"/>
                </a:lnTo>
                <a:lnTo>
                  <a:pt x="18215052" y="9751987"/>
                </a:lnTo>
                <a:lnTo>
                  <a:pt x="18272341" y="9713887"/>
                </a:lnTo>
                <a:close/>
              </a:path>
              <a:path w="18288635" h="10287000">
                <a:moveTo>
                  <a:pt x="18274424" y="9116987"/>
                </a:moveTo>
                <a:lnTo>
                  <a:pt x="18247157" y="9066187"/>
                </a:lnTo>
                <a:lnTo>
                  <a:pt x="18199939" y="9104287"/>
                </a:lnTo>
                <a:lnTo>
                  <a:pt x="18227205" y="9142387"/>
                </a:lnTo>
                <a:lnTo>
                  <a:pt x="18274424" y="9116987"/>
                </a:lnTo>
                <a:close/>
              </a:path>
              <a:path w="18288635" h="10287000">
                <a:moveTo>
                  <a:pt x="18276342" y="5908268"/>
                </a:moveTo>
                <a:lnTo>
                  <a:pt x="18274348" y="5904801"/>
                </a:lnTo>
                <a:lnTo>
                  <a:pt x="18270868" y="5906795"/>
                </a:lnTo>
                <a:lnTo>
                  <a:pt x="18272875" y="5910275"/>
                </a:lnTo>
                <a:lnTo>
                  <a:pt x="18276342" y="5908268"/>
                </a:lnTo>
                <a:close/>
              </a:path>
              <a:path w="18288635" h="10287000">
                <a:moveTo>
                  <a:pt x="18276507" y="8520087"/>
                </a:moveTo>
                <a:lnTo>
                  <a:pt x="18255057" y="8481987"/>
                </a:lnTo>
                <a:lnTo>
                  <a:pt x="18217896" y="8507387"/>
                </a:lnTo>
                <a:lnTo>
                  <a:pt x="18239359" y="8545487"/>
                </a:lnTo>
                <a:lnTo>
                  <a:pt x="18276507" y="8520087"/>
                </a:lnTo>
                <a:close/>
              </a:path>
              <a:path w="18288635" h="10287000">
                <a:moveTo>
                  <a:pt x="18278856" y="7923187"/>
                </a:moveTo>
                <a:lnTo>
                  <a:pt x="18263019" y="7897787"/>
                </a:lnTo>
                <a:lnTo>
                  <a:pt x="18235587" y="7910487"/>
                </a:lnTo>
                <a:lnTo>
                  <a:pt x="18251424" y="7935887"/>
                </a:lnTo>
                <a:lnTo>
                  <a:pt x="18278856" y="7923187"/>
                </a:lnTo>
                <a:close/>
              </a:path>
              <a:path w="18288635" h="10287000">
                <a:moveTo>
                  <a:pt x="18282311" y="7326287"/>
                </a:moveTo>
                <a:lnTo>
                  <a:pt x="18271287" y="7300887"/>
                </a:lnTo>
                <a:lnTo>
                  <a:pt x="18252186" y="7313587"/>
                </a:lnTo>
                <a:lnTo>
                  <a:pt x="18263223" y="7338987"/>
                </a:lnTo>
                <a:lnTo>
                  <a:pt x="18282311" y="7326287"/>
                </a:lnTo>
                <a:close/>
              </a:path>
              <a:path w="18288635" h="10287000">
                <a:moveTo>
                  <a:pt x="18286311" y="6729387"/>
                </a:moveTo>
                <a:lnTo>
                  <a:pt x="18279695" y="6716687"/>
                </a:lnTo>
                <a:lnTo>
                  <a:pt x="18268239" y="6716687"/>
                </a:lnTo>
                <a:lnTo>
                  <a:pt x="18274856" y="6729387"/>
                </a:lnTo>
                <a:lnTo>
                  <a:pt x="18286311" y="6729387"/>
                </a:lnTo>
                <a:close/>
              </a:path>
              <a:path w="18288635" h="10287000">
                <a:moveTo>
                  <a:pt x="18288013" y="10221887"/>
                </a:moveTo>
                <a:lnTo>
                  <a:pt x="18252821" y="10234587"/>
                </a:lnTo>
                <a:lnTo>
                  <a:pt x="18278475" y="10285387"/>
                </a:lnTo>
                <a:lnTo>
                  <a:pt x="18288013" y="10285387"/>
                </a:lnTo>
                <a:lnTo>
                  <a:pt x="18288013" y="10221887"/>
                </a:lnTo>
                <a:close/>
              </a:path>
              <a:path w="18288635" h="10287000">
                <a:moveTo>
                  <a:pt x="18288013" y="10145687"/>
                </a:moveTo>
                <a:lnTo>
                  <a:pt x="18268277" y="10107587"/>
                </a:lnTo>
                <a:lnTo>
                  <a:pt x="18203342" y="10145687"/>
                </a:lnTo>
                <a:lnTo>
                  <a:pt x="18240833" y="10209187"/>
                </a:lnTo>
                <a:lnTo>
                  <a:pt x="18288013" y="10183787"/>
                </a:lnTo>
                <a:lnTo>
                  <a:pt x="18288013" y="10145687"/>
                </a:lnTo>
                <a:close/>
              </a:path>
              <a:path w="18288635" h="10287000">
                <a:moveTo>
                  <a:pt x="18288013" y="9980587"/>
                </a:moveTo>
                <a:lnTo>
                  <a:pt x="18241861" y="10005987"/>
                </a:lnTo>
                <a:lnTo>
                  <a:pt x="18278539" y="10069487"/>
                </a:lnTo>
                <a:lnTo>
                  <a:pt x="18288013" y="10069487"/>
                </a:lnTo>
                <a:lnTo>
                  <a:pt x="18288013" y="9980587"/>
                </a:lnTo>
                <a:close/>
              </a:path>
              <a:path w="18288635" h="10287000">
                <a:moveTo>
                  <a:pt x="18288013" y="9942487"/>
                </a:moveTo>
                <a:lnTo>
                  <a:pt x="18253837" y="9878987"/>
                </a:lnTo>
                <a:lnTo>
                  <a:pt x="18192395" y="9917087"/>
                </a:lnTo>
                <a:lnTo>
                  <a:pt x="18227866" y="9980587"/>
                </a:lnTo>
                <a:lnTo>
                  <a:pt x="18288013" y="9942487"/>
                </a:lnTo>
                <a:close/>
              </a:path>
              <a:path w="18288635" h="10287000">
                <a:moveTo>
                  <a:pt x="18288013" y="9866287"/>
                </a:moveTo>
                <a:lnTo>
                  <a:pt x="18285575" y="9866287"/>
                </a:lnTo>
                <a:lnTo>
                  <a:pt x="18288013" y="9878987"/>
                </a:lnTo>
                <a:lnTo>
                  <a:pt x="18288013" y="9866287"/>
                </a:lnTo>
                <a:close/>
              </a:path>
              <a:path w="18288635" h="10287000">
                <a:moveTo>
                  <a:pt x="18288013" y="9751987"/>
                </a:moveTo>
                <a:lnTo>
                  <a:pt x="18231168" y="9777387"/>
                </a:lnTo>
                <a:lnTo>
                  <a:pt x="18265648" y="9840887"/>
                </a:lnTo>
                <a:lnTo>
                  <a:pt x="18288013" y="9828187"/>
                </a:lnTo>
                <a:lnTo>
                  <a:pt x="18288013" y="9751987"/>
                </a:lnTo>
                <a:close/>
              </a:path>
              <a:path w="18288635" h="10287000">
                <a:moveTo>
                  <a:pt x="18288013" y="9637687"/>
                </a:moveTo>
                <a:lnTo>
                  <a:pt x="18271325" y="9637687"/>
                </a:lnTo>
                <a:lnTo>
                  <a:pt x="18288013" y="9675787"/>
                </a:lnTo>
                <a:lnTo>
                  <a:pt x="18288013" y="9637687"/>
                </a:lnTo>
                <a:close/>
              </a:path>
              <a:path w="18288635" h="10287000">
                <a:moveTo>
                  <a:pt x="18288013" y="9536087"/>
                </a:moveTo>
                <a:lnTo>
                  <a:pt x="18276393" y="9523387"/>
                </a:lnTo>
                <a:lnTo>
                  <a:pt x="18220487" y="9548787"/>
                </a:lnTo>
                <a:lnTo>
                  <a:pt x="18252758" y="9612287"/>
                </a:lnTo>
                <a:lnTo>
                  <a:pt x="18288013" y="9586887"/>
                </a:lnTo>
                <a:lnTo>
                  <a:pt x="18288013" y="9536087"/>
                </a:lnTo>
                <a:close/>
              </a:path>
              <a:path w="18288635" h="10287000">
                <a:moveTo>
                  <a:pt x="18288013" y="9396387"/>
                </a:moveTo>
                <a:lnTo>
                  <a:pt x="18259552" y="9409087"/>
                </a:lnTo>
                <a:lnTo>
                  <a:pt x="18288013" y="9459887"/>
                </a:lnTo>
                <a:lnTo>
                  <a:pt x="18288013" y="9396387"/>
                </a:lnTo>
                <a:close/>
              </a:path>
              <a:path w="18288635" h="10287000">
                <a:moveTo>
                  <a:pt x="18288013" y="9345587"/>
                </a:moveTo>
                <a:lnTo>
                  <a:pt x="18261800" y="9294787"/>
                </a:lnTo>
                <a:lnTo>
                  <a:pt x="18210073" y="9332887"/>
                </a:lnTo>
                <a:lnTo>
                  <a:pt x="18239944" y="9383687"/>
                </a:lnTo>
                <a:lnTo>
                  <a:pt x="18288013" y="9345587"/>
                </a:lnTo>
                <a:close/>
              </a:path>
              <a:path w="18288635" h="10287000">
                <a:moveTo>
                  <a:pt x="18288013" y="9167787"/>
                </a:moveTo>
                <a:lnTo>
                  <a:pt x="18249684" y="9193187"/>
                </a:lnTo>
                <a:lnTo>
                  <a:pt x="18277955" y="9231287"/>
                </a:lnTo>
                <a:lnTo>
                  <a:pt x="18288013" y="9231287"/>
                </a:lnTo>
                <a:lnTo>
                  <a:pt x="18288013" y="9167787"/>
                </a:lnTo>
                <a:close/>
              </a:path>
              <a:path w="18288635" h="10287000">
                <a:moveTo>
                  <a:pt x="18288013" y="8939187"/>
                </a:moveTo>
                <a:lnTo>
                  <a:pt x="18284216" y="8939187"/>
                </a:lnTo>
                <a:lnTo>
                  <a:pt x="18238724" y="8964587"/>
                </a:lnTo>
                <a:lnTo>
                  <a:pt x="18264988" y="9002687"/>
                </a:lnTo>
                <a:lnTo>
                  <a:pt x="18288013" y="8989987"/>
                </a:lnTo>
                <a:lnTo>
                  <a:pt x="18288013" y="8939187"/>
                </a:lnTo>
                <a:close/>
              </a:path>
              <a:path w="18288635" h="10287000">
                <a:moveTo>
                  <a:pt x="18288013" y="8812187"/>
                </a:moveTo>
                <a:lnTo>
                  <a:pt x="18278602" y="8824887"/>
                </a:lnTo>
                <a:lnTo>
                  <a:pt x="18288013" y="8837587"/>
                </a:lnTo>
                <a:lnTo>
                  <a:pt x="18288013" y="8812187"/>
                </a:lnTo>
                <a:close/>
              </a:path>
              <a:path w="18288635" h="10287000">
                <a:moveTo>
                  <a:pt x="18288013" y="8735987"/>
                </a:moveTo>
                <a:lnTo>
                  <a:pt x="18269560" y="8710587"/>
                </a:lnTo>
                <a:lnTo>
                  <a:pt x="18228590" y="8735987"/>
                </a:lnTo>
                <a:lnTo>
                  <a:pt x="18252237" y="8774087"/>
                </a:lnTo>
                <a:lnTo>
                  <a:pt x="18288013" y="8748687"/>
                </a:lnTo>
                <a:lnTo>
                  <a:pt x="18288013" y="8735987"/>
                </a:lnTo>
                <a:close/>
              </a:path>
              <a:path w="18288635" h="10287000">
                <a:moveTo>
                  <a:pt x="18288013" y="8583587"/>
                </a:moveTo>
                <a:lnTo>
                  <a:pt x="18267655" y="8596287"/>
                </a:lnTo>
                <a:lnTo>
                  <a:pt x="18288013" y="8634387"/>
                </a:lnTo>
                <a:lnTo>
                  <a:pt x="18288013" y="8583587"/>
                </a:lnTo>
                <a:close/>
              </a:path>
              <a:path w="18288635" h="10287000">
                <a:moveTo>
                  <a:pt x="18288013" y="8342287"/>
                </a:moveTo>
                <a:lnTo>
                  <a:pt x="18256974" y="8367687"/>
                </a:lnTo>
                <a:lnTo>
                  <a:pt x="18277205" y="8405787"/>
                </a:lnTo>
                <a:lnTo>
                  <a:pt x="18288013" y="8393087"/>
                </a:lnTo>
                <a:lnTo>
                  <a:pt x="18288013" y="8342287"/>
                </a:lnTo>
                <a:close/>
              </a:path>
              <a:path w="18288635" h="10287000">
                <a:moveTo>
                  <a:pt x="18288013" y="8139087"/>
                </a:moveTo>
                <a:lnTo>
                  <a:pt x="18277523" y="8126387"/>
                </a:lnTo>
                <a:lnTo>
                  <a:pt x="18246281" y="8139087"/>
                </a:lnTo>
                <a:lnTo>
                  <a:pt x="18264315" y="8164487"/>
                </a:lnTo>
                <a:lnTo>
                  <a:pt x="18288013" y="8151787"/>
                </a:lnTo>
                <a:lnTo>
                  <a:pt x="18288013" y="8139087"/>
                </a:lnTo>
                <a:close/>
              </a:path>
              <a:path w="18288635" h="10287000">
                <a:moveTo>
                  <a:pt x="18288013" y="7770787"/>
                </a:moveTo>
                <a:lnTo>
                  <a:pt x="18274386" y="7770787"/>
                </a:lnTo>
                <a:lnTo>
                  <a:pt x="18288013" y="7796187"/>
                </a:lnTo>
                <a:lnTo>
                  <a:pt x="18288013" y="7770787"/>
                </a:lnTo>
                <a:close/>
              </a:path>
              <a:path w="18288635" h="10287000">
                <a:moveTo>
                  <a:pt x="18288013" y="7542187"/>
                </a:moveTo>
                <a:lnTo>
                  <a:pt x="18285651" y="7529487"/>
                </a:lnTo>
                <a:lnTo>
                  <a:pt x="18263426" y="7542187"/>
                </a:lnTo>
                <a:lnTo>
                  <a:pt x="18276253" y="7567587"/>
                </a:lnTo>
                <a:lnTo>
                  <a:pt x="18288013" y="7554887"/>
                </a:lnTo>
                <a:lnTo>
                  <a:pt x="18288013" y="7542187"/>
                </a:lnTo>
                <a:close/>
              </a:path>
              <a:path w="18288635" h="10287000">
                <a:moveTo>
                  <a:pt x="18288013" y="6945287"/>
                </a:moveTo>
                <a:lnTo>
                  <a:pt x="18279745" y="6945287"/>
                </a:lnTo>
                <a:lnTo>
                  <a:pt x="18288013" y="6970687"/>
                </a:lnTo>
                <a:lnTo>
                  <a:pt x="18288013" y="6945287"/>
                </a:lnTo>
                <a:close/>
              </a:path>
              <a:path w="18288635" h="10287000">
                <a:moveTo>
                  <a:pt x="18288013" y="6131598"/>
                </a:moveTo>
                <a:lnTo>
                  <a:pt x="18282920" y="6134544"/>
                </a:lnTo>
                <a:lnTo>
                  <a:pt x="18286133" y="6140094"/>
                </a:lnTo>
                <a:lnTo>
                  <a:pt x="18288013" y="6139002"/>
                </a:lnTo>
                <a:lnTo>
                  <a:pt x="18288013" y="6131598"/>
                </a:lnTo>
                <a:close/>
              </a:path>
            </a:pathLst>
          </a:custGeom>
          <a:solidFill>
            <a:srgbClr val="FFFFFF">
              <a:alpha val="73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39078" y="2284628"/>
            <a:ext cx="9236075" cy="1854200"/>
          </a:xfrm>
          <a:prstGeom prst="rect">
            <a:avLst/>
          </a:prstGeom>
        </p:spPr>
        <p:txBody>
          <a:bodyPr vert="horz" wrap="square" lIns="0" tIns="339090" rIns="0" bIns="0" rtlCol="0">
            <a:spAutoFit/>
          </a:bodyPr>
          <a:lstStyle/>
          <a:p>
            <a:pPr marL="441960" indent="-429260">
              <a:lnSpc>
                <a:spcPct val="100000"/>
              </a:lnSpc>
              <a:spcBef>
                <a:spcPts val="2670"/>
              </a:spcBef>
              <a:buFont typeface="Times New Roman" panose="02020603050405020304"/>
              <a:buAutoNum type="arabicPeriod"/>
              <a:tabLst>
                <a:tab pos="441325" algn="l"/>
              </a:tabLst>
            </a:pP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Java:</a:t>
            </a:r>
            <a:r>
              <a:rPr sz="3850" b="1" spc="-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3850" b="1" spc="-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850" b="1" spc="-15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Android </a:t>
            </a:r>
            <a:r>
              <a:rPr sz="38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38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development.</a:t>
            </a:r>
            <a:endParaRPr sz="3850">
              <a:latin typeface="Times New Roman" panose="02020603050405020304"/>
              <a:cs typeface="Times New Roman" panose="02020603050405020304"/>
            </a:endParaRPr>
          </a:p>
          <a:p>
            <a:pPr marL="441960" indent="-429260">
              <a:lnSpc>
                <a:spcPct val="100000"/>
              </a:lnSpc>
              <a:spcBef>
                <a:spcPts val="2580"/>
              </a:spcBef>
              <a:buFont typeface="Times New Roman" panose="02020603050405020304"/>
              <a:buAutoNum type="arabicPeriod"/>
              <a:tabLst>
                <a:tab pos="441325" algn="l"/>
                <a:tab pos="2940050" algn="l"/>
                <a:tab pos="5335905" algn="l"/>
                <a:tab pos="7654290" algn="l"/>
              </a:tabLst>
            </a:pP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Firebase: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services</a:t>
            </a:r>
            <a:endParaRPr sz="3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76520" y="3521354"/>
            <a:ext cx="781685" cy="6178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like</a:t>
            </a:r>
            <a:endParaRPr sz="3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9078" y="4113428"/>
            <a:ext cx="10619105" cy="459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1960" marR="5080">
              <a:lnSpc>
                <a:spcPct val="156000"/>
              </a:lnSpc>
              <a:spcBef>
                <a:spcPts val="95"/>
              </a:spcBef>
              <a:tabLst>
                <a:tab pos="3882390" algn="l"/>
                <a:tab pos="6007100" algn="l"/>
                <a:tab pos="8357870" algn="l"/>
                <a:tab pos="9377045" algn="l"/>
              </a:tabLst>
            </a:pP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Authentication,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Realtime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Database,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Cloud 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Storage.</a:t>
            </a:r>
            <a:endParaRPr sz="3850">
              <a:latin typeface="Times New Roman" panose="02020603050405020304"/>
              <a:cs typeface="Times New Roman" panose="02020603050405020304"/>
            </a:endParaRPr>
          </a:p>
          <a:p>
            <a:pPr marL="441960" indent="-429260">
              <a:lnSpc>
                <a:spcPct val="100000"/>
              </a:lnSpc>
              <a:spcBef>
                <a:spcPts val="2580"/>
              </a:spcBef>
              <a:buFont typeface="Times New Roman" panose="02020603050405020304"/>
              <a:buAutoNum type="arabicPeriod" startAt="3"/>
              <a:tabLst>
                <a:tab pos="441325" algn="l"/>
              </a:tabLst>
            </a:pP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XML:</a:t>
            </a:r>
            <a:r>
              <a:rPr sz="38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Used</a:t>
            </a:r>
            <a:r>
              <a:rPr sz="38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850" b="1" spc="-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8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3850" b="1" spc="-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design.</a:t>
            </a:r>
            <a:endParaRPr sz="3850">
              <a:latin typeface="Times New Roman" panose="02020603050405020304"/>
              <a:cs typeface="Times New Roman" panose="02020603050405020304"/>
            </a:endParaRPr>
          </a:p>
          <a:p>
            <a:pPr marL="441960" marR="5080" indent="-429895">
              <a:lnSpc>
                <a:spcPct val="156000"/>
              </a:lnSpc>
              <a:buFont typeface="Times New Roman" panose="02020603050405020304"/>
              <a:buAutoNum type="arabicPeriod" startAt="3"/>
              <a:tabLst>
                <a:tab pos="441325" algn="l"/>
                <a:tab pos="3050540" algn="l"/>
                <a:tab pos="5068570" algn="l"/>
                <a:tab pos="7210425" algn="l"/>
                <a:tab pos="10004425" algn="l"/>
              </a:tabLst>
            </a:pPr>
            <a:r>
              <a:rPr sz="3850" b="1" spc="-1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Third-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party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libraries: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functionality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85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385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features</a:t>
            </a:r>
            <a:r>
              <a:rPr sz="38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like</a:t>
            </a:r>
            <a:r>
              <a:rPr sz="38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networking</a:t>
            </a:r>
            <a:r>
              <a:rPr sz="38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and </a:t>
            </a:r>
            <a:r>
              <a:rPr sz="3850" b="1" spc="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UI</a:t>
            </a:r>
            <a:r>
              <a:rPr sz="3850" b="1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8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enhancements.</a:t>
            </a:r>
            <a:endParaRPr sz="38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C4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7034530" cy="10287000"/>
            <a:chOff x="0" y="0"/>
            <a:chExt cx="7034530" cy="102870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6005390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034090" cy="102869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570871" y="1618546"/>
            <a:ext cx="403860" cy="518795"/>
          </a:xfrm>
          <a:custGeom>
            <a:avLst/>
            <a:gdLst/>
            <a:ahLst/>
            <a:cxnLst/>
            <a:rect l="l" t="t" r="r" b="b"/>
            <a:pathLst>
              <a:path w="403859" h="518794">
                <a:moveTo>
                  <a:pt x="0" y="518331"/>
                </a:moveTo>
                <a:lnTo>
                  <a:pt x="0" y="0"/>
                </a:lnTo>
                <a:lnTo>
                  <a:pt x="403321" y="259326"/>
                </a:lnTo>
                <a:lnTo>
                  <a:pt x="499" y="518331"/>
                </a:lnTo>
                <a:lnTo>
                  <a:pt x="0" y="518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570871" y="3254774"/>
            <a:ext cx="403860" cy="518795"/>
          </a:xfrm>
          <a:custGeom>
            <a:avLst/>
            <a:gdLst/>
            <a:ahLst/>
            <a:cxnLst/>
            <a:rect l="l" t="t" r="r" b="b"/>
            <a:pathLst>
              <a:path w="403859" h="518795">
                <a:moveTo>
                  <a:pt x="0" y="518331"/>
                </a:moveTo>
                <a:lnTo>
                  <a:pt x="0" y="0"/>
                </a:lnTo>
                <a:lnTo>
                  <a:pt x="403321" y="259326"/>
                </a:lnTo>
                <a:lnTo>
                  <a:pt x="499" y="518331"/>
                </a:lnTo>
                <a:lnTo>
                  <a:pt x="0" y="518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70871" y="4884168"/>
            <a:ext cx="403860" cy="518795"/>
          </a:xfrm>
          <a:custGeom>
            <a:avLst/>
            <a:gdLst/>
            <a:ahLst/>
            <a:cxnLst/>
            <a:rect l="l" t="t" r="r" b="b"/>
            <a:pathLst>
              <a:path w="403859" h="518795">
                <a:moveTo>
                  <a:pt x="0" y="518331"/>
                </a:moveTo>
                <a:lnTo>
                  <a:pt x="0" y="0"/>
                </a:lnTo>
                <a:lnTo>
                  <a:pt x="403321" y="259326"/>
                </a:lnTo>
                <a:lnTo>
                  <a:pt x="499" y="518331"/>
                </a:lnTo>
                <a:lnTo>
                  <a:pt x="0" y="518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70871" y="6535560"/>
            <a:ext cx="403860" cy="518795"/>
          </a:xfrm>
          <a:custGeom>
            <a:avLst/>
            <a:gdLst/>
            <a:ahLst/>
            <a:cxnLst/>
            <a:rect l="l" t="t" r="r" b="b"/>
            <a:pathLst>
              <a:path w="403859" h="518795">
                <a:moveTo>
                  <a:pt x="0" y="518331"/>
                </a:moveTo>
                <a:lnTo>
                  <a:pt x="0" y="0"/>
                </a:lnTo>
                <a:lnTo>
                  <a:pt x="403321" y="259326"/>
                </a:lnTo>
                <a:lnTo>
                  <a:pt x="499" y="518331"/>
                </a:lnTo>
                <a:lnTo>
                  <a:pt x="0" y="518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570871" y="8186122"/>
            <a:ext cx="403860" cy="518795"/>
          </a:xfrm>
          <a:custGeom>
            <a:avLst/>
            <a:gdLst/>
            <a:ahLst/>
            <a:cxnLst/>
            <a:rect l="l" t="t" r="r" b="b"/>
            <a:pathLst>
              <a:path w="403859" h="518795">
                <a:moveTo>
                  <a:pt x="0" y="518331"/>
                </a:moveTo>
                <a:lnTo>
                  <a:pt x="0" y="0"/>
                </a:lnTo>
                <a:lnTo>
                  <a:pt x="403321" y="259325"/>
                </a:lnTo>
                <a:lnTo>
                  <a:pt x="499" y="518331"/>
                </a:lnTo>
                <a:lnTo>
                  <a:pt x="0" y="518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275762" y="3209574"/>
            <a:ext cx="243204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50" b="1" spc="-155" dirty="0">
                <a:solidFill>
                  <a:srgbClr val="17E3B1"/>
                </a:solidFill>
                <a:latin typeface="Arial" panose="020B0604020202020204"/>
                <a:cs typeface="Arial" panose="020B0604020202020204"/>
              </a:rPr>
              <a:t>2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75762" y="1564187"/>
            <a:ext cx="20066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50" b="1" spc="-590" dirty="0">
                <a:solidFill>
                  <a:srgbClr val="17E3B1"/>
                </a:solidFill>
                <a:latin typeface="Arial" panose="020B0604020202020204"/>
                <a:cs typeface="Arial" panose="020B0604020202020204"/>
              </a:rPr>
              <a:t>1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74102" y="4829810"/>
            <a:ext cx="245745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50" b="1" spc="-135" dirty="0">
                <a:solidFill>
                  <a:srgbClr val="17E3B1"/>
                </a:solidFill>
                <a:latin typeface="Arial" panose="020B0604020202020204"/>
                <a:cs typeface="Arial" panose="020B0604020202020204"/>
              </a:rPr>
              <a:t>3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75762" y="6481202"/>
            <a:ext cx="26162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50" b="1" spc="-50" dirty="0">
                <a:solidFill>
                  <a:srgbClr val="17E3B1"/>
                </a:solidFill>
                <a:latin typeface="Arial" panose="020B0604020202020204"/>
                <a:cs typeface="Arial" panose="020B0604020202020204"/>
              </a:rPr>
              <a:t>4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75762" y="8104020"/>
            <a:ext cx="223520" cy="554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50" b="1" spc="-415" dirty="0">
                <a:solidFill>
                  <a:srgbClr val="17E3B1"/>
                </a:solidFill>
                <a:latin typeface="Arial" panose="020B0604020202020204"/>
                <a:cs typeface="Arial" panose="020B0604020202020204"/>
              </a:rPr>
              <a:t>5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0522164" y="1419121"/>
            <a:ext cx="4516755" cy="141160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just">
              <a:lnSpc>
                <a:spcPts val="3680"/>
              </a:lnSpc>
              <a:spcBef>
                <a:spcPts val="70"/>
              </a:spcBef>
            </a:pPr>
            <a:r>
              <a:rPr sz="2950" b="1" dirty="0"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2950" b="1" spc="6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dirty="0">
                <a:latin typeface="Times New Roman" panose="02020603050405020304"/>
                <a:cs typeface="Times New Roman" panose="02020603050405020304"/>
              </a:rPr>
              <a:t>daily</a:t>
            </a:r>
            <a:r>
              <a:rPr sz="2950" b="1" spc="6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dirty="0">
                <a:latin typeface="Times New Roman" panose="02020603050405020304"/>
                <a:cs typeface="Times New Roman" panose="02020603050405020304"/>
              </a:rPr>
              <a:t>calorie</a:t>
            </a:r>
            <a:r>
              <a:rPr sz="2950" b="1" spc="6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latin typeface="Times New Roman" panose="02020603050405020304"/>
                <a:cs typeface="Times New Roman" panose="02020603050405020304"/>
              </a:rPr>
              <a:t>intake, </a:t>
            </a:r>
            <a:r>
              <a:rPr sz="2950" b="1" dirty="0">
                <a:latin typeface="Times New Roman" panose="02020603050405020304"/>
                <a:cs typeface="Times New Roman" panose="02020603050405020304"/>
              </a:rPr>
              <a:t>workouts,</a:t>
            </a:r>
            <a:r>
              <a:rPr sz="2950" b="1" spc="645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295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spc="640" dirty="0"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2950" b="1" spc="-50" dirty="0">
                <a:latin typeface="Times New Roman" panose="02020603050405020304"/>
                <a:cs typeface="Times New Roman" panose="02020603050405020304"/>
              </a:rPr>
              <a:t>water </a:t>
            </a:r>
            <a:r>
              <a:rPr sz="2950" b="1" spc="-10" dirty="0">
                <a:latin typeface="Times New Roman" panose="02020603050405020304"/>
                <a:cs typeface="Times New Roman" panose="02020603050405020304"/>
              </a:rPr>
              <a:t>consumption.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22164" y="3158472"/>
            <a:ext cx="4516755" cy="9448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3680"/>
              </a:lnSpc>
              <a:spcBef>
                <a:spcPts val="75"/>
              </a:spcBef>
              <a:tabLst>
                <a:tab pos="1052195" algn="l"/>
                <a:tab pos="3505835" algn="l"/>
              </a:tabLst>
            </a:pPr>
            <a:r>
              <a:rPr sz="29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personalized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goals</a:t>
            </a:r>
            <a:r>
              <a:rPr sz="29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29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progress.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22164" y="4647856"/>
            <a:ext cx="4516755" cy="2686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ts val="3680"/>
              </a:lnSpc>
              <a:spcBef>
                <a:spcPts val="125"/>
              </a:spcBef>
            </a:pP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Engage</a:t>
            </a:r>
            <a:r>
              <a:rPr sz="29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9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9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29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2950" b="1" spc="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enthusiasts</a:t>
            </a:r>
            <a:r>
              <a:rPr sz="2950" b="1" spc="1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5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through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posts</a:t>
            </a:r>
            <a:r>
              <a:rPr sz="29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messages.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12700" marR="5080" algn="just">
              <a:lnSpc>
                <a:spcPct val="104000"/>
              </a:lnSpc>
              <a:spcBef>
                <a:spcPts val="2535"/>
              </a:spcBef>
            </a:pP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Access</a:t>
            </a:r>
            <a:r>
              <a:rPr sz="2950" b="1" spc="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professional</a:t>
            </a:r>
            <a:r>
              <a:rPr sz="2950" b="1" spc="1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fitness </a:t>
            </a:r>
            <a:r>
              <a:rPr sz="29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services</a:t>
            </a:r>
            <a:r>
              <a:rPr sz="2950" b="1" spc="-1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consultations.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22164" y="8131425"/>
            <a:ext cx="4516755" cy="944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95"/>
              </a:spcBef>
              <a:tabLst>
                <a:tab pos="1217295" algn="l"/>
                <a:tab pos="2858135" algn="l"/>
              </a:tabLst>
            </a:pPr>
            <a:r>
              <a:rPr sz="29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View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detailed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nutritional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950" b="1" spc="-1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950" b="1" spc="-1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7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various</a:t>
            </a:r>
            <a:r>
              <a:rPr sz="2950" b="1" spc="-1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foods.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59300" y="2746250"/>
            <a:ext cx="1028700" cy="6869849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0" y="695059"/>
            <a:ext cx="8124825" cy="7172325"/>
            <a:chOff x="0" y="695059"/>
            <a:chExt cx="8124825" cy="7172325"/>
          </a:xfrm>
        </p:grpSpPr>
        <p:sp>
          <p:nvSpPr>
            <p:cNvPr id="22" name="object 22"/>
            <p:cNvSpPr/>
            <p:nvPr/>
          </p:nvSpPr>
          <p:spPr>
            <a:xfrm>
              <a:off x="5478058" y="3920408"/>
              <a:ext cx="2446655" cy="2446655"/>
            </a:xfrm>
            <a:custGeom>
              <a:avLst/>
              <a:gdLst/>
              <a:ahLst/>
              <a:cxnLst/>
              <a:rect l="l" t="t" r="r" b="b"/>
              <a:pathLst>
                <a:path w="2446654" h="2446654">
                  <a:moveTo>
                    <a:pt x="1223091" y="2446183"/>
                  </a:moveTo>
                  <a:lnTo>
                    <a:pt x="1175064" y="2445257"/>
                  </a:lnTo>
                  <a:lnTo>
                    <a:pt x="1127507" y="2442503"/>
                  </a:lnTo>
                  <a:lnTo>
                    <a:pt x="1080453" y="2437954"/>
                  </a:lnTo>
                  <a:lnTo>
                    <a:pt x="1033935" y="2431645"/>
                  </a:lnTo>
                  <a:lnTo>
                    <a:pt x="987989" y="2423609"/>
                  </a:lnTo>
                  <a:lnTo>
                    <a:pt x="942647" y="2413880"/>
                  </a:lnTo>
                  <a:lnTo>
                    <a:pt x="897945" y="2402493"/>
                  </a:lnTo>
                  <a:lnTo>
                    <a:pt x="853915" y="2389481"/>
                  </a:lnTo>
                  <a:lnTo>
                    <a:pt x="810593" y="2374878"/>
                  </a:lnTo>
                  <a:lnTo>
                    <a:pt x="768011" y="2358719"/>
                  </a:lnTo>
                  <a:lnTo>
                    <a:pt x="726204" y="2341037"/>
                  </a:lnTo>
                  <a:lnTo>
                    <a:pt x="685206" y="2321866"/>
                  </a:lnTo>
                  <a:lnTo>
                    <a:pt x="645051" y="2301241"/>
                  </a:lnTo>
                  <a:lnTo>
                    <a:pt x="605773" y="2279195"/>
                  </a:lnTo>
                  <a:lnTo>
                    <a:pt x="567406" y="2255762"/>
                  </a:lnTo>
                  <a:lnTo>
                    <a:pt x="529984" y="2230977"/>
                  </a:lnTo>
                  <a:lnTo>
                    <a:pt x="493540" y="2204872"/>
                  </a:lnTo>
                  <a:lnTo>
                    <a:pt x="458110" y="2177483"/>
                  </a:lnTo>
                  <a:lnTo>
                    <a:pt x="423726" y="2148843"/>
                  </a:lnTo>
                  <a:lnTo>
                    <a:pt x="390423" y="2118987"/>
                  </a:lnTo>
                  <a:lnTo>
                    <a:pt x="358235" y="2087947"/>
                  </a:lnTo>
                  <a:lnTo>
                    <a:pt x="327195" y="2055759"/>
                  </a:lnTo>
                  <a:lnTo>
                    <a:pt x="297339" y="2022456"/>
                  </a:lnTo>
                  <a:lnTo>
                    <a:pt x="268699" y="1988072"/>
                  </a:lnTo>
                  <a:lnTo>
                    <a:pt x="241310" y="1952642"/>
                  </a:lnTo>
                  <a:lnTo>
                    <a:pt x="215206" y="1916198"/>
                  </a:lnTo>
                  <a:lnTo>
                    <a:pt x="190420" y="1878776"/>
                  </a:lnTo>
                  <a:lnTo>
                    <a:pt x="166987" y="1840409"/>
                  </a:lnTo>
                  <a:lnTo>
                    <a:pt x="144941" y="1801131"/>
                  </a:lnTo>
                  <a:lnTo>
                    <a:pt x="124316" y="1760976"/>
                  </a:lnTo>
                  <a:lnTo>
                    <a:pt x="105145" y="1719978"/>
                  </a:lnTo>
                  <a:lnTo>
                    <a:pt x="87463" y="1678171"/>
                  </a:lnTo>
                  <a:lnTo>
                    <a:pt x="71304" y="1635589"/>
                  </a:lnTo>
                  <a:lnTo>
                    <a:pt x="56701" y="1592267"/>
                  </a:lnTo>
                  <a:lnTo>
                    <a:pt x="43690" y="1548237"/>
                  </a:lnTo>
                  <a:lnTo>
                    <a:pt x="32302" y="1503535"/>
                  </a:lnTo>
                  <a:lnTo>
                    <a:pt x="22574" y="1458193"/>
                  </a:lnTo>
                  <a:lnTo>
                    <a:pt x="14538" y="1412247"/>
                  </a:lnTo>
                  <a:lnTo>
                    <a:pt x="8228" y="1365729"/>
                  </a:lnTo>
                  <a:lnTo>
                    <a:pt x="3679" y="1318675"/>
                  </a:lnTo>
                  <a:lnTo>
                    <a:pt x="925" y="1271117"/>
                  </a:lnTo>
                  <a:lnTo>
                    <a:pt x="0" y="1223091"/>
                  </a:lnTo>
                  <a:lnTo>
                    <a:pt x="925" y="1175065"/>
                  </a:lnTo>
                  <a:lnTo>
                    <a:pt x="3679" y="1127507"/>
                  </a:lnTo>
                  <a:lnTo>
                    <a:pt x="8228" y="1080453"/>
                  </a:lnTo>
                  <a:lnTo>
                    <a:pt x="14538" y="1033935"/>
                  </a:lnTo>
                  <a:lnTo>
                    <a:pt x="22574" y="987989"/>
                  </a:lnTo>
                  <a:lnTo>
                    <a:pt x="32302" y="942647"/>
                  </a:lnTo>
                  <a:lnTo>
                    <a:pt x="43690" y="897945"/>
                  </a:lnTo>
                  <a:lnTo>
                    <a:pt x="56701" y="853915"/>
                  </a:lnTo>
                  <a:lnTo>
                    <a:pt x="71304" y="810593"/>
                  </a:lnTo>
                  <a:lnTo>
                    <a:pt x="87463" y="768011"/>
                  </a:lnTo>
                  <a:lnTo>
                    <a:pt x="105145" y="726204"/>
                  </a:lnTo>
                  <a:lnTo>
                    <a:pt x="124316" y="685206"/>
                  </a:lnTo>
                  <a:lnTo>
                    <a:pt x="144941" y="645051"/>
                  </a:lnTo>
                  <a:lnTo>
                    <a:pt x="166987" y="605773"/>
                  </a:lnTo>
                  <a:lnTo>
                    <a:pt x="190420" y="567406"/>
                  </a:lnTo>
                  <a:lnTo>
                    <a:pt x="215206" y="529984"/>
                  </a:lnTo>
                  <a:lnTo>
                    <a:pt x="241310" y="493540"/>
                  </a:lnTo>
                  <a:lnTo>
                    <a:pt x="268699" y="458110"/>
                  </a:lnTo>
                  <a:lnTo>
                    <a:pt x="297339" y="423726"/>
                  </a:lnTo>
                  <a:lnTo>
                    <a:pt x="327195" y="390423"/>
                  </a:lnTo>
                  <a:lnTo>
                    <a:pt x="358235" y="358235"/>
                  </a:lnTo>
                  <a:lnTo>
                    <a:pt x="390423" y="327195"/>
                  </a:lnTo>
                  <a:lnTo>
                    <a:pt x="423726" y="297339"/>
                  </a:lnTo>
                  <a:lnTo>
                    <a:pt x="458110" y="268699"/>
                  </a:lnTo>
                  <a:lnTo>
                    <a:pt x="493540" y="241310"/>
                  </a:lnTo>
                  <a:lnTo>
                    <a:pt x="529984" y="215206"/>
                  </a:lnTo>
                  <a:lnTo>
                    <a:pt x="567406" y="190420"/>
                  </a:lnTo>
                  <a:lnTo>
                    <a:pt x="605773" y="166987"/>
                  </a:lnTo>
                  <a:lnTo>
                    <a:pt x="645051" y="144941"/>
                  </a:lnTo>
                  <a:lnTo>
                    <a:pt x="685206" y="124316"/>
                  </a:lnTo>
                  <a:lnTo>
                    <a:pt x="726204" y="105145"/>
                  </a:lnTo>
                  <a:lnTo>
                    <a:pt x="768011" y="87463"/>
                  </a:lnTo>
                  <a:lnTo>
                    <a:pt x="810593" y="71304"/>
                  </a:lnTo>
                  <a:lnTo>
                    <a:pt x="853915" y="56701"/>
                  </a:lnTo>
                  <a:lnTo>
                    <a:pt x="897945" y="43690"/>
                  </a:lnTo>
                  <a:lnTo>
                    <a:pt x="942647" y="32302"/>
                  </a:lnTo>
                  <a:lnTo>
                    <a:pt x="987989" y="22574"/>
                  </a:lnTo>
                  <a:lnTo>
                    <a:pt x="1033935" y="14538"/>
                  </a:lnTo>
                  <a:lnTo>
                    <a:pt x="1080453" y="8228"/>
                  </a:lnTo>
                  <a:lnTo>
                    <a:pt x="1127507" y="3679"/>
                  </a:lnTo>
                  <a:lnTo>
                    <a:pt x="1175064" y="925"/>
                  </a:lnTo>
                  <a:lnTo>
                    <a:pt x="1223091" y="0"/>
                  </a:lnTo>
                  <a:lnTo>
                    <a:pt x="1271117" y="925"/>
                  </a:lnTo>
                  <a:lnTo>
                    <a:pt x="1318675" y="3679"/>
                  </a:lnTo>
                  <a:lnTo>
                    <a:pt x="1365729" y="8228"/>
                  </a:lnTo>
                  <a:lnTo>
                    <a:pt x="1412247" y="14538"/>
                  </a:lnTo>
                  <a:lnTo>
                    <a:pt x="1458193" y="22574"/>
                  </a:lnTo>
                  <a:lnTo>
                    <a:pt x="1503535" y="32302"/>
                  </a:lnTo>
                  <a:lnTo>
                    <a:pt x="1548237" y="43690"/>
                  </a:lnTo>
                  <a:lnTo>
                    <a:pt x="1592267" y="56701"/>
                  </a:lnTo>
                  <a:lnTo>
                    <a:pt x="1635590" y="71304"/>
                  </a:lnTo>
                  <a:lnTo>
                    <a:pt x="1678171" y="87463"/>
                  </a:lnTo>
                  <a:lnTo>
                    <a:pt x="1719978" y="105145"/>
                  </a:lnTo>
                  <a:lnTo>
                    <a:pt x="1760976" y="124316"/>
                  </a:lnTo>
                  <a:lnTo>
                    <a:pt x="1801131" y="144941"/>
                  </a:lnTo>
                  <a:lnTo>
                    <a:pt x="1840409" y="166987"/>
                  </a:lnTo>
                  <a:lnTo>
                    <a:pt x="1878776" y="190420"/>
                  </a:lnTo>
                  <a:lnTo>
                    <a:pt x="1916199" y="215206"/>
                  </a:lnTo>
                  <a:lnTo>
                    <a:pt x="1952642" y="241310"/>
                  </a:lnTo>
                  <a:lnTo>
                    <a:pt x="1988073" y="268699"/>
                  </a:lnTo>
                  <a:lnTo>
                    <a:pt x="2022456" y="297339"/>
                  </a:lnTo>
                  <a:lnTo>
                    <a:pt x="2055759" y="327195"/>
                  </a:lnTo>
                  <a:lnTo>
                    <a:pt x="2087948" y="358235"/>
                  </a:lnTo>
                  <a:lnTo>
                    <a:pt x="2118987" y="390423"/>
                  </a:lnTo>
                  <a:lnTo>
                    <a:pt x="2148844" y="423726"/>
                  </a:lnTo>
                  <a:lnTo>
                    <a:pt x="2177483" y="458110"/>
                  </a:lnTo>
                  <a:lnTo>
                    <a:pt x="2204872" y="493540"/>
                  </a:lnTo>
                  <a:lnTo>
                    <a:pt x="2230977" y="529984"/>
                  </a:lnTo>
                  <a:lnTo>
                    <a:pt x="2255762" y="567406"/>
                  </a:lnTo>
                  <a:lnTo>
                    <a:pt x="2279195" y="605773"/>
                  </a:lnTo>
                  <a:lnTo>
                    <a:pt x="2301241" y="645051"/>
                  </a:lnTo>
                  <a:lnTo>
                    <a:pt x="2321866" y="685206"/>
                  </a:lnTo>
                  <a:lnTo>
                    <a:pt x="2341037" y="726204"/>
                  </a:lnTo>
                  <a:lnTo>
                    <a:pt x="2358719" y="768011"/>
                  </a:lnTo>
                  <a:lnTo>
                    <a:pt x="2374878" y="810593"/>
                  </a:lnTo>
                  <a:lnTo>
                    <a:pt x="2389481" y="853915"/>
                  </a:lnTo>
                  <a:lnTo>
                    <a:pt x="2402493" y="897945"/>
                  </a:lnTo>
                  <a:lnTo>
                    <a:pt x="2413880" y="942647"/>
                  </a:lnTo>
                  <a:lnTo>
                    <a:pt x="2423609" y="987989"/>
                  </a:lnTo>
                  <a:lnTo>
                    <a:pt x="2431645" y="1033935"/>
                  </a:lnTo>
                  <a:lnTo>
                    <a:pt x="2437954" y="1080453"/>
                  </a:lnTo>
                  <a:lnTo>
                    <a:pt x="2442503" y="1127507"/>
                  </a:lnTo>
                  <a:lnTo>
                    <a:pt x="2445257" y="1175065"/>
                  </a:lnTo>
                  <a:lnTo>
                    <a:pt x="2446183" y="1223091"/>
                  </a:lnTo>
                  <a:lnTo>
                    <a:pt x="2445257" y="1271117"/>
                  </a:lnTo>
                  <a:lnTo>
                    <a:pt x="2442503" y="1318675"/>
                  </a:lnTo>
                  <a:lnTo>
                    <a:pt x="2437954" y="1365729"/>
                  </a:lnTo>
                  <a:lnTo>
                    <a:pt x="2431645" y="1412247"/>
                  </a:lnTo>
                  <a:lnTo>
                    <a:pt x="2423609" y="1458193"/>
                  </a:lnTo>
                  <a:lnTo>
                    <a:pt x="2413880" y="1503535"/>
                  </a:lnTo>
                  <a:lnTo>
                    <a:pt x="2402493" y="1548237"/>
                  </a:lnTo>
                  <a:lnTo>
                    <a:pt x="2389481" y="1592267"/>
                  </a:lnTo>
                  <a:lnTo>
                    <a:pt x="2374878" y="1635589"/>
                  </a:lnTo>
                  <a:lnTo>
                    <a:pt x="2358719" y="1678171"/>
                  </a:lnTo>
                  <a:lnTo>
                    <a:pt x="2341037" y="1719978"/>
                  </a:lnTo>
                  <a:lnTo>
                    <a:pt x="2321866" y="1760976"/>
                  </a:lnTo>
                  <a:lnTo>
                    <a:pt x="2301241" y="1801131"/>
                  </a:lnTo>
                  <a:lnTo>
                    <a:pt x="2279195" y="1840409"/>
                  </a:lnTo>
                  <a:lnTo>
                    <a:pt x="2255762" y="1878776"/>
                  </a:lnTo>
                  <a:lnTo>
                    <a:pt x="2230977" y="1916198"/>
                  </a:lnTo>
                  <a:lnTo>
                    <a:pt x="2204872" y="1952642"/>
                  </a:lnTo>
                  <a:lnTo>
                    <a:pt x="2177483" y="1988072"/>
                  </a:lnTo>
                  <a:lnTo>
                    <a:pt x="2148844" y="2022456"/>
                  </a:lnTo>
                  <a:lnTo>
                    <a:pt x="2118987" y="2055759"/>
                  </a:lnTo>
                  <a:lnTo>
                    <a:pt x="2087948" y="2087947"/>
                  </a:lnTo>
                  <a:lnTo>
                    <a:pt x="2055759" y="2118987"/>
                  </a:lnTo>
                  <a:lnTo>
                    <a:pt x="2022456" y="2148843"/>
                  </a:lnTo>
                  <a:lnTo>
                    <a:pt x="1988073" y="2177483"/>
                  </a:lnTo>
                  <a:lnTo>
                    <a:pt x="1952642" y="2204872"/>
                  </a:lnTo>
                  <a:lnTo>
                    <a:pt x="1916199" y="2230977"/>
                  </a:lnTo>
                  <a:lnTo>
                    <a:pt x="1878776" y="2255762"/>
                  </a:lnTo>
                  <a:lnTo>
                    <a:pt x="1840409" y="2279195"/>
                  </a:lnTo>
                  <a:lnTo>
                    <a:pt x="1801131" y="2301241"/>
                  </a:lnTo>
                  <a:lnTo>
                    <a:pt x="1760976" y="2321866"/>
                  </a:lnTo>
                  <a:lnTo>
                    <a:pt x="1719978" y="2341037"/>
                  </a:lnTo>
                  <a:lnTo>
                    <a:pt x="1678171" y="2358719"/>
                  </a:lnTo>
                  <a:lnTo>
                    <a:pt x="1635590" y="2374878"/>
                  </a:lnTo>
                  <a:lnTo>
                    <a:pt x="1592267" y="2389481"/>
                  </a:lnTo>
                  <a:lnTo>
                    <a:pt x="1548237" y="2402493"/>
                  </a:lnTo>
                  <a:lnTo>
                    <a:pt x="1503535" y="2413880"/>
                  </a:lnTo>
                  <a:lnTo>
                    <a:pt x="1458193" y="2423609"/>
                  </a:lnTo>
                  <a:lnTo>
                    <a:pt x="1412247" y="2431645"/>
                  </a:lnTo>
                  <a:lnTo>
                    <a:pt x="1365729" y="2437954"/>
                  </a:lnTo>
                  <a:lnTo>
                    <a:pt x="1318675" y="2442503"/>
                  </a:lnTo>
                  <a:lnTo>
                    <a:pt x="1271117" y="2445257"/>
                  </a:lnTo>
                  <a:lnTo>
                    <a:pt x="1223091" y="2446183"/>
                  </a:lnTo>
                  <a:close/>
                </a:path>
              </a:pathLst>
            </a:custGeom>
            <a:solidFill>
              <a:srgbClr val="17E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78058" y="3920408"/>
              <a:ext cx="2446655" cy="2446655"/>
            </a:xfrm>
            <a:custGeom>
              <a:avLst/>
              <a:gdLst/>
              <a:ahLst/>
              <a:cxnLst/>
              <a:rect l="l" t="t" r="r" b="b"/>
              <a:pathLst>
                <a:path w="2446654" h="2446654">
                  <a:moveTo>
                    <a:pt x="1223069" y="0"/>
                  </a:moveTo>
                  <a:lnTo>
                    <a:pt x="1175043" y="925"/>
                  </a:lnTo>
                  <a:lnTo>
                    <a:pt x="1127487" y="3679"/>
                  </a:lnTo>
                  <a:lnTo>
                    <a:pt x="1080433" y="8228"/>
                  </a:lnTo>
                  <a:lnTo>
                    <a:pt x="1033917" y="14537"/>
                  </a:lnTo>
                  <a:lnTo>
                    <a:pt x="987971" y="22573"/>
                  </a:lnTo>
                  <a:lnTo>
                    <a:pt x="942630" y="32302"/>
                  </a:lnTo>
                  <a:lnTo>
                    <a:pt x="897929" y="43689"/>
                  </a:lnTo>
                  <a:lnTo>
                    <a:pt x="853900" y="56700"/>
                  </a:lnTo>
                  <a:lnTo>
                    <a:pt x="810578" y="71303"/>
                  </a:lnTo>
                  <a:lnTo>
                    <a:pt x="767997" y="87462"/>
                  </a:lnTo>
                  <a:lnTo>
                    <a:pt x="726191" y="105143"/>
                  </a:lnTo>
                  <a:lnTo>
                    <a:pt x="685194" y="124314"/>
                  </a:lnTo>
                  <a:lnTo>
                    <a:pt x="645040" y="144939"/>
                  </a:lnTo>
                  <a:lnTo>
                    <a:pt x="605762" y="166984"/>
                  </a:lnTo>
                  <a:lnTo>
                    <a:pt x="567396" y="190417"/>
                  </a:lnTo>
                  <a:lnTo>
                    <a:pt x="529974" y="215202"/>
                  </a:lnTo>
                  <a:lnTo>
                    <a:pt x="493531" y="241306"/>
                  </a:lnTo>
                  <a:lnTo>
                    <a:pt x="458101" y="268694"/>
                  </a:lnTo>
                  <a:lnTo>
                    <a:pt x="423718" y="297333"/>
                  </a:lnTo>
                  <a:lnTo>
                    <a:pt x="390416" y="327189"/>
                  </a:lnTo>
                  <a:lnTo>
                    <a:pt x="358228" y="358228"/>
                  </a:lnTo>
                  <a:lnTo>
                    <a:pt x="327189" y="390416"/>
                  </a:lnTo>
                  <a:lnTo>
                    <a:pt x="297333" y="423718"/>
                  </a:lnTo>
                  <a:lnTo>
                    <a:pt x="268694" y="458101"/>
                  </a:lnTo>
                  <a:lnTo>
                    <a:pt x="241306" y="493531"/>
                  </a:lnTo>
                  <a:lnTo>
                    <a:pt x="215202" y="529974"/>
                  </a:lnTo>
                  <a:lnTo>
                    <a:pt x="190417" y="567396"/>
                  </a:lnTo>
                  <a:lnTo>
                    <a:pt x="166984" y="605762"/>
                  </a:lnTo>
                  <a:lnTo>
                    <a:pt x="144939" y="645040"/>
                  </a:lnTo>
                  <a:lnTo>
                    <a:pt x="124314" y="685194"/>
                  </a:lnTo>
                  <a:lnTo>
                    <a:pt x="105143" y="726191"/>
                  </a:lnTo>
                  <a:lnTo>
                    <a:pt x="87462" y="767997"/>
                  </a:lnTo>
                  <a:lnTo>
                    <a:pt x="71303" y="810578"/>
                  </a:lnTo>
                  <a:lnTo>
                    <a:pt x="56700" y="853900"/>
                  </a:lnTo>
                  <a:lnTo>
                    <a:pt x="43689" y="897929"/>
                  </a:lnTo>
                  <a:lnTo>
                    <a:pt x="32302" y="942630"/>
                  </a:lnTo>
                  <a:lnTo>
                    <a:pt x="22573" y="987971"/>
                  </a:lnTo>
                  <a:lnTo>
                    <a:pt x="14537" y="1033917"/>
                  </a:lnTo>
                  <a:lnTo>
                    <a:pt x="8228" y="1080433"/>
                  </a:lnTo>
                  <a:lnTo>
                    <a:pt x="3679" y="1127487"/>
                  </a:lnTo>
                  <a:lnTo>
                    <a:pt x="925" y="1175043"/>
                  </a:lnTo>
                  <a:lnTo>
                    <a:pt x="0" y="1223069"/>
                  </a:lnTo>
                  <a:lnTo>
                    <a:pt x="925" y="1271094"/>
                  </a:lnTo>
                  <a:lnTo>
                    <a:pt x="3679" y="1318651"/>
                  </a:lnTo>
                  <a:lnTo>
                    <a:pt x="8228" y="1365705"/>
                  </a:lnTo>
                  <a:lnTo>
                    <a:pt x="14537" y="1412221"/>
                  </a:lnTo>
                  <a:lnTo>
                    <a:pt x="22573" y="1458167"/>
                  </a:lnTo>
                  <a:lnTo>
                    <a:pt x="32302" y="1503507"/>
                  </a:lnTo>
                  <a:lnTo>
                    <a:pt x="43689" y="1548209"/>
                  </a:lnTo>
                  <a:lnTo>
                    <a:pt x="56700" y="1592238"/>
                  </a:lnTo>
                  <a:lnTo>
                    <a:pt x="71303" y="1635560"/>
                  </a:lnTo>
                  <a:lnTo>
                    <a:pt x="87462" y="1678141"/>
                  </a:lnTo>
                  <a:lnTo>
                    <a:pt x="105143" y="1719947"/>
                  </a:lnTo>
                  <a:lnTo>
                    <a:pt x="124314" y="1760944"/>
                  </a:lnTo>
                  <a:lnTo>
                    <a:pt x="144939" y="1801098"/>
                  </a:lnTo>
                  <a:lnTo>
                    <a:pt x="166984" y="1840375"/>
                  </a:lnTo>
                  <a:lnTo>
                    <a:pt x="190417" y="1878742"/>
                  </a:lnTo>
                  <a:lnTo>
                    <a:pt x="215202" y="1916164"/>
                  </a:lnTo>
                  <a:lnTo>
                    <a:pt x="241306" y="1952606"/>
                  </a:lnTo>
                  <a:lnTo>
                    <a:pt x="268694" y="1988036"/>
                  </a:lnTo>
                  <a:lnTo>
                    <a:pt x="297333" y="2022420"/>
                  </a:lnTo>
                  <a:lnTo>
                    <a:pt x="327189" y="2055722"/>
                  </a:lnTo>
                  <a:lnTo>
                    <a:pt x="358228" y="2087910"/>
                  </a:lnTo>
                  <a:lnTo>
                    <a:pt x="390416" y="2118948"/>
                  </a:lnTo>
                  <a:lnTo>
                    <a:pt x="423718" y="2148804"/>
                  </a:lnTo>
                  <a:lnTo>
                    <a:pt x="458101" y="2177444"/>
                  </a:lnTo>
                  <a:lnTo>
                    <a:pt x="493531" y="2204832"/>
                  </a:lnTo>
                  <a:lnTo>
                    <a:pt x="529974" y="2230936"/>
                  </a:lnTo>
                  <a:lnTo>
                    <a:pt x="567396" y="2255721"/>
                  </a:lnTo>
                  <a:lnTo>
                    <a:pt x="605762" y="2279153"/>
                  </a:lnTo>
                  <a:lnTo>
                    <a:pt x="645040" y="2301199"/>
                  </a:lnTo>
                  <a:lnTo>
                    <a:pt x="685194" y="2321824"/>
                  </a:lnTo>
                  <a:lnTo>
                    <a:pt x="726191" y="2340994"/>
                  </a:lnTo>
                  <a:lnTo>
                    <a:pt x="767997" y="2358676"/>
                  </a:lnTo>
                  <a:lnTo>
                    <a:pt x="810578" y="2374835"/>
                  </a:lnTo>
                  <a:lnTo>
                    <a:pt x="853900" y="2389437"/>
                  </a:lnTo>
                  <a:lnTo>
                    <a:pt x="897929" y="2402449"/>
                  </a:lnTo>
                  <a:lnTo>
                    <a:pt x="942630" y="2413836"/>
                  </a:lnTo>
                  <a:lnTo>
                    <a:pt x="987971" y="2423565"/>
                  </a:lnTo>
                  <a:lnTo>
                    <a:pt x="1033917" y="2431600"/>
                  </a:lnTo>
                  <a:lnTo>
                    <a:pt x="1080433" y="2437910"/>
                  </a:lnTo>
                  <a:lnTo>
                    <a:pt x="1127487" y="2442458"/>
                  </a:lnTo>
                  <a:lnTo>
                    <a:pt x="1175043" y="2445213"/>
                  </a:lnTo>
                  <a:lnTo>
                    <a:pt x="1223069" y="2446138"/>
                  </a:lnTo>
                  <a:lnTo>
                    <a:pt x="1271094" y="2445213"/>
                  </a:lnTo>
                  <a:lnTo>
                    <a:pt x="1318651" y="2442458"/>
                  </a:lnTo>
                  <a:lnTo>
                    <a:pt x="1365705" y="2437910"/>
                  </a:lnTo>
                  <a:lnTo>
                    <a:pt x="1412221" y="2431600"/>
                  </a:lnTo>
                  <a:lnTo>
                    <a:pt x="1458167" y="2423565"/>
                  </a:lnTo>
                  <a:lnTo>
                    <a:pt x="1503507" y="2413836"/>
                  </a:lnTo>
                  <a:lnTo>
                    <a:pt x="1548209" y="2402449"/>
                  </a:lnTo>
                  <a:lnTo>
                    <a:pt x="1592238" y="2389437"/>
                  </a:lnTo>
                  <a:lnTo>
                    <a:pt x="1635560" y="2374835"/>
                  </a:lnTo>
                  <a:lnTo>
                    <a:pt x="1678141" y="2358676"/>
                  </a:lnTo>
                  <a:lnTo>
                    <a:pt x="1719947" y="2340994"/>
                  </a:lnTo>
                  <a:lnTo>
                    <a:pt x="1760944" y="2321824"/>
                  </a:lnTo>
                  <a:lnTo>
                    <a:pt x="1801098" y="2301199"/>
                  </a:lnTo>
                  <a:lnTo>
                    <a:pt x="1840375" y="2279153"/>
                  </a:lnTo>
                  <a:lnTo>
                    <a:pt x="1878742" y="2255721"/>
                  </a:lnTo>
                  <a:lnTo>
                    <a:pt x="1916164" y="2230936"/>
                  </a:lnTo>
                  <a:lnTo>
                    <a:pt x="1952606" y="2204832"/>
                  </a:lnTo>
                  <a:lnTo>
                    <a:pt x="1988036" y="2177444"/>
                  </a:lnTo>
                  <a:lnTo>
                    <a:pt x="2022420" y="2148804"/>
                  </a:lnTo>
                  <a:lnTo>
                    <a:pt x="2055722" y="2118948"/>
                  </a:lnTo>
                  <a:lnTo>
                    <a:pt x="2087910" y="2087910"/>
                  </a:lnTo>
                  <a:lnTo>
                    <a:pt x="2118948" y="2055722"/>
                  </a:lnTo>
                  <a:lnTo>
                    <a:pt x="2148804" y="2022420"/>
                  </a:lnTo>
                  <a:lnTo>
                    <a:pt x="2177444" y="1988036"/>
                  </a:lnTo>
                  <a:lnTo>
                    <a:pt x="2204832" y="1952606"/>
                  </a:lnTo>
                  <a:lnTo>
                    <a:pt x="2230936" y="1916164"/>
                  </a:lnTo>
                  <a:lnTo>
                    <a:pt x="2255721" y="1878742"/>
                  </a:lnTo>
                  <a:lnTo>
                    <a:pt x="2279153" y="1840375"/>
                  </a:lnTo>
                  <a:lnTo>
                    <a:pt x="2301199" y="1801098"/>
                  </a:lnTo>
                  <a:lnTo>
                    <a:pt x="2321824" y="1760944"/>
                  </a:lnTo>
                  <a:lnTo>
                    <a:pt x="2340994" y="1719947"/>
                  </a:lnTo>
                  <a:lnTo>
                    <a:pt x="2358676" y="1678141"/>
                  </a:lnTo>
                  <a:lnTo>
                    <a:pt x="2374835" y="1635560"/>
                  </a:lnTo>
                  <a:lnTo>
                    <a:pt x="2389437" y="1592238"/>
                  </a:lnTo>
                  <a:lnTo>
                    <a:pt x="2402449" y="1548209"/>
                  </a:lnTo>
                  <a:lnTo>
                    <a:pt x="2413836" y="1503507"/>
                  </a:lnTo>
                  <a:lnTo>
                    <a:pt x="2423565" y="1458167"/>
                  </a:lnTo>
                  <a:lnTo>
                    <a:pt x="2431600" y="1412221"/>
                  </a:lnTo>
                  <a:lnTo>
                    <a:pt x="2437910" y="1365705"/>
                  </a:lnTo>
                  <a:lnTo>
                    <a:pt x="2442458" y="1318651"/>
                  </a:lnTo>
                  <a:lnTo>
                    <a:pt x="2445213" y="1271094"/>
                  </a:lnTo>
                  <a:lnTo>
                    <a:pt x="2446138" y="1223069"/>
                  </a:lnTo>
                  <a:lnTo>
                    <a:pt x="2445213" y="1175043"/>
                  </a:lnTo>
                  <a:lnTo>
                    <a:pt x="2442458" y="1127487"/>
                  </a:lnTo>
                  <a:lnTo>
                    <a:pt x="2437910" y="1080433"/>
                  </a:lnTo>
                  <a:lnTo>
                    <a:pt x="2431600" y="1033917"/>
                  </a:lnTo>
                  <a:lnTo>
                    <a:pt x="2423565" y="987971"/>
                  </a:lnTo>
                  <a:lnTo>
                    <a:pt x="2413836" y="942630"/>
                  </a:lnTo>
                  <a:lnTo>
                    <a:pt x="2402449" y="897929"/>
                  </a:lnTo>
                  <a:lnTo>
                    <a:pt x="2389437" y="853900"/>
                  </a:lnTo>
                  <a:lnTo>
                    <a:pt x="2374835" y="810578"/>
                  </a:lnTo>
                  <a:lnTo>
                    <a:pt x="2358676" y="767997"/>
                  </a:lnTo>
                  <a:lnTo>
                    <a:pt x="2340994" y="726191"/>
                  </a:lnTo>
                  <a:lnTo>
                    <a:pt x="2321824" y="685194"/>
                  </a:lnTo>
                  <a:lnTo>
                    <a:pt x="2301199" y="645040"/>
                  </a:lnTo>
                  <a:lnTo>
                    <a:pt x="2279153" y="605762"/>
                  </a:lnTo>
                  <a:lnTo>
                    <a:pt x="2255721" y="567396"/>
                  </a:lnTo>
                  <a:lnTo>
                    <a:pt x="2230936" y="529974"/>
                  </a:lnTo>
                  <a:lnTo>
                    <a:pt x="2204832" y="493531"/>
                  </a:lnTo>
                  <a:lnTo>
                    <a:pt x="2177444" y="458101"/>
                  </a:lnTo>
                  <a:lnTo>
                    <a:pt x="2148804" y="423718"/>
                  </a:lnTo>
                  <a:lnTo>
                    <a:pt x="2118948" y="390416"/>
                  </a:lnTo>
                  <a:lnTo>
                    <a:pt x="2087910" y="358228"/>
                  </a:lnTo>
                  <a:lnTo>
                    <a:pt x="2055722" y="327189"/>
                  </a:lnTo>
                  <a:lnTo>
                    <a:pt x="2022420" y="297333"/>
                  </a:lnTo>
                  <a:lnTo>
                    <a:pt x="1988036" y="268694"/>
                  </a:lnTo>
                  <a:lnTo>
                    <a:pt x="1952606" y="241306"/>
                  </a:lnTo>
                  <a:lnTo>
                    <a:pt x="1916164" y="215202"/>
                  </a:lnTo>
                  <a:lnTo>
                    <a:pt x="1878742" y="190417"/>
                  </a:lnTo>
                  <a:lnTo>
                    <a:pt x="1840375" y="166984"/>
                  </a:lnTo>
                  <a:lnTo>
                    <a:pt x="1801098" y="144939"/>
                  </a:lnTo>
                  <a:lnTo>
                    <a:pt x="1760944" y="124314"/>
                  </a:lnTo>
                  <a:lnTo>
                    <a:pt x="1719947" y="105143"/>
                  </a:lnTo>
                  <a:lnTo>
                    <a:pt x="1678141" y="87462"/>
                  </a:lnTo>
                  <a:lnTo>
                    <a:pt x="1635560" y="71303"/>
                  </a:lnTo>
                  <a:lnTo>
                    <a:pt x="1592238" y="56700"/>
                  </a:lnTo>
                  <a:lnTo>
                    <a:pt x="1548209" y="43689"/>
                  </a:lnTo>
                  <a:lnTo>
                    <a:pt x="1503507" y="32302"/>
                  </a:lnTo>
                  <a:lnTo>
                    <a:pt x="1458167" y="22573"/>
                  </a:lnTo>
                  <a:lnTo>
                    <a:pt x="1412221" y="14537"/>
                  </a:lnTo>
                  <a:lnTo>
                    <a:pt x="1365705" y="8228"/>
                  </a:lnTo>
                  <a:lnTo>
                    <a:pt x="1318651" y="3679"/>
                  </a:lnTo>
                  <a:lnTo>
                    <a:pt x="1271094" y="925"/>
                  </a:lnTo>
                  <a:lnTo>
                    <a:pt x="1223069" y="0"/>
                  </a:lnTo>
                </a:path>
              </a:pathLst>
            </a:custGeom>
            <a:ln w="400049">
              <a:solidFill>
                <a:srgbClr val="041C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303848" y="4568824"/>
              <a:ext cx="790575" cy="1148080"/>
            </a:xfrm>
            <a:custGeom>
              <a:avLst/>
              <a:gdLst/>
              <a:ahLst/>
              <a:cxnLst/>
              <a:rect l="l" t="t" r="r" b="b"/>
              <a:pathLst>
                <a:path w="790575" h="1148079">
                  <a:moveTo>
                    <a:pt x="414324" y="703567"/>
                  </a:moveTo>
                  <a:lnTo>
                    <a:pt x="399491" y="688733"/>
                  </a:lnTo>
                  <a:lnTo>
                    <a:pt x="394957" y="688733"/>
                  </a:lnTo>
                  <a:lnTo>
                    <a:pt x="380123" y="703567"/>
                  </a:lnTo>
                  <a:lnTo>
                    <a:pt x="380123" y="708101"/>
                  </a:lnTo>
                  <a:lnTo>
                    <a:pt x="394957" y="722934"/>
                  </a:lnTo>
                  <a:lnTo>
                    <a:pt x="399491" y="722934"/>
                  </a:lnTo>
                  <a:lnTo>
                    <a:pt x="414324" y="708101"/>
                  </a:lnTo>
                  <a:lnTo>
                    <a:pt x="414324" y="705827"/>
                  </a:lnTo>
                  <a:lnTo>
                    <a:pt x="414324" y="703567"/>
                  </a:lnTo>
                  <a:close/>
                </a:path>
                <a:path w="790575" h="1148079">
                  <a:moveTo>
                    <a:pt x="414324" y="635977"/>
                  </a:moveTo>
                  <a:lnTo>
                    <a:pt x="399491" y="621144"/>
                  </a:lnTo>
                  <a:lnTo>
                    <a:pt x="394957" y="621144"/>
                  </a:lnTo>
                  <a:lnTo>
                    <a:pt x="380123" y="635977"/>
                  </a:lnTo>
                  <a:lnTo>
                    <a:pt x="380123" y="640511"/>
                  </a:lnTo>
                  <a:lnTo>
                    <a:pt x="394957" y="655345"/>
                  </a:lnTo>
                  <a:lnTo>
                    <a:pt x="399491" y="655345"/>
                  </a:lnTo>
                  <a:lnTo>
                    <a:pt x="414324" y="640511"/>
                  </a:lnTo>
                  <a:lnTo>
                    <a:pt x="414324" y="638238"/>
                  </a:lnTo>
                  <a:lnTo>
                    <a:pt x="414324" y="635977"/>
                  </a:lnTo>
                  <a:close/>
                </a:path>
                <a:path w="790575" h="1148079">
                  <a:moveTo>
                    <a:pt x="625030" y="324993"/>
                  </a:moveTo>
                  <a:lnTo>
                    <a:pt x="606742" y="305752"/>
                  </a:lnTo>
                  <a:lnTo>
                    <a:pt x="603199" y="306324"/>
                  </a:lnTo>
                  <a:lnTo>
                    <a:pt x="599846" y="308114"/>
                  </a:lnTo>
                  <a:lnTo>
                    <a:pt x="555269" y="329450"/>
                  </a:lnTo>
                  <a:lnTo>
                    <a:pt x="515086" y="340398"/>
                  </a:lnTo>
                  <a:lnTo>
                    <a:pt x="467944" y="338620"/>
                  </a:lnTo>
                  <a:lnTo>
                    <a:pt x="402424" y="321792"/>
                  </a:lnTo>
                  <a:lnTo>
                    <a:pt x="389890" y="318033"/>
                  </a:lnTo>
                  <a:lnTo>
                    <a:pt x="377228" y="314896"/>
                  </a:lnTo>
                  <a:lnTo>
                    <a:pt x="338467" y="309118"/>
                  </a:lnTo>
                  <a:lnTo>
                    <a:pt x="312381" y="308381"/>
                  </a:lnTo>
                  <a:lnTo>
                    <a:pt x="299313" y="308952"/>
                  </a:lnTo>
                  <a:lnTo>
                    <a:pt x="260527" y="314363"/>
                  </a:lnTo>
                  <a:lnTo>
                    <a:pt x="222897" y="325259"/>
                  </a:lnTo>
                  <a:lnTo>
                    <a:pt x="188925" y="349516"/>
                  </a:lnTo>
                  <a:lnTo>
                    <a:pt x="188899" y="352056"/>
                  </a:lnTo>
                  <a:lnTo>
                    <a:pt x="190004" y="357124"/>
                  </a:lnTo>
                  <a:lnTo>
                    <a:pt x="219760" y="388277"/>
                  </a:lnTo>
                  <a:lnTo>
                    <a:pt x="273037" y="439635"/>
                  </a:lnTo>
                  <a:lnTo>
                    <a:pt x="325323" y="489546"/>
                  </a:lnTo>
                  <a:lnTo>
                    <a:pt x="349478" y="511962"/>
                  </a:lnTo>
                  <a:lnTo>
                    <a:pt x="357047" y="522109"/>
                  </a:lnTo>
                  <a:lnTo>
                    <a:pt x="362762" y="533044"/>
                  </a:lnTo>
                  <a:lnTo>
                    <a:pt x="366623" y="544753"/>
                  </a:lnTo>
                  <a:lnTo>
                    <a:pt x="369074" y="560730"/>
                  </a:lnTo>
                  <a:lnTo>
                    <a:pt x="370154" y="564007"/>
                  </a:lnTo>
                  <a:lnTo>
                    <a:pt x="394411" y="581329"/>
                  </a:lnTo>
                  <a:lnTo>
                    <a:pt x="397916" y="581050"/>
                  </a:lnTo>
                  <a:lnTo>
                    <a:pt x="401231" y="581380"/>
                  </a:lnTo>
                  <a:lnTo>
                    <a:pt x="425272" y="558342"/>
                  </a:lnTo>
                  <a:lnTo>
                    <a:pt x="426618" y="550265"/>
                  </a:lnTo>
                  <a:lnTo>
                    <a:pt x="444017" y="513803"/>
                  </a:lnTo>
                  <a:lnTo>
                    <a:pt x="562978" y="399453"/>
                  </a:lnTo>
                  <a:lnTo>
                    <a:pt x="580288" y="383501"/>
                  </a:lnTo>
                  <a:lnTo>
                    <a:pt x="592391" y="371843"/>
                  </a:lnTo>
                  <a:lnTo>
                    <a:pt x="603440" y="359346"/>
                  </a:lnTo>
                  <a:lnTo>
                    <a:pt x="613460" y="345986"/>
                  </a:lnTo>
                  <a:lnTo>
                    <a:pt x="622427" y="331774"/>
                  </a:lnTo>
                  <a:lnTo>
                    <a:pt x="624319" y="328510"/>
                  </a:lnTo>
                  <a:lnTo>
                    <a:pt x="625030" y="324993"/>
                  </a:lnTo>
                  <a:close/>
                </a:path>
                <a:path w="790575" h="1148079">
                  <a:moveTo>
                    <a:pt x="632688" y="987336"/>
                  </a:moveTo>
                  <a:lnTo>
                    <a:pt x="628840" y="947343"/>
                  </a:lnTo>
                  <a:lnTo>
                    <a:pt x="616191" y="903630"/>
                  </a:lnTo>
                  <a:lnTo>
                    <a:pt x="595363" y="863168"/>
                  </a:lnTo>
                  <a:lnTo>
                    <a:pt x="567169" y="827468"/>
                  </a:lnTo>
                  <a:lnTo>
                    <a:pt x="532625" y="797839"/>
                  </a:lnTo>
                  <a:lnTo>
                    <a:pt x="493039" y="775411"/>
                  </a:lnTo>
                  <a:lnTo>
                    <a:pt x="449884" y="760996"/>
                  </a:lnTo>
                  <a:lnTo>
                    <a:pt x="404749" y="755154"/>
                  </a:lnTo>
                  <a:lnTo>
                    <a:pt x="389559" y="755154"/>
                  </a:lnTo>
                  <a:lnTo>
                    <a:pt x="344436" y="760996"/>
                  </a:lnTo>
                  <a:lnTo>
                    <a:pt x="301282" y="775411"/>
                  </a:lnTo>
                  <a:lnTo>
                    <a:pt x="261683" y="797839"/>
                  </a:lnTo>
                  <a:lnTo>
                    <a:pt x="227152" y="827468"/>
                  </a:lnTo>
                  <a:lnTo>
                    <a:pt x="198945" y="863168"/>
                  </a:lnTo>
                  <a:lnTo>
                    <a:pt x="178130" y="903630"/>
                  </a:lnTo>
                  <a:lnTo>
                    <a:pt x="165468" y="947343"/>
                  </a:lnTo>
                  <a:lnTo>
                    <a:pt x="161582" y="986980"/>
                  </a:lnTo>
                  <a:lnTo>
                    <a:pt x="161975" y="989228"/>
                  </a:lnTo>
                  <a:lnTo>
                    <a:pt x="176682" y="1002207"/>
                  </a:lnTo>
                  <a:lnTo>
                    <a:pt x="617855" y="1002169"/>
                  </a:lnTo>
                  <a:lnTo>
                    <a:pt x="632688" y="987336"/>
                  </a:lnTo>
                  <a:close/>
                </a:path>
                <a:path w="790575" h="1148079">
                  <a:moveTo>
                    <a:pt x="790359" y="5702"/>
                  </a:moveTo>
                  <a:lnTo>
                    <a:pt x="788060" y="3416"/>
                  </a:lnTo>
                  <a:lnTo>
                    <a:pt x="786206" y="2171"/>
                  </a:lnTo>
                  <a:lnTo>
                    <a:pt x="782015" y="444"/>
                  </a:lnTo>
                  <a:lnTo>
                    <a:pt x="779843" y="0"/>
                  </a:lnTo>
                  <a:lnTo>
                    <a:pt x="689330" y="0"/>
                  </a:lnTo>
                  <a:lnTo>
                    <a:pt x="689330" y="108229"/>
                  </a:lnTo>
                  <a:lnTo>
                    <a:pt x="689279" y="195643"/>
                  </a:lnTo>
                  <a:lnTo>
                    <a:pt x="685495" y="248539"/>
                  </a:lnTo>
                  <a:lnTo>
                    <a:pt x="675208" y="296265"/>
                  </a:lnTo>
                  <a:lnTo>
                    <a:pt x="658241" y="338645"/>
                  </a:lnTo>
                  <a:lnTo>
                    <a:pt x="634428" y="376135"/>
                  </a:lnTo>
                  <a:lnTo>
                    <a:pt x="603542" y="409219"/>
                  </a:lnTo>
                  <a:lnTo>
                    <a:pt x="585762" y="425323"/>
                  </a:lnTo>
                  <a:lnTo>
                    <a:pt x="493674" y="509638"/>
                  </a:lnTo>
                  <a:lnTo>
                    <a:pt x="468299" y="540829"/>
                  </a:lnTo>
                  <a:lnTo>
                    <a:pt x="460933" y="560298"/>
                  </a:lnTo>
                  <a:lnTo>
                    <a:pt x="458990" y="569556"/>
                  </a:lnTo>
                  <a:lnTo>
                    <a:pt x="464527" y="609917"/>
                  </a:lnTo>
                  <a:lnTo>
                    <a:pt x="487426" y="644156"/>
                  </a:lnTo>
                  <a:lnTo>
                    <a:pt x="495325" y="650963"/>
                  </a:lnTo>
                  <a:lnTo>
                    <a:pt x="603135" y="749744"/>
                  </a:lnTo>
                  <a:lnTo>
                    <a:pt x="634009" y="782828"/>
                  </a:lnTo>
                  <a:lnTo>
                    <a:pt x="657834" y="820305"/>
                  </a:lnTo>
                  <a:lnTo>
                    <a:pt x="674789" y="862660"/>
                  </a:lnTo>
                  <a:lnTo>
                    <a:pt x="685088" y="910361"/>
                  </a:lnTo>
                  <a:lnTo>
                    <a:pt x="688898" y="963587"/>
                  </a:lnTo>
                  <a:lnTo>
                    <a:pt x="688911" y="1039380"/>
                  </a:lnTo>
                  <a:lnTo>
                    <a:pt x="104990" y="1039380"/>
                  </a:lnTo>
                  <a:lnTo>
                    <a:pt x="105016" y="963587"/>
                  </a:lnTo>
                  <a:lnTo>
                    <a:pt x="108902" y="910361"/>
                  </a:lnTo>
                  <a:lnTo>
                    <a:pt x="119227" y="862660"/>
                  </a:lnTo>
                  <a:lnTo>
                    <a:pt x="136207" y="820305"/>
                  </a:lnTo>
                  <a:lnTo>
                    <a:pt x="160032" y="782828"/>
                  </a:lnTo>
                  <a:lnTo>
                    <a:pt x="190906" y="749744"/>
                  </a:lnTo>
                  <a:lnTo>
                    <a:pt x="298996" y="651103"/>
                  </a:lnTo>
                  <a:lnTo>
                    <a:pt x="307022" y="644156"/>
                  </a:lnTo>
                  <a:lnTo>
                    <a:pt x="314058" y="636625"/>
                  </a:lnTo>
                  <a:lnTo>
                    <a:pt x="333298" y="599884"/>
                  </a:lnTo>
                  <a:lnTo>
                    <a:pt x="336613" y="579272"/>
                  </a:lnTo>
                  <a:lnTo>
                    <a:pt x="335559" y="569137"/>
                  </a:lnTo>
                  <a:lnTo>
                    <a:pt x="320852" y="531710"/>
                  </a:lnTo>
                  <a:lnTo>
                    <a:pt x="300228" y="509638"/>
                  </a:lnTo>
                  <a:lnTo>
                    <a:pt x="190779" y="409765"/>
                  </a:lnTo>
                  <a:lnTo>
                    <a:pt x="159956" y="376682"/>
                  </a:lnTo>
                  <a:lnTo>
                    <a:pt x="136169" y="339204"/>
                  </a:lnTo>
                  <a:lnTo>
                    <a:pt x="119214" y="296849"/>
                  </a:lnTo>
                  <a:lnTo>
                    <a:pt x="108877" y="249148"/>
                  </a:lnTo>
                  <a:lnTo>
                    <a:pt x="108839" y="248539"/>
                  </a:lnTo>
                  <a:lnTo>
                    <a:pt x="104990" y="195643"/>
                  </a:lnTo>
                  <a:lnTo>
                    <a:pt x="104990" y="108229"/>
                  </a:lnTo>
                  <a:lnTo>
                    <a:pt x="689330" y="108229"/>
                  </a:lnTo>
                  <a:lnTo>
                    <a:pt x="689330" y="0"/>
                  </a:lnTo>
                  <a:lnTo>
                    <a:pt x="14884" y="0"/>
                  </a:lnTo>
                  <a:lnTo>
                    <a:pt x="12712" y="444"/>
                  </a:lnTo>
                  <a:lnTo>
                    <a:pt x="50" y="14833"/>
                  </a:lnTo>
                  <a:lnTo>
                    <a:pt x="50" y="93395"/>
                  </a:lnTo>
                  <a:lnTo>
                    <a:pt x="14884" y="108229"/>
                  </a:lnTo>
                  <a:lnTo>
                    <a:pt x="70789" y="108229"/>
                  </a:lnTo>
                  <a:lnTo>
                    <a:pt x="70840" y="195643"/>
                  </a:lnTo>
                  <a:lnTo>
                    <a:pt x="75209" y="253974"/>
                  </a:lnTo>
                  <a:lnTo>
                    <a:pt x="75311" y="254381"/>
                  </a:lnTo>
                  <a:lnTo>
                    <a:pt x="87071" y="307187"/>
                  </a:lnTo>
                  <a:lnTo>
                    <a:pt x="106426" y="354799"/>
                  </a:lnTo>
                  <a:lnTo>
                    <a:pt x="133350" y="397040"/>
                  </a:lnTo>
                  <a:lnTo>
                    <a:pt x="167919" y="434111"/>
                  </a:lnTo>
                  <a:lnTo>
                    <a:pt x="277380" y="533996"/>
                  </a:lnTo>
                  <a:lnTo>
                    <a:pt x="282498" y="538289"/>
                  </a:lnTo>
                  <a:lnTo>
                    <a:pt x="287096" y="543039"/>
                  </a:lnTo>
                  <a:lnTo>
                    <a:pt x="302145" y="579272"/>
                  </a:lnTo>
                  <a:lnTo>
                    <a:pt x="302082" y="579691"/>
                  </a:lnTo>
                  <a:lnTo>
                    <a:pt x="301129" y="586117"/>
                  </a:lnTo>
                  <a:lnTo>
                    <a:pt x="301066" y="586320"/>
                  </a:lnTo>
                  <a:lnTo>
                    <a:pt x="299415" y="592721"/>
                  </a:lnTo>
                  <a:lnTo>
                    <a:pt x="299364" y="592886"/>
                  </a:lnTo>
                  <a:lnTo>
                    <a:pt x="275729" y="625652"/>
                  </a:lnTo>
                  <a:lnTo>
                    <a:pt x="167652" y="724433"/>
                  </a:lnTo>
                  <a:lnTo>
                    <a:pt x="133096" y="761504"/>
                  </a:lnTo>
                  <a:lnTo>
                    <a:pt x="106210" y="803757"/>
                  </a:lnTo>
                  <a:lnTo>
                    <a:pt x="86880" y="851369"/>
                  </a:lnTo>
                  <a:lnTo>
                    <a:pt x="74993" y="904722"/>
                  </a:lnTo>
                  <a:lnTo>
                    <a:pt x="70535" y="963587"/>
                  </a:lnTo>
                  <a:lnTo>
                    <a:pt x="70510" y="1039380"/>
                  </a:lnTo>
                  <a:lnTo>
                    <a:pt x="14846" y="1039380"/>
                  </a:lnTo>
                  <a:lnTo>
                    <a:pt x="0" y="1054595"/>
                  </a:lnTo>
                  <a:lnTo>
                    <a:pt x="50" y="1133182"/>
                  </a:lnTo>
                  <a:lnTo>
                    <a:pt x="14884" y="1148016"/>
                  </a:lnTo>
                  <a:lnTo>
                    <a:pt x="779818" y="1148016"/>
                  </a:lnTo>
                  <a:lnTo>
                    <a:pt x="782231" y="1147584"/>
                  </a:lnTo>
                  <a:lnTo>
                    <a:pt x="781964" y="1147584"/>
                  </a:lnTo>
                  <a:lnTo>
                    <a:pt x="786218" y="1145844"/>
                  </a:lnTo>
                  <a:lnTo>
                    <a:pt x="788073" y="1144612"/>
                  </a:lnTo>
                  <a:lnTo>
                    <a:pt x="790359" y="1142326"/>
                  </a:lnTo>
                  <a:lnTo>
                    <a:pt x="790359" y="1045489"/>
                  </a:lnTo>
                  <a:lnTo>
                    <a:pt x="788060" y="1043203"/>
                  </a:lnTo>
                  <a:lnTo>
                    <a:pt x="786206" y="1041958"/>
                  </a:lnTo>
                  <a:lnTo>
                    <a:pt x="782015" y="1040231"/>
                  </a:lnTo>
                  <a:lnTo>
                    <a:pt x="779843" y="1039799"/>
                  </a:lnTo>
                  <a:lnTo>
                    <a:pt x="723531" y="1039799"/>
                  </a:lnTo>
                  <a:lnTo>
                    <a:pt x="723531" y="963587"/>
                  </a:lnTo>
                  <a:lnTo>
                    <a:pt x="719112" y="904582"/>
                  </a:lnTo>
                  <a:lnTo>
                    <a:pt x="707288" y="851369"/>
                  </a:lnTo>
                  <a:lnTo>
                    <a:pt x="687971" y="803757"/>
                  </a:lnTo>
                  <a:lnTo>
                    <a:pt x="661085" y="761504"/>
                  </a:lnTo>
                  <a:lnTo>
                    <a:pt x="626529" y="724433"/>
                  </a:lnTo>
                  <a:lnTo>
                    <a:pt x="518312" y="625525"/>
                  </a:lnTo>
                  <a:lnTo>
                    <a:pt x="512991" y="621195"/>
                  </a:lnTo>
                  <a:lnTo>
                    <a:pt x="508228" y="616394"/>
                  </a:lnTo>
                  <a:lnTo>
                    <a:pt x="494817" y="592721"/>
                  </a:lnTo>
                  <a:lnTo>
                    <a:pt x="493166" y="586320"/>
                  </a:lnTo>
                  <a:lnTo>
                    <a:pt x="493141" y="586117"/>
                  </a:lnTo>
                  <a:lnTo>
                    <a:pt x="492201" y="579691"/>
                  </a:lnTo>
                  <a:lnTo>
                    <a:pt x="492213" y="579272"/>
                  </a:lnTo>
                  <a:lnTo>
                    <a:pt x="493077" y="572935"/>
                  </a:lnTo>
                  <a:lnTo>
                    <a:pt x="493153" y="572643"/>
                  </a:lnTo>
                  <a:lnTo>
                    <a:pt x="494665" y="566508"/>
                  </a:lnTo>
                  <a:lnTo>
                    <a:pt x="494779" y="566216"/>
                  </a:lnTo>
                  <a:lnTo>
                    <a:pt x="496925" y="560298"/>
                  </a:lnTo>
                  <a:lnTo>
                    <a:pt x="499859" y="554291"/>
                  </a:lnTo>
                  <a:lnTo>
                    <a:pt x="503402" y="548627"/>
                  </a:lnTo>
                  <a:lnTo>
                    <a:pt x="507479" y="543420"/>
                  </a:lnTo>
                  <a:lnTo>
                    <a:pt x="512076" y="538683"/>
                  </a:lnTo>
                  <a:lnTo>
                    <a:pt x="517207" y="534403"/>
                  </a:lnTo>
                  <a:lnTo>
                    <a:pt x="626529" y="434797"/>
                  </a:lnTo>
                  <a:lnTo>
                    <a:pt x="661085" y="397662"/>
                  </a:lnTo>
                  <a:lnTo>
                    <a:pt x="687971" y="355358"/>
                  </a:lnTo>
                  <a:lnTo>
                    <a:pt x="707288" y="307682"/>
                  </a:lnTo>
                  <a:lnTo>
                    <a:pt x="719112" y="254381"/>
                  </a:lnTo>
                  <a:lnTo>
                    <a:pt x="723493" y="195643"/>
                  </a:lnTo>
                  <a:lnTo>
                    <a:pt x="723531" y="108229"/>
                  </a:lnTo>
                  <a:lnTo>
                    <a:pt x="779780" y="108229"/>
                  </a:lnTo>
                  <a:lnTo>
                    <a:pt x="782218" y="107797"/>
                  </a:lnTo>
                  <a:lnTo>
                    <a:pt x="781926" y="107797"/>
                  </a:lnTo>
                  <a:lnTo>
                    <a:pt x="785977" y="106197"/>
                  </a:lnTo>
                  <a:lnTo>
                    <a:pt x="787869" y="104978"/>
                  </a:lnTo>
                  <a:lnTo>
                    <a:pt x="790359" y="102552"/>
                  </a:lnTo>
                  <a:lnTo>
                    <a:pt x="790359" y="5702"/>
                  </a:lnTo>
                  <a:close/>
                </a:path>
              </a:pathLst>
            </a:custGeom>
            <a:solidFill>
              <a:srgbClr val="041C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95059"/>
              <a:ext cx="1220296" cy="71720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183" y="3715511"/>
              <a:ext cx="5141975" cy="22677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31478" y="2616714"/>
              <a:ext cx="6421755" cy="6400800"/>
            </a:xfrm>
            <a:custGeom>
              <a:avLst/>
              <a:gdLst/>
              <a:ahLst/>
              <a:cxnLst/>
              <a:rect l="l" t="t" r="r" b="b"/>
              <a:pathLst>
                <a:path w="6421755" h="6400800">
                  <a:moveTo>
                    <a:pt x="3210869" y="38099"/>
                  </a:moveTo>
                  <a:lnTo>
                    <a:pt x="2643760" y="38099"/>
                  </a:lnTo>
                  <a:lnTo>
                    <a:pt x="2736228" y="12699"/>
                  </a:lnTo>
                  <a:lnTo>
                    <a:pt x="2829561" y="12699"/>
                  </a:lnTo>
                  <a:lnTo>
                    <a:pt x="2876539" y="0"/>
                  </a:lnTo>
                  <a:lnTo>
                    <a:pt x="3210745" y="0"/>
                  </a:lnTo>
                  <a:lnTo>
                    <a:pt x="3210869" y="38099"/>
                  </a:lnTo>
                  <a:close/>
                </a:path>
                <a:path w="6421755" h="6400800">
                  <a:moveTo>
                    <a:pt x="3777735" y="38099"/>
                  </a:moveTo>
                  <a:lnTo>
                    <a:pt x="3210869" y="38099"/>
                  </a:lnTo>
                  <a:lnTo>
                    <a:pt x="3210745" y="0"/>
                  </a:lnTo>
                  <a:lnTo>
                    <a:pt x="3544953" y="0"/>
                  </a:lnTo>
                  <a:lnTo>
                    <a:pt x="3591932" y="12699"/>
                  </a:lnTo>
                  <a:lnTo>
                    <a:pt x="3685265" y="12699"/>
                  </a:lnTo>
                  <a:lnTo>
                    <a:pt x="3777735" y="38099"/>
                  </a:lnTo>
                  <a:close/>
                </a:path>
                <a:path w="6421755" h="6400800">
                  <a:moveTo>
                    <a:pt x="2642589" y="88899"/>
                  </a:moveTo>
                  <a:lnTo>
                    <a:pt x="2416634" y="88899"/>
                  </a:lnTo>
                  <a:lnTo>
                    <a:pt x="2597863" y="38099"/>
                  </a:lnTo>
                  <a:lnTo>
                    <a:pt x="2970597" y="38099"/>
                  </a:lnTo>
                  <a:lnTo>
                    <a:pt x="2923109" y="50799"/>
                  </a:lnTo>
                  <a:lnTo>
                    <a:pt x="2828743" y="50799"/>
                  </a:lnTo>
                  <a:lnTo>
                    <a:pt x="2781874" y="63499"/>
                  </a:lnTo>
                  <a:lnTo>
                    <a:pt x="2735222" y="63499"/>
                  </a:lnTo>
                  <a:lnTo>
                    <a:pt x="2642589" y="88899"/>
                  </a:lnTo>
                  <a:close/>
                </a:path>
                <a:path w="6421755" h="6400800">
                  <a:moveTo>
                    <a:pt x="4004865" y="88899"/>
                  </a:moveTo>
                  <a:lnTo>
                    <a:pt x="3779149" y="88899"/>
                  </a:lnTo>
                  <a:lnTo>
                    <a:pt x="3686516" y="63499"/>
                  </a:lnTo>
                  <a:lnTo>
                    <a:pt x="3639863" y="63499"/>
                  </a:lnTo>
                  <a:lnTo>
                    <a:pt x="3592995" y="50799"/>
                  </a:lnTo>
                  <a:lnTo>
                    <a:pt x="3498628" y="50799"/>
                  </a:lnTo>
                  <a:lnTo>
                    <a:pt x="3451141" y="38099"/>
                  </a:lnTo>
                  <a:lnTo>
                    <a:pt x="3823633" y="38099"/>
                  </a:lnTo>
                  <a:lnTo>
                    <a:pt x="4004865" y="88899"/>
                  </a:lnTo>
                  <a:close/>
                </a:path>
                <a:path w="6421755" h="6400800">
                  <a:moveTo>
                    <a:pt x="2735222" y="6324599"/>
                  </a:moveTo>
                  <a:lnTo>
                    <a:pt x="2461577" y="6324599"/>
                  </a:lnTo>
                  <a:lnTo>
                    <a:pt x="2195782" y="6248399"/>
                  </a:lnTo>
                  <a:lnTo>
                    <a:pt x="2152419" y="6222999"/>
                  </a:lnTo>
                  <a:lnTo>
                    <a:pt x="2024035" y="6184899"/>
                  </a:lnTo>
                  <a:lnTo>
                    <a:pt x="1981825" y="6159499"/>
                  </a:lnTo>
                  <a:lnTo>
                    <a:pt x="1939915" y="6146799"/>
                  </a:lnTo>
                  <a:lnTo>
                    <a:pt x="1898311" y="6121399"/>
                  </a:lnTo>
                  <a:lnTo>
                    <a:pt x="1857018" y="6108699"/>
                  </a:lnTo>
                  <a:lnTo>
                    <a:pt x="1816040" y="6083299"/>
                  </a:lnTo>
                  <a:lnTo>
                    <a:pt x="1775383" y="6070599"/>
                  </a:lnTo>
                  <a:lnTo>
                    <a:pt x="1735051" y="6045199"/>
                  </a:lnTo>
                  <a:lnTo>
                    <a:pt x="1695050" y="6032499"/>
                  </a:lnTo>
                  <a:lnTo>
                    <a:pt x="1577078" y="5956299"/>
                  </a:lnTo>
                  <a:lnTo>
                    <a:pt x="1538448" y="5943599"/>
                  </a:lnTo>
                  <a:lnTo>
                    <a:pt x="1424710" y="5867399"/>
                  </a:lnTo>
                  <a:lnTo>
                    <a:pt x="1350727" y="5816599"/>
                  </a:lnTo>
                  <a:lnTo>
                    <a:pt x="1278264" y="5765799"/>
                  </a:lnTo>
                  <a:lnTo>
                    <a:pt x="1242615" y="5727699"/>
                  </a:lnTo>
                  <a:lnTo>
                    <a:pt x="1172507" y="5676899"/>
                  </a:lnTo>
                  <a:lnTo>
                    <a:pt x="1138059" y="5651499"/>
                  </a:lnTo>
                  <a:lnTo>
                    <a:pt x="1104020" y="5613399"/>
                  </a:lnTo>
                  <a:lnTo>
                    <a:pt x="1037191" y="5562599"/>
                  </a:lnTo>
                  <a:lnTo>
                    <a:pt x="1004412" y="5524499"/>
                  </a:lnTo>
                  <a:lnTo>
                    <a:pt x="972062" y="5499099"/>
                  </a:lnTo>
                  <a:lnTo>
                    <a:pt x="940147" y="5460999"/>
                  </a:lnTo>
                  <a:lnTo>
                    <a:pt x="908672" y="5435599"/>
                  </a:lnTo>
                  <a:lnTo>
                    <a:pt x="877641" y="5397499"/>
                  </a:lnTo>
                  <a:lnTo>
                    <a:pt x="847060" y="5372099"/>
                  </a:lnTo>
                  <a:lnTo>
                    <a:pt x="816934" y="5333999"/>
                  </a:lnTo>
                  <a:lnTo>
                    <a:pt x="787267" y="5308599"/>
                  </a:lnTo>
                  <a:lnTo>
                    <a:pt x="758065" y="5270499"/>
                  </a:lnTo>
                  <a:lnTo>
                    <a:pt x="729332" y="5232399"/>
                  </a:lnTo>
                  <a:lnTo>
                    <a:pt x="701073" y="5194299"/>
                  </a:lnTo>
                  <a:lnTo>
                    <a:pt x="673295" y="5168899"/>
                  </a:lnTo>
                  <a:lnTo>
                    <a:pt x="646000" y="5130799"/>
                  </a:lnTo>
                  <a:lnTo>
                    <a:pt x="619195" y="5092699"/>
                  </a:lnTo>
                  <a:lnTo>
                    <a:pt x="592884" y="5054599"/>
                  </a:lnTo>
                  <a:lnTo>
                    <a:pt x="567073" y="5016499"/>
                  </a:lnTo>
                  <a:lnTo>
                    <a:pt x="541766" y="4978399"/>
                  </a:lnTo>
                  <a:lnTo>
                    <a:pt x="516968" y="4940299"/>
                  </a:lnTo>
                  <a:lnTo>
                    <a:pt x="492684" y="4902199"/>
                  </a:lnTo>
                  <a:lnTo>
                    <a:pt x="468919" y="4864099"/>
                  </a:lnTo>
                  <a:lnTo>
                    <a:pt x="445679" y="4825999"/>
                  </a:lnTo>
                  <a:lnTo>
                    <a:pt x="422967" y="4787899"/>
                  </a:lnTo>
                  <a:lnTo>
                    <a:pt x="400790" y="4749799"/>
                  </a:lnTo>
                  <a:lnTo>
                    <a:pt x="379152" y="4711699"/>
                  </a:lnTo>
                  <a:lnTo>
                    <a:pt x="358058" y="4673599"/>
                  </a:lnTo>
                  <a:lnTo>
                    <a:pt x="337513" y="4635499"/>
                  </a:lnTo>
                  <a:lnTo>
                    <a:pt x="317521" y="4584699"/>
                  </a:lnTo>
                  <a:lnTo>
                    <a:pt x="298089" y="4546599"/>
                  </a:lnTo>
                  <a:lnTo>
                    <a:pt x="279220" y="4508499"/>
                  </a:lnTo>
                  <a:lnTo>
                    <a:pt x="260921" y="4470399"/>
                  </a:lnTo>
                  <a:lnTo>
                    <a:pt x="243195" y="4419599"/>
                  </a:lnTo>
                  <a:lnTo>
                    <a:pt x="226048" y="4381499"/>
                  </a:lnTo>
                  <a:lnTo>
                    <a:pt x="209484" y="4343399"/>
                  </a:lnTo>
                  <a:lnTo>
                    <a:pt x="193510" y="4292599"/>
                  </a:lnTo>
                  <a:lnTo>
                    <a:pt x="178129" y="4254499"/>
                  </a:lnTo>
                  <a:lnTo>
                    <a:pt x="163346" y="4216399"/>
                  </a:lnTo>
                  <a:lnTo>
                    <a:pt x="149167" y="4165599"/>
                  </a:lnTo>
                  <a:lnTo>
                    <a:pt x="135597" y="4127499"/>
                  </a:lnTo>
                  <a:lnTo>
                    <a:pt x="122641" y="4076699"/>
                  </a:lnTo>
                  <a:lnTo>
                    <a:pt x="110303" y="4038599"/>
                  </a:lnTo>
                  <a:lnTo>
                    <a:pt x="98588" y="3987799"/>
                  </a:lnTo>
                  <a:lnTo>
                    <a:pt x="87502" y="3949699"/>
                  </a:lnTo>
                  <a:lnTo>
                    <a:pt x="77049" y="3898899"/>
                  </a:lnTo>
                  <a:lnTo>
                    <a:pt x="67235" y="3848099"/>
                  </a:lnTo>
                  <a:lnTo>
                    <a:pt x="58064" y="3809999"/>
                  </a:lnTo>
                  <a:lnTo>
                    <a:pt x="49541" y="3759199"/>
                  </a:lnTo>
                  <a:lnTo>
                    <a:pt x="41671" y="3721099"/>
                  </a:lnTo>
                  <a:lnTo>
                    <a:pt x="34460" y="3670299"/>
                  </a:lnTo>
                  <a:lnTo>
                    <a:pt x="27912" y="3619499"/>
                  </a:lnTo>
                  <a:lnTo>
                    <a:pt x="22032" y="3581399"/>
                  </a:lnTo>
                  <a:lnTo>
                    <a:pt x="16826" y="3530599"/>
                  </a:lnTo>
                  <a:lnTo>
                    <a:pt x="12297" y="3479799"/>
                  </a:lnTo>
                  <a:lnTo>
                    <a:pt x="8451" y="3441699"/>
                  </a:lnTo>
                  <a:lnTo>
                    <a:pt x="5294" y="3390899"/>
                  </a:lnTo>
                  <a:lnTo>
                    <a:pt x="2829" y="3340099"/>
                  </a:lnTo>
                  <a:lnTo>
                    <a:pt x="1063" y="3289299"/>
                  </a:lnTo>
                  <a:lnTo>
                    <a:pt x="0" y="3238499"/>
                  </a:lnTo>
                  <a:lnTo>
                    <a:pt x="0" y="3149599"/>
                  </a:lnTo>
                  <a:lnTo>
                    <a:pt x="1063" y="3098799"/>
                  </a:lnTo>
                  <a:lnTo>
                    <a:pt x="2829" y="3047999"/>
                  </a:lnTo>
                  <a:lnTo>
                    <a:pt x="5294" y="3009899"/>
                  </a:lnTo>
                  <a:lnTo>
                    <a:pt x="8451" y="2959099"/>
                  </a:lnTo>
                  <a:lnTo>
                    <a:pt x="12297" y="2908299"/>
                  </a:lnTo>
                  <a:lnTo>
                    <a:pt x="16826" y="2857499"/>
                  </a:lnTo>
                  <a:lnTo>
                    <a:pt x="22032" y="2819399"/>
                  </a:lnTo>
                  <a:lnTo>
                    <a:pt x="27912" y="2768599"/>
                  </a:lnTo>
                  <a:lnTo>
                    <a:pt x="34460" y="2717799"/>
                  </a:lnTo>
                  <a:lnTo>
                    <a:pt x="41671" y="2679699"/>
                  </a:lnTo>
                  <a:lnTo>
                    <a:pt x="49541" y="2628899"/>
                  </a:lnTo>
                  <a:lnTo>
                    <a:pt x="58064" y="2578099"/>
                  </a:lnTo>
                  <a:lnTo>
                    <a:pt x="67235" y="2539999"/>
                  </a:lnTo>
                  <a:lnTo>
                    <a:pt x="77049" y="2489199"/>
                  </a:lnTo>
                  <a:lnTo>
                    <a:pt x="87502" y="2451099"/>
                  </a:lnTo>
                  <a:lnTo>
                    <a:pt x="98588" y="2400299"/>
                  </a:lnTo>
                  <a:lnTo>
                    <a:pt x="110303" y="2362199"/>
                  </a:lnTo>
                  <a:lnTo>
                    <a:pt x="122641" y="2311399"/>
                  </a:lnTo>
                  <a:lnTo>
                    <a:pt x="135597" y="2273299"/>
                  </a:lnTo>
                  <a:lnTo>
                    <a:pt x="149167" y="2222499"/>
                  </a:lnTo>
                  <a:lnTo>
                    <a:pt x="163346" y="2184399"/>
                  </a:lnTo>
                  <a:lnTo>
                    <a:pt x="178129" y="2133599"/>
                  </a:lnTo>
                  <a:lnTo>
                    <a:pt x="193510" y="2095499"/>
                  </a:lnTo>
                  <a:lnTo>
                    <a:pt x="209484" y="2057399"/>
                  </a:lnTo>
                  <a:lnTo>
                    <a:pt x="226048" y="2006599"/>
                  </a:lnTo>
                  <a:lnTo>
                    <a:pt x="243195" y="1968499"/>
                  </a:lnTo>
                  <a:lnTo>
                    <a:pt x="260921" y="1930399"/>
                  </a:lnTo>
                  <a:lnTo>
                    <a:pt x="279220" y="1879599"/>
                  </a:lnTo>
                  <a:lnTo>
                    <a:pt x="298089" y="1841499"/>
                  </a:lnTo>
                  <a:lnTo>
                    <a:pt x="317521" y="1803399"/>
                  </a:lnTo>
                  <a:lnTo>
                    <a:pt x="337513" y="1765299"/>
                  </a:lnTo>
                  <a:lnTo>
                    <a:pt x="358058" y="1714499"/>
                  </a:lnTo>
                  <a:lnTo>
                    <a:pt x="379152" y="1676399"/>
                  </a:lnTo>
                  <a:lnTo>
                    <a:pt x="400790" y="1638299"/>
                  </a:lnTo>
                  <a:lnTo>
                    <a:pt x="422967" y="1600199"/>
                  </a:lnTo>
                  <a:lnTo>
                    <a:pt x="445679" y="1562099"/>
                  </a:lnTo>
                  <a:lnTo>
                    <a:pt x="468919" y="1523999"/>
                  </a:lnTo>
                  <a:lnTo>
                    <a:pt x="492684" y="1485899"/>
                  </a:lnTo>
                  <a:lnTo>
                    <a:pt x="516968" y="1447799"/>
                  </a:lnTo>
                  <a:lnTo>
                    <a:pt x="541766" y="1409699"/>
                  </a:lnTo>
                  <a:lnTo>
                    <a:pt x="567073" y="1371599"/>
                  </a:lnTo>
                  <a:lnTo>
                    <a:pt x="592884" y="1333499"/>
                  </a:lnTo>
                  <a:lnTo>
                    <a:pt x="619195" y="1295399"/>
                  </a:lnTo>
                  <a:lnTo>
                    <a:pt x="646000" y="1257299"/>
                  </a:lnTo>
                  <a:lnTo>
                    <a:pt x="673295" y="1231899"/>
                  </a:lnTo>
                  <a:lnTo>
                    <a:pt x="701073" y="1193799"/>
                  </a:lnTo>
                  <a:lnTo>
                    <a:pt x="729332" y="1155699"/>
                  </a:lnTo>
                  <a:lnTo>
                    <a:pt x="758065" y="1117599"/>
                  </a:lnTo>
                  <a:lnTo>
                    <a:pt x="787267" y="1092199"/>
                  </a:lnTo>
                  <a:lnTo>
                    <a:pt x="816934" y="1054099"/>
                  </a:lnTo>
                  <a:lnTo>
                    <a:pt x="847060" y="1015999"/>
                  </a:lnTo>
                  <a:lnTo>
                    <a:pt x="877641" y="990599"/>
                  </a:lnTo>
                  <a:lnTo>
                    <a:pt x="908672" y="952499"/>
                  </a:lnTo>
                  <a:lnTo>
                    <a:pt x="940147" y="927099"/>
                  </a:lnTo>
                  <a:lnTo>
                    <a:pt x="972062" y="888999"/>
                  </a:lnTo>
                  <a:lnTo>
                    <a:pt x="1004412" y="863599"/>
                  </a:lnTo>
                  <a:lnTo>
                    <a:pt x="1037191" y="825499"/>
                  </a:lnTo>
                  <a:lnTo>
                    <a:pt x="1104020" y="774699"/>
                  </a:lnTo>
                  <a:lnTo>
                    <a:pt x="1138059" y="736599"/>
                  </a:lnTo>
                  <a:lnTo>
                    <a:pt x="1207361" y="685799"/>
                  </a:lnTo>
                  <a:lnTo>
                    <a:pt x="1278264" y="634999"/>
                  </a:lnTo>
                  <a:lnTo>
                    <a:pt x="1314303" y="609599"/>
                  </a:lnTo>
                  <a:lnTo>
                    <a:pt x="1350727" y="571499"/>
                  </a:lnTo>
                  <a:lnTo>
                    <a:pt x="1424710" y="520699"/>
                  </a:lnTo>
                  <a:lnTo>
                    <a:pt x="1462259" y="495299"/>
                  </a:lnTo>
                  <a:lnTo>
                    <a:pt x="1500173" y="482599"/>
                  </a:lnTo>
                  <a:lnTo>
                    <a:pt x="1616058" y="406399"/>
                  </a:lnTo>
                  <a:lnTo>
                    <a:pt x="1655384" y="380999"/>
                  </a:lnTo>
                  <a:lnTo>
                    <a:pt x="1695050" y="368299"/>
                  </a:lnTo>
                  <a:lnTo>
                    <a:pt x="1775383" y="317499"/>
                  </a:lnTo>
                  <a:lnTo>
                    <a:pt x="1816040" y="304799"/>
                  </a:lnTo>
                  <a:lnTo>
                    <a:pt x="1857018" y="279399"/>
                  </a:lnTo>
                  <a:lnTo>
                    <a:pt x="1898311" y="266699"/>
                  </a:lnTo>
                  <a:lnTo>
                    <a:pt x="1939915" y="241299"/>
                  </a:lnTo>
                  <a:lnTo>
                    <a:pt x="2024035" y="215899"/>
                  </a:lnTo>
                  <a:lnTo>
                    <a:pt x="2066540" y="190499"/>
                  </a:lnTo>
                  <a:lnTo>
                    <a:pt x="2239421" y="139699"/>
                  </a:lnTo>
                  <a:lnTo>
                    <a:pt x="2283330" y="114299"/>
                  </a:lnTo>
                  <a:lnTo>
                    <a:pt x="2371942" y="88899"/>
                  </a:lnTo>
                  <a:lnTo>
                    <a:pt x="2596617" y="88899"/>
                  </a:lnTo>
                  <a:lnTo>
                    <a:pt x="2107728" y="228599"/>
                  </a:lnTo>
                  <a:lnTo>
                    <a:pt x="2064945" y="253999"/>
                  </a:lnTo>
                  <a:lnTo>
                    <a:pt x="1980281" y="279399"/>
                  </a:lnTo>
                  <a:lnTo>
                    <a:pt x="1938411" y="304799"/>
                  </a:lnTo>
                  <a:lnTo>
                    <a:pt x="1896855" y="317499"/>
                  </a:lnTo>
                  <a:lnTo>
                    <a:pt x="1855620" y="342899"/>
                  </a:lnTo>
                  <a:lnTo>
                    <a:pt x="1814710" y="355599"/>
                  </a:lnTo>
                  <a:lnTo>
                    <a:pt x="1774129" y="380999"/>
                  </a:lnTo>
                  <a:lnTo>
                    <a:pt x="1733885" y="393699"/>
                  </a:lnTo>
                  <a:lnTo>
                    <a:pt x="1615215" y="469899"/>
                  </a:lnTo>
                  <a:lnTo>
                    <a:pt x="1576364" y="482599"/>
                  </a:lnTo>
                  <a:lnTo>
                    <a:pt x="1461998" y="558799"/>
                  </a:lnTo>
                  <a:lnTo>
                    <a:pt x="1387629" y="609599"/>
                  </a:lnTo>
                  <a:lnTo>
                    <a:pt x="1314808" y="660399"/>
                  </a:lnTo>
                  <a:lnTo>
                    <a:pt x="1278992" y="698499"/>
                  </a:lnTo>
                  <a:lnTo>
                    <a:pt x="1243578" y="723899"/>
                  </a:lnTo>
                  <a:lnTo>
                    <a:pt x="1173978" y="774699"/>
                  </a:lnTo>
                  <a:lnTo>
                    <a:pt x="1139802" y="812799"/>
                  </a:lnTo>
                  <a:lnTo>
                    <a:pt x="1072727" y="863599"/>
                  </a:lnTo>
                  <a:lnTo>
                    <a:pt x="1039837" y="901699"/>
                  </a:lnTo>
                  <a:lnTo>
                    <a:pt x="1007385" y="927099"/>
                  </a:lnTo>
                  <a:lnTo>
                    <a:pt x="975378" y="965199"/>
                  </a:lnTo>
                  <a:lnTo>
                    <a:pt x="943819" y="990599"/>
                  </a:lnTo>
                  <a:lnTo>
                    <a:pt x="912715" y="1028699"/>
                  </a:lnTo>
                  <a:lnTo>
                    <a:pt x="882071" y="1054099"/>
                  </a:lnTo>
                  <a:lnTo>
                    <a:pt x="851891" y="1092199"/>
                  </a:lnTo>
                  <a:lnTo>
                    <a:pt x="822180" y="1130299"/>
                  </a:lnTo>
                  <a:lnTo>
                    <a:pt x="792945" y="1155699"/>
                  </a:lnTo>
                  <a:lnTo>
                    <a:pt x="764189" y="1193799"/>
                  </a:lnTo>
                  <a:lnTo>
                    <a:pt x="735919" y="1231899"/>
                  </a:lnTo>
                  <a:lnTo>
                    <a:pt x="708140" y="1269999"/>
                  </a:lnTo>
                  <a:lnTo>
                    <a:pt x="680856" y="1295399"/>
                  </a:lnTo>
                  <a:lnTo>
                    <a:pt x="654072" y="1333499"/>
                  </a:lnTo>
                  <a:lnTo>
                    <a:pt x="627795" y="1371599"/>
                  </a:lnTo>
                  <a:lnTo>
                    <a:pt x="602029" y="1409699"/>
                  </a:lnTo>
                  <a:lnTo>
                    <a:pt x="576779" y="1447799"/>
                  </a:lnTo>
                  <a:lnTo>
                    <a:pt x="552050" y="1485899"/>
                  </a:lnTo>
                  <a:lnTo>
                    <a:pt x="527848" y="1523999"/>
                  </a:lnTo>
                  <a:lnTo>
                    <a:pt x="504178" y="1562099"/>
                  </a:lnTo>
                  <a:lnTo>
                    <a:pt x="481044" y="1600199"/>
                  </a:lnTo>
                  <a:lnTo>
                    <a:pt x="458453" y="1638299"/>
                  </a:lnTo>
                  <a:lnTo>
                    <a:pt x="436409" y="1676399"/>
                  </a:lnTo>
                  <a:lnTo>
                    <a:pt x="414917" y="1714499"/>
                  </a:lnTo>
                  <a:lnTo>
                    <a:pt x="393983" y="1752599"/>
                  </a:lnTo>
                  <a:lnTo>
                    <a:pt x="373612" y="1803399"/>
                  </a:lnTo>
                  <a:lnTo>
                    <a:pt x="353809" y="1841499"/>
                  </a:lnTo>
                  <a:lnTo>
                    <a:pt x="334578" y="1879599"/>
                  </a:lnTo>
                  <a:lnTo>
                    <a:pt x="315926" y="1917699"/>
                  </a:lnTo>
                  <a:lnTo>
                    <a:pt x="297858" y="1968499"/>
                  </a:lnTo>
                  <a:lnTo>
                    <a:pt x="280378" y="2006599"/>
                  </a:lnTo>
                  <a:lnTo>
                    <a:pt x="263491" y="2044699"/>
                  </a:lnTo>
                  <a:lnTo>
                    <a:pt x="247204" y="2095499"/>
                  </a:lnTo>
                  <a:lnTo>
                    <a:pt x="231521" y="2133599"/>
                  </a:lnTo>
                  <a:lnTo>
                    <a:pt x="216447" y="2184399"/>
                  </a:lnTo>
                  <a:lnTo>
                    <a:pt x="201987" y="2222499"/>
                  </a:lnTo>
                  <a:lnTo>
                    <a:pt x="188147" y="2260599"/>
                  </a:lnTo>
                  <a:lnTo>
                    <a:pt x="174932" y="2311399"/>
                  </a:lnTo>
                  <a:lnTo>
                    <a:pt x="162347" y="2349499"/>
                  </a:lnTo>
                  <a:lnTo>
                    <a:pt x="150396" y="2400299"/>
                  </a:lnTo>
                  <a:lnTo>
                    <a:pt x="139087" y="2451099"/>
                  </a:lnTo>
                  <a:lnTo>
                    <a:pt x="128422" y="2489199"/>
                  </a:lnTo>
                  <a:lnTo>
                    <a:pt x="118408" y="2539999"/>
                  </a:lnTo>
                  <a:lnTo>
                    <a:pt x="109050" y="2578099"/>
                  </a:lnTo>
                  <a:lnTo>
                    <a:pt x="100353" y="2628899"/>
                  </a:lnTo>
                  <a:lnTo>
                    <a:pt x="92321" y="2679699"/>
                  </a:lnTo>
                  <a:lnTo>
                    <a:pt x="84961" y="2717799"/>
                  </a:lnTo>
                  <a:lnTo>
                    <a:pt x="78278" y="2768599"/>
                  </a:lnTo>
                  <a:lnTo>
                    <a:pt x="72276" y="2819399"/>
                  </a:lnTo>
                  <a:lnTo>
                    <a:pt x="66961" y="2857499"/>
                  </a:lnTo>
                  <a:lnTo>
                    <a:pt x="62338" y="2908299"/>
                  </a:lnTo>
                  <a:lnTo>
                    <a:pt x="58412" y="2959099"/>
                  </a:lnTo>
                  <a:lnTo>
                    <a:pt x="55188" y="2997199"/>
                  </a:lnTo>
                  <a:lnTo>
                    <a:pt x="52671" y="3047999"/>
                  </a:lnTo>
                  <a:lnTo>
                    <a:pt x="50867" y="3098799"/>
                  </a:lnTo>
                  <a:lnTo>
                    <a:pt x="49781" y="3149599"/>
                  </a:lnTo>
                  <a:lnTo>
                    <a:pt x="49600" y="3174999"/>
                  </a:lnTo>
                  <a:lnTo>
                    <a:pt x="8965" y="3174999"/>
                  </a:lnTo>
                  <a:lnTo>
                    <a:pt x="3596" y="3187699"/>
                  </a:lnTo>
                  <a:lnTo>
                    <a:pt x="24469" y="3200399"/>
                  </a:lnTo>
                  <a:lnTo>
                    <a:pt x="929" y="3200399"/>
                  </a:lnTo>
                  <a:lnTo>
                    <a:pt x="4554" y="3213099"/>
                  </a:lnTo>
                  <a:lnTo>
                    <a:pt x="10169" y="3213099"/>
                  </a:lnTo>
                  <a:lnTo>
                    <a:pt x="17429" y="3225799"/>
                  </a:lnTo>
                  <a:lnTo>
                    <a:pt x="49660" y="3225799"/>
                  </a:lnTo>
                  <a:lnTo>
                    <a:pt x="49781" y="3238499"/>
                  </a:lnTo>
                  <a:lnTo>
                    <a:pt x="50867" y="3289299"/>
                  </a:lnTo>
                  <a:lnTo>
                    <a:pt x="52671" y="3340099"/>
                  </a:lnTo>
                  <a:lnTo>
                    <a:pt x="55188" y="3390899"/>
                  </a:lnTo>
                  <a:lnTo>
                    <a:pt x="58412" y="3441699"/>
                  </a:lnTo>
                  <a:lnTo>
                    <a:pt x="62338" y="3479799"/>
                  </a:lnTo>
                  <a:lnTo>
                    <a:pt x="66961" y="3530599"/>
                  </a:lnTo>
                  <a:lnTo>
                    <a:pt x="72276" y="3581399"/>
                  </a:lnTo>
                  <a:lnTo>
                    <a:pt x="78278" y="3619499"/>
                  </a:lnTo>
                  <a:lnTo>
                    <a:pt x="84961" y="3670299"/>
                  </a:lnTo>
                  <a:lnTo>
                    <a:pt x="92321" y="3721099"/>
                  </a:lnTo>
                  <a:lnTo>
                    <a:pt x="100353" y="3759199"/>
                  </a:lnTo>
                  <a:lnTo>
                    <a:pt x="109050" y="3809999"/>
                  </a:lnTo>
                  <a:lnTo>
                    <a:pt x="118408" y="3860799"/>
                  </a:lnTo>
                  <a:lnTo>
                    <a:pt x="128422" y="3898899"/>
                  </a:lnTo>
                  <a:lnTo>
                    <a:pt x="139087" y="3949699"/>
                  </a:lnTo>
                  <a:lnTo>
                    <a:pt x="150396" y="3987799"/>
                  </a:lnTo>
                  <a:lnTo>
                    <a:pt x="162347" y="4038599"/>
                  </a:lnTo>
                  <a:lnTo>
                    <a:pt x="174932" y="4076699"/>
                  </a:lnTo>
                  <a:lnTo>
                    <a:pt x="188147" y="4127499"/>
                  </a:lnTo>
                  <a:lnTo>
                    <a:pt x="201987" y="4165599"/>
                  </a:lnTo>
                  <a:lnTo>
                    <a:pt x="216447" y="4216399"/>
                  </a:lnTo>
                  <a:lnTo>
                    <a:pt x="231521" y="4254499"/>
                  </a:lnTo>
                  <a:lnTo>
                    <a:pt x="247204" y="4292599"/>
                  </a:lnTo>
                  <a:lnTo>
                    <a:pt x="263491" y="4343399"/>
                  </a:lnTo>
                  <a:lnTo>
                    <a:pt x="280378" y="4381499"/>
                  </a:lnTo>
                  <a:lnTo>
                    <a:pt x="297858" y="4432299"/>
                  </a:lnTo>
                  <a:lnTo>
                    <a:pt x="315926" y="4470399"/>
                  </a:lnTo>
                  <a:lnTo>
                    <a:pt x="334578" y="4508499"/>
                  </a:lnTo>
                  <a:lnTo>
                    <a:pt x="353809" y="4546599"/>
                  </a:lnTo>
                  <a:lnTo>
                    <a:pt x="373612" y="4597399"/>
                  </a:lnTo>
                  <a:lnTo>
                    <a:pt x="393983" y="4635499"/>
                  </a:lnTo>
                  <a:lnTo>
                    <a:pt x="414917" y="4673599"/>
                  </a:lnTo>
                  <a:lnTo>
                    <a:pt x="436409" y="4711699"/>
                  </a:lnTo>
                  <a:lnTo>
                    <a:pt x="458453" y="4749799"/>
                  </a:lnTo>
                  <a:lnTo>
                    <a:pt x="481044" y="4787899"/>
                  </a:lnTo>
                  <a:lnTo>
                    <a:pt x="504178" y="4825999"/>
                  </a:lnTo>
                  <a:lnTo>
                    <a:pt x="527848" y="4864099"/>
                  </a:lnTo>
                  <a:lnTo>
                    <a:pt x="552050" y="4902199"/>
                  </a:lnTo>
                  <a:lnTo>
                    <a:pt x="576779" y="4940299"/>
                  </a:lnTo>
                  <a:lnTo>
                    <a:pt x="602029" y="4978399"/>
                  </a:lnTo>
                  <a:lnTo>
                    <a:pt x="627795" y="5016499"/>
                  </a:lnTo>
                  <a:lnTo>
                    <a:pt x="654072" y="5054599"/>
                  </a:lnTo>
                  <a:lnTo>
                    <a:pt x="680856" y="5092699"/>
                  </a:lnTo>
                  <a:lnTo>
                    <a:pt x="708140" y="5130799"/>
                  </a:lnTo>
                  <a:lnTo>
                    <a:pt x="735919" y="5168899"/>
                  </a:lnTo>
                  <a:lnTo>
                    <a:pt x="764189" y="5194299"/>
                  </a:lnTo>
                  <a:lnTo>
                    <a:pt x="792945" y="5232399"/>
                  </a:lnTo>
                  <a:lnTo>
                    <a:pt x="822180" y="5270499"/>
                  </a:lnTo>
                  <a:lnTo>
                    <a:pt x="851891" y="5295899"/>
                  </a:lnTo>
                  <a:lnTo>
                    <a:pt x="882071" y="5333999"/>
                  </a:lnTo>
                  <a:lnTo>
                    <a:pt x="912715" y="5372099"/>
                  </a:lnTo>
                  <a:lnTo>
                    <a:pt x="943819" y="5397499"/>
                  </a:lnTo>
                  <a:lnTo>
                    <a:pt x="975378" y="5435599"/>
                  </a:lnTo>
                  <a:lnTo>
                    <a:pt x="1007385" y="5460999"/>
                  </a:lnTo>
                  <a:lnTo>
                    <a:pt x="1039837" y="5499099"/>
                  </a:lnTo>
                  <a:lnTo>
                    <a:pt x="1072727" y="5524499"/>
                  </a:lnTo>
                  <a:lnTo>
                    <a:pt x="1106050" y="5549899"/>
                  </a:lnTo>
                  <a:lnTo>
                    <a:pt x="1139802" y="5587999"/>
                  </a:lnTo>
                  <a:lnTo>
                    <a:pt x="1208571" y="5638799"/>
                  </a:lnTo>
                  <a:lnTo>
                    <a:pt x="1243578" y="5676899"/>
                  </a:lnTo>
                  <a:lnTo>
                    <a:pt x="1278992" y="5702299"/>
                  </a:lnTo>
                  <a:lnTo>
                    <a:pt x="1351022" y="5753099"/>
                  </a:lnTo>
                  <a:lnTo>
                    <a:pt x="1424622" y="5803899"/>
                  </a:lnTo>
                  <a:lnTo>
                    <a:pt x="1499750" y="5854699"/>
                  </a:lnTo>
                  <a:lnTo>
                    <a:pt x="1615215" y="5930899"/>
                  </a:lnTo>
                  <a:lnTo>
                    <a:pt x="1654422" y="5943599"/>
                  </a:lnTo>
                  <a:lnTo>
                    <a:pt x="1733885" y="5994399"/>
                  </a:lnTo>
                  <a:lnTo>
                    <a:pt x="1774129" y="6007099"/>
                  </a:lnTo>
                  <a:lnTo>
                    <a:pt x="1855620" y="6057899"/>
                  </a:lnTo>
                  <a:lnTo>
                    <a:pt x="1896855" y="6070599"/>
                  </a:lnTo>
                  <a:lnTo>
                    <a:pt x="1938411" y="6095999"/>
                  </a:lnTo>
                  <a:lnTo>
                    <a:pt x="2022460" y="6121399"/>
                  </a:lnTo>
                  <a:lnTo>
                    <a:pt x="2064945" y="6146799"/>
                  </a:lnTo>
                  <a:lnTo>
                    <a:pt x="2194172" y="6184899"/>
                  </a:lnTo>
                  <a:lnTo>
                    <a:pt x="2237822" y="6210299"/>
                  </a:lnTo>
                  <a:lnTo>
                    <a:pt x="2460147" y="6273799"/>
                  </a:lnTo>
                  <a:lnTo>
                    <a:pt x="2505392" y="6273799"/>
                  </a:lnTo>
                  <a:lnTo>
                    <a:pt x="2642589" y="6311899"/>
                  </a:lnTo>
                  <a:lnTo>
                    <a:pt x="2688792" y="6311899"/>
                  </a:lnTo>
                  <a:lnTo>
                    <a:pt x="2735222" y="6324599"/>
                  </a:lnTo>
                  <a:close/>
                </a:path>
                <a:path w="6421755" h="6400800">
                  <a:moveTo>
                    <a:pt x="3959921" y="6324599"/>
                  </a:moveTo>
                  <a:lnTo>
                    <a:pt x="3686516" y="6324599"/>
                  </a:lnTo>
                  <a:lnTo>
                    <a:pt x="3732946" y="6311899"/>
                  </a:lnTo>
                  <a:lnTo>
                    <a:pt x="3779149" y="6311899"/>
                  </a:lnTo>
                  <a:lnTo>
                    <a:pt x="3916346" y="6273799"/>
                  </a:lnTo>
                  <a:lnTo>
                    <a:pt x="3961590" y="6273799"/>
                  </a:lnTo>
                  <a:lnTo>
                    <a:pt x="4183916" y="6210299"/>
                  </a:lnTo>
                  <a:lnTo>
                    <a:pt x="4227566" y="6184899"/>
                  </a:lnTo>
                  <a:lnTo>
                    <a:pt x="4356794" y="6146799"/>
                  </a:lnTo>
                  <a:lnTo>
                    <a:pt x="4399278" y="6121399"/>
                  </a:lnTo>
                  <a:lnTo>
                    <a:pt x="4483327" y="6095999"/>
                  </a:lnTo>
                  <a:lnTo>
                    <a:pt x="4524883" y="6070599"/>
                  </a:lnTo>
                  <a:lnTo>
                    <a:pt x="4566118" y="6057899"/>
                  </a:lnTo>
                  <a:lnTo>
                    <a:pt x="4647609" y="6007099"/>
                  </a:lnTo>
                  <a:lnTo>
                    <a:pt x="4687853" y="5994399"/>
                  </a:lnTo>
                  <a:lnTo>
                    <a:pt x="4767316" y="5943599"/>
                  </a:lnTo>
                  <a:lnTo>
                    <a:pt x="4806523" y="5930899"/>
                  </a:lnTo>
                  <a:lnTo>
                    <a:pt x="4921988" y="5854699"/>
                  </a:lnTo>
                  <a:lnTo>
                    <a:pt x="4997116" y="5803899"/>
                  </a:lnTo>
                  <a:lnTo>
                    <a:pt x="5070716" y="5753099"/>
                  </a:lnTo>
                  <a:lnTo>
                    <a:pt x="5142747" y="5702299"/>
                  </a:lnTo>
                  <a:lnTo>
                    <a:pt x="5178161" y="5676899"/>
                  </a:lnTo>
                  <a:lnTo>
                    <a:pt x="5213167" y="5638799"/>
                  </a:lnTo>
                  <a:lnTo>
                    <a:pt x="5281936" y="5587999"/>
                  </a:lnTo>
                  <a:lnTo>
                    <a:pt x="5315688" y="5549899"/>
                  </a:lnTo>
                  <a:lnTo>
                    <a:pt x="5349012" y="5524499"/>
                  </a:lnTo>
                  <a:lnTo>
                    <a:pt x="5381902" y="5499099"/>
                  </a:lnTo>
                  <a:lnTo>
                    <a:pt x="5414353" y="5460999"/>
                  </a:lnTo>
                  <a:lnTo>
                    <a:pt x="5446361" y="5435599"/>
                  </a:lnTo>
                  <a:lnTo>
                    <a:pt x="5477919" y="5397499"/>
                  </a:lnTo>
                  <a:lnTo>
                    <a:pt x="5509023" y="5372099"/>
                  </a:lnTo>
                  <a:lnTo>
                    <a:pt x="5539668" y="5333999"/>
                  </a:lnTo>
                  <a:lnTo>
                    <a:pt x="5569848" y="5295899"/>
                  </a:lnTo>
                  <a:lnTo>
                    <a:pt x="5599558" y="5270499"/>
                  </a:lnTo>
                  <a:lnTo>
                    <a:pt x="5628794" y="5232399"/>
                  </a:lnTo>
                  <a:lnTo>
                    <a:pt x="5657549" y="5194299"/>
                  </a:lnTo>
                  <a:lnTo>
                    <a:pt x="5685819" y="5168899"/>
                  </a:lnTo>
                  <a:lnTo>
                    <a:pt x="5713599" y="5130799"/>
                  </a:lnTo>
                  <a:lnTo>
                    <a:pt x="5740883" y="5092699"/>
                  </a:lnTo>
                  <a:lnTo>
                    <a:pt x="5767666" y="5054599"/>
                  </a:lnTo>
                  <a:lnTo>
                    <a:pt x="5793943" y="5016499"/>
                  </a:lnTo>
                  <a:lnTo>
                    <a:pt x="5819710" y="4978399"/>
                  </a:lnTo>
                  <a:lnTo>
                    <a:pt x="5844960" y="4940299"/>
                  </a:lnTo>
                  <a:lnTo>
                    <a:pt x="5869688" y="4902199"/>
                  </a:lnTo>
                  <a:lnTo>
                    <a:pt x="5893891" y="4864099"/>
                  </a:lnTo>
                  <a:lnTo>
                    <a:pt x="5917561" y="4825999"/>
                  </a:lnTo>
                  <a:lnTo>
                    <a:pt x="5940694" y="4787899"/>
                  </a:lnTo>
                  <a:lnTo>
                    <a:pt x="5963286" y="4749799"/>
                  </a:lnTo>
                  <a:lnTo>
                    <a:pt x="5985330" y="4711699"/>
                  </a:lnTo>
                  <a:lnTo>
                    <a:pt x="6006821" y="4673599"/>
                  </a:lnTo>
                  <a:lnTo>
                    <a:pt x="6027755" y="4635499"/>
                  </a:lnTo>
                  <a:lnTo>
                    <a:pt x="6048127" y="4597399"/>
                  </a:lnTo>
                  <a:lnTo>
                    <a:pt x="6067930" y="4546599"/>
                  </a:lnTo>
                  <a:lnTo>
                    <a:pt x="6087160" y="4508499"/>
                  </a:lnTo>
                  <a:lnTo>
                    <a:pt x="6105812" y="4470399"/>
                  </a:lnTo>
                  <a:lnTo>
                    <a:pt x="6123881" y="4432299"/>
                  </a:lnTo>
                  <a:lnTo>
                    <a:pt x="6141361" y="4381499"/>
                  </a:lnTo>
                  <a:lnTo>
                    <a:pt x="6158247" y="4343399"/>
                  </a:lnTo>
                  <a:lnTo>
                    <a:pt x="6174534" y="4305299"/>
                  </a:lnTo>
                  <a:lnTo>
                    <a:pt x="6190218" y="4254499"/>
                  </a:lnTo>
                  <a:lnTo>
                    <a:pt x="6205292" y="4216399"/>
                  </a:lnTo>
                  <a:lnTo>
                    <a:pt x="6219751" y="4165599"/>
                  </a:lnTo>
                  <a:lnTo>
                    <a:pt x="6233591" y="4127499"/>
                  </a:lnTo>
                  <a:lnTo>
                    <a:pt x="6246806" y="4076699"/>
                  </a:lnTo>
                  <a:lnTo>
                    <a:pt x="6259392" y="4038599"/>
                  </a:lnTo>
                  <a:lnTo>
                    <a:pt x="6271342" y="3987799"/>
                  </a:lnTo>
                  <a:lnTo>
                    <a:pt x="6282652" y="3949699"/>
                  </a:lnTo>
                  <a:lnTo>
                    <a:pt x="6293316" y="3898899"/>
                  </a:lnTo>
                  <a:lnTo>
                    <a:pt x="6303330" y="3860799"/>
                  </a:lnTo>
                  <a:lnTo>
                    <a:pt x="6312689" y="3809999"/>
                  </a:lnTo>
                  <a:lnTo>
                    <a:pt x="6321386" y="3759199"/>
                  </a:lnTo>
                  <a:lnTo>
                    <a:pt x="6329417" y="3721099"/>
                  </a:lnTo>
                  <a:lnTo>
                    <a:pt x="6336777" y="3670299"/>
                  </a:lnTo>
                  <a:lnTo>
                    <a:pt x="6343460" y="3619499"/>
                  </a:lnTo>
                  <a:lnTo>
                    <a:pt x="6349462" y="3581399"/>
                  </a:lnTo>
                  <a:lnTo>
                    <a:pt x="6354777" y="3530599"/>
                  </a:lnTo>
                  <a:lnTo>
                    <a:pt x="6359401" y="3479799"/>
                  </a:lnTo>
                  <a:lnTo>
                    <a:pt x="6363327" y="3441699"/>
                  </a:lnTo>
                  <a:lnTo>
                    <a:pt x="6366551" y="3390899"/>
                  </a:lnTo>
                  <a:lnTo>
                    <a:pt x="6369067" y="3340099"/>
                  </a:lnTo>
                  <a:lnTo>
                    <a:pt x="6370871" y="3289299"/>
                  </a:lnTo>
                  <a:lnTo>
                    <a:pt x="6371957" y="3238499"/>
                  </a:lnTo>
                  <a:lnTo>
                    <a:pt x="6371957" y="3149599"/>
                  </a:lnTo>
                  <a:lnTo>
                    <a:pt x="6370871" y="3098799"/>
                  </a:lnTo>
                  <a:lnTo>
                    <a:pt x="6369067" y="3047999"/>
                  </a:lnTo>
                  <a:lnTo>
                    <a:pt x="6366551" y="2997199"/>
                  </a:lnTo>
                  <a:lnTo>
                    <a:pt x="6363327" y="2959099"/>
                  </a:lnTo>
                  <a:lnTo>
                    <a:pt x="6359401" y="2908299"/>
                  </a:lnTo>
                  <a:lnTo>
                    <a:pt x="6354777" y="2857499"/>
                  </a:lnTo>
                  <a:lnTo>
                    <a:pt x="6349462" y="2819399"/>
                  </a:lnTo>
                  <a:lnTo>
                    <a:pt x="6343460" y="2768599"/>
                  </a:lnTo>
                  <a:lnTo>
                    <a:pt x="6336777" y="2717799"/>
                  </a:lnTo>
                  <a:lnTo>
                    <a:pt x="6329417" y="2679699"/>
                  </a:lnTo>
                  <a:lnTo>
                    <a:pt x="6321386" y="2628899"/>
                  </a:lnTo>
                  <a:lnTo>
                    <a:pt x="6312689" y="2578099"/>
                  </a:lnTo>
                  <a:lnTo>
                    <a:pt x="6303330" y="2539999"/>
                  </a:lnTo>
                  <a:lnTo>
                    <a:pt x="6293316" y="2489199"/>
                  </a:lnTo>
                  <a:lnTo>
                    <a:pt x="6282652" y="2451099"/>
                  </a:lnTo>
                  <a:lnTo>
                    <a:pt x="6271342" y="2400299"/>
                  </a:lnTo>
                  <a:lnTo>
                    <a:pt x="6259392" y="2349499"/>
                  </a:lnTo>
                  <a:lnTo>
                    <a:pt x="6246806" y="2311399"/>
                  </a:lnTo>
                  <a:lnTo>
                    <a:pt x="6233591" y="2260599"/>
                  </a:lnTo>
                  <a:lnTo>
                    <a:pt x="6219751" y="2222499"/>
                  </a:lnTo>
                  <a:lnTo>
                    <a:pt x="6205292" y="2184399"/>
                  </a:lnTo>
                  <a:lnTo>
                    <a:pt x="6190218" y="2133599"/>
                  </a:lnTo>
                  <a:lnTo>
                    <a:pt x="6174534" y="2095499"/>
                  </a:lnTo>
                  <a:lnTo>
                    <a:pt x="6158247" y="2044699"/>
                  </a:lnTo>
                  <a:lnTo>
                    <a:pt x="6141361" y="2006599"/>
                  </a:lnTo>
                  <a:lnTo>
                    <a:pt x="6123881" y="1968499"/>
                  </a:lnTo>
                  <a:lnTo>
                    <a:pt x="6105812" y="1917699"/>
                  </a:lnTo>
                  <a:lnTo>
                    <a:pt x="6087160" y="1879599"/>
                  </a:lnTo>
                  <a:lnTo>
                    <a:pt x="6067930" y="1841499"/>
                  </a:lnTo>
                  <a:lnTo>
                    <a:pt x="6048127" y="1803399"/>
                  </a:lnTo>
                  <a:lnTo>
                    <a:pt x="6027755" y="1752599"/>
                  </a:lnTo>
                  <a:lnTo>
                    <a:pt x="6006821" y="1714499"/>
                  </a:lnTo>
                  <a:lnTo>
                    <a:pt x="5985330" y="1676399"/>
                  </a:lnTo>
                  <a:lnTo>
                    <a:pt x="5963286" y="1638299"/>
                  </a:lnTo>
                  <a:lnTo>
                    <a:pt x="5940694" y="1600199"/>
                  </a:lnTo>
                  <a:lnTo>
                    <a:pt x="5917561" y="1562099"/>
                  </a:lnTo>
                  <a:lnTo>
                    <a:pt x="5893891" y="1523999"/>
                  </a:lnTo>
                  <a:lnTo>
                    <a:pt x="5869688" y="1485899"/>
                  </a:lnTo>
                  <a:lnTo>
                    <a:pt x="5844960" y="1447799"/>
                  </a:lnTo>
                  <a:lnTo>
                    <a:pt x="5819710" y="1409699"/>
                  </a:lnTo>
                  <a:lnTo>
                    <a:pt x="5793943" y="1371599"/>
                  </a:lnTo>
                  <a:lnTo>
                    <a:pt x="5767666" y="1333499"/>
                  </a:lnTo>
                  <a:lnTo>
                    <a:pt x="5740883" y="1295399"/>
                  </a:lnTo>
                  <a:lnTo>
                    <a:pt x="5713599" y="1257299"/>
                  </a:lnTo>
                  <a:lnTo>
                    <a:pt x="5685819" y="1231899"/>
                  </a:lnTo>
                  <a:lnTo>
                    <a:pt x="5657549" y="1193799"/>
                  </a:lnTo>
                  <a:lnTo>
                    <a:pt x="5628794" y="1155699"/>
                  </a:lnTo>
                  <a:lnTo>
                    <a:pt x="5599558" y="1130299"/>
                  </a:lnTo>
                  <a:lnTo>
                    <a:pt x="5569848" y="1092199"/>
                  </a:lnTo>
                  <a:lnTo>
                    <a:pt x="5539668" y="1054099"/>
                  </a:lnTo>
                  <a:lnTo>
                    <a:pt x="5509023" y="1028699"/>
                  </a:lnTo>
                  <a:lnTo>
                    <a:pt x="5477919" y="990599"/>
                  </a:lnTo>
                  <a:lnTo>
                    <a:pt x="5446361" y="965199"/>
                  </a:lnTo>
                  <a:lnTo>
                    <a:pt x="5414353" y="927099"/>
                  </a:lnTo>
                  <a:lnTo>
                    <a:pt x="5381902" y="901699"/>
                  </a:lnTo>
                  <a:lnTo>
                    <a:pt x="5349012" y="863599"/>
                  </a:lnTo>
                  <a:lnTo>
                    <a:pt x="5281936" y="812799"/>
                  </a:lnTo>
                  <a:lnTo>
                    <a:pt x="5247761" y="774699"/>
                  </a:lnTo>
                  <a:lnTo>
                    <a:pt x="5178161" y="723899"/>
                  </a:lnTo>
                  <a:lnTo>
                    <a:pt x="5142747" y="698499"/>
                  </a:lnTo>
                  <a:lnTo>
                    <a:pt x="5106930" y="660399"/>
                  </a:lnTo>
                  <a:lnTo>
                    <a:pt x="5034109" y="609599"/>
                  </a:lnTo>
                  <a:lnTo>
                    <a:pt x="4959741" y="558799"/>
                  </a:lnTo>
                  <a:lnTo>
                    <a:pt x="4845375" y="482599"/>
                  </a:lnTo>
                  <a:lnTo>
                    <a:pt x="4806523" y="469899"/>
                  </a:lnTo>
                  <a:lnTo>
                    <a:pt x="4687853" y="393699"/>
                  </a:lnTo>
                  <a:lnTo>
                    <a:pt x="4647609" y="380999"/>
                  </a:lnTo>
                  <a:lnTo>
                    <a:pt x="4607029" y="355599"/>
                  </a:lnTo>
                  <a:lnTo>
                    <a:pt x="4566118" y="342899"/>
                  </a:lnTo>
                  <a:lnTo>
                    <a:pt x="4524883" y="317499"/>
                  </a:lnTo>
                  <a:lnTo>
                    <a:pt x="4483327" y="304799"/>
                  </a:lnTo>
                  <a:lnTo>
                    <a:pt x="4441457" y="279399"/>
                  </a:lnTo>
                  <a:lnTo>
                    <a:pt x="4356794" y="253999"/>
                  </a:lnTo>
                  <a:lnTo>
                    <a:pt x="4314010" y="228599"/>
                  </a:lnTo>
                  <a:lnTo>
                    <a:pt x="3825121" y="88899"/>
                  </a:lnTo>
                  <a:lnTo>
                    <a:pt x="4049558" y="88899"/>
                  </a:lnTo>
                  <a:lnTo>
                    <a:pt x="4138172" y="114299"/>
                  </a:lnTo>
                  <a:lnTo>
                    <a:pt x="4182082" y="139699"/>
                  </a:lnTo>
                  <a:lnTo>
                    <a:pt x="4354967" y="190499"/>
                  </a:lnTo>
                  <a:lnTo>
                    <a:pt x="4397474" y="215899"/>
                  </a:lnTo>
                  <a:lnTo>
                    <a:pt x="4481596" y="241299"/>
                  </a:lnTo>
                  <a:lnTo>
                    <a:pt x="4523201" y="266699"/>
                  </a:lnTo>
                  <a:lnTo>
                    <a:pt x="4564496" y="279399"/>
                  </a:lnTo>
                  <a:lnTo>
                    <a:pt x="4605475" y="304799"/>
                  </a:lnTo>
                  <a:lnTo>
                    <a:pt x="4646133" y="317499"/>
                  </a:lnTo>
                  <a:lnTo>
                    <a:pt x="4726469" y="368299"/>
                  </a:lnTo>
                  <a:lnTo>
                    <a:pt x="4766137" y="380999"/>
                  </a:lnTo>
                  <a:lnTo>
                    <a:pt x="4805464" y="406399"/>
                  </a:lnTo>
                  <a:lnTo>
                    <a:pt x="4921353" y="482599"/>
                  </a:lnTo>
                  <a:lnTo>
                    <a:pt x="4959269" y="495299"/>
                  </a:lnTo>
                  <a:lnTo>
                    <a:pt x="4996820" y="520699"/>
                  </a:lnTo>
                  <a:lnTo>
                    <a:pt x="5070807" y="571499"/>
                  </a:lnTo>
                  <a:lnTo>
                    <a:pt x="5107232" y="609599"/>
                  </a:lnTo>
                  <a:lnTo>
                    <a:pt x="5143272" y="634999"/>
                  </a:lnTo>
                  <a:lnTo>
                    <a:pt x="5214178" y="685799"/>
                  </a:lnTo>
                  <a:lnTo>
                    <a:pt x="5283484" y="736599"/>
                  </a:lnTo>
                  <a:lnTo>
                    <a:pt x="5317525" y="774699"/>
                  </a:lnTo>
                  <a:lnTo>
                    <a:pt x="5384357" y="825499"/>
                  </a:lnTo>
                  <a:lnTo>
                    <a:pt x="5417138" y="863599"/>
                  </a:lnTo>
                  <a:lnTo>
                    <a:pt x="5449489" y="888999"/>
                  </a:lnTo>
                  <a:lnTo>
                    <a:pt x="5481406" y="927099"/>
                  </a:lnTo>
                  <a:lnTo>
                    <a:pt x="5512883" y="952499"/>
                  </a:lnTo>
                  <a:lnTo>
                    <a:pt x="5543915" y="990599"/>
                  </a:lnTo>
                  <a:lnTo>
                    <a:pt x="5574498" y="1015999"/>
                  </a:lnTo>
                  <a:lnTo>
                    <a:pt x="5604626" y="1054099"/>
                  </a:lnTo>
                  <a:lnTo>
                    <a:pt x="5634295" y="1092199"/>
                  </a:lnTo>
                  <a:lnTo>
                    <a:pt x="5663499" y="1117599"/>
                  </a:lnTo>
                  <a:lnTo>
                    <a:pt x="5692233" y="1155699"/>
                  </a:lnTo>
                  <a:lnTo>
                    <a:pt x="5720493" y="1193799"/>
                  </a:lnTo>
                  <a:lnTo>
                    <a:pt x="5748274" y="1231899"/>
                  </a:lnTo>
                  <a:lnTo>
                    <a:pt x="5775570" y="1257299"/>
                  </a:lnTo>
                  <a:lnTo>
                    <a:pt x="5802376" y="1295399"/>
                  </a:lnTo>
                  <a:lnTo>
                    <a:pt x="5828689" y="1333499"/>
                  </a:lnTo>
                  <a:lnTo>
                    <a:pt x="5854502" y="1371599"/>
                  </a:lnTo>
                  <a:lnTo>
                    <a:pt x="5879811" y="1409699"/>
                  </a:lnTo>
                  <a:lnTo>
                    <a:pt x="5904610" y="1447799"/>
                  </a:lnTo>
                  <a:lnTo>
                    <a:pt x="5928895" y="1485899"/>
                  </a:lnTo>
                  <a:lnTo>
                    <a:pt x="5952662" y="1523999"/>
                  </a:lnTo>
                  <a:lnTo>
                    <a:pt x="5975904" y="1562099"/>
                  </a:lnTo>
                  <a:lnTo>
                    <a:pt x="5998616" y="1600199"/>
                  </a:lnTo>
                  <a:lnTo>
                    <a:pt x="6020795" y="1638299"/>
                  </a:lnTo>
                  <a:lnTo>
                    <a:pt x="6042435" y="1676399"/>
                  </a:lnTo>
                  <a:lnTo>
                    <a:pt x="6063530" y="1714499"/>
                  </a:lnTo>
                  <a:lnTo>
                    <a:pt x="6084077" y="1765299"/>
                  </a:lnTo>
                  <a:lnTo>
                    <a:pt x="6104070" y="1803399"/>
                  </a:lnTo>
                  <a:lnTo>
                    <a:pt x="6123504" y="1841499"/>
                  </a:lnTo>
                  <a:lnTo>
                    <a:pt x="6142373" y="1879599"/>
                  </a:lnTo>
                  <a:lnTo>
                    <a:pt x="6160674" y="1930399"/>
                  </a:lnTo>
                  <a:lnTo>
                    <a:pt x="6178402" y="1968499"/>
                  </a:lnTo>
                  <a:lnTo>
                    <a:pt x="6195550" y="2006599"/>
                  </a:lnTo>
                  <a:lnTo>
                    <a:pt x="6212114" y="2057399"/>
                  </a:lnTo>
                  <a:lnTo>
                    <a:pt x="6228090" y="2095499"/>
                  </a:lnTo>
                  <a:lnTo>
                    <a:pt x="6243472" y="2133599"/>
                  </a:lnTo>
                  <a:lnTo>
                    <a:pt x="6258256" y="2184399"/>
                  </a:lnTo>
                  <a:lnTo>
                    <a:pt x="6272436" y="2222499"/>
                  </a:lnTo>
                  <a:lnTo>
                    <a:pt x="6286007" y="2273299"/>
                  </a:lnTo>
                  <a:lnTo>
                    <a:pt x="6298964" y="2311399"/>
                  </a:lnTo>
                  <a:lnTo>
                    <a:pt x="6311303" y="2362199"/>
                  </a:lnTo>
                  <a:lnTo>
                    <a:pt x="6323019" y="2400299"/>
                  </a:lnTo>
                  <a:lnTo>
                    <a:pt x="6334106" y="2451099"/>
                  </a:lnTo>
                  <a:lnTo>
                    <a:pt x="6344560" y="2489199"/>
                  </a:lnTo>
                  <a:lnTo>
                    <a:pt x="6354375" y="2539999"/>
                  </a:lnTo>
                  <a:lnTo>
                    <a:pt x="6363547" y="2578099"/>
                  </a:lnTo>
                  <a:lnTo>
                    <a:pt x="6372070" y="2628899"/>
                  </a:lnTo>
                  <a:lnTo>
                    <a:pt x="6379940" y="2679699"/>
                  </a:lnTo>
                  <a:lnTo>
                    <a:pt x="6387152" y="2717799"/>
                  </a:lnTo>
                  <a:lnTo>
                    <a:pt x="6393701" y="2768599"/>
                  </a:lnTo>
                  <a:lnTo>
                    <a:pt x="6399581" y="2819399"/>
                  </a:lnTo>
                  <a:lnTo>
                    <a:pt x="6404788" y="2857499"/>
                  </a:lnTo>
                  <a:lnTo>
                    <a:pt x="6409317" y="2908299"/>
                  </a:lnTo>
                  <a:lnTo>
                    <a:pt x="6413163" y="2959099"/>
                  </a:lnTo>
                  <a:lnTo>
                    <a:pt x="6416320" y="3009899"/>
                  </a:lnTo>
                  <a:lnTo>
                    <a:pt x="6418785" y="3047999"/>
                  </a:lnTo>
                  <a:lnTo>
                    <a:pt x="6420552" y="3098799"/>
                  </a:lnTo>
                  <a:lnTo>
                    <a:pt x="6421615" y="3149599"/>
                  </a:lnTo>
                  <a:lnTo>
                    <a:pt x="6421615" y="3238499"/>
                  </a:lnTo>
                  <a:lnTo>
                    <a:pt x="6420552" y="3289299"/>
                  </a:lnTo>
                  <a:lnTo>
                    <a:pt x="6418785" y="3340099"/>
                  </a:lnTo>
                  <a:lnTo>
                    <a:pt x="6416320" y="3390899"/>
                  </a:lnTo>
                  <a:lnTo>
                    <a:pt x="6413163" y="3428999"/>
                  </a:lnTo>
                  <a:lnTo>
                    <a:pt x="6409317" y="3479799"/>
                  </a:lnTo>
                  <a:lnTo>
                    <a:pt x="6404788" y="3530599"/>
                  </a:lnTo>
                  <a:lnTo>
                    <a:pt x="6399581" y="3581399"/>
                  </a:lnTo>
                  <a:lnTo>
                    <a:pt x="6393701" y="3619499"/>
                  </a:lnTo>
                  <a:lnTo>
                    <a:pt x="6387152" y="3670299"/>
                  </a:lnTo>
                  <a:lnTo>
                    <a:pt x="6379940" y="3721099"/>
                  </a:lnTo>
                  <a:lnTo>
                    <a:pt x="6372070" y="3759199"/>
                  </a:lnTo>
                  <a:lnTo>
                    <a:pt x="6363547" y="3809999"/>
                  </a:lnTo>
                  <a:lnTo>
                    <a:pt x="6354375" y="3848099"/>
                  </a:lnTo>
                  <a:lnTo>
                    <a:pt x="6344560" y="3898899"/>
                  </a:lnTo>
                  <a:lnTo>
                    <a:pt x="6334106" y="3949699"/>
                  </a:lnTo>
                  <a:lnTo>
                    <a:pt x="6323019" y="3987799"/>
                  </a:lnTo>
                  <a:lnTo>
                    <a:pt x="6311303" y="4038599"/>
                  </a:lnTo>
                  <a:lnTo>
                    <a:pt x="6298964" y="4076699"/>
                  </a:lnTo>
                  <a:lnTo>
                    <a:pt x="6286007" y="4127499"/>
                  </a:lnTo>
                  <a:lnTo>
                    <a:pt x="6272436" y="4165599"/>
                  </a:lnTo>
                  <a:lnTo>
                    <a:pt x="6258256" y="4216399"/>
                  </a:lnTo>
                  <a:lnTo>
                    <a:pt x="6243472" y="4254499"/>
                  </a:lnTo>
                  <a:lnTo>
                    <a:pt x="6228090" y="4292599"/>
                  </a:lnTo>
                  <a:lnTo>
                    <a:pt x="6212114" y="4343399"/>
                  </a:lnTo>
                  <a:lnTo>
                    <a:pt x="6195550" y="4381499"/>
                  </a:lnTo>
                  <a:lnTo>
                    <a:pt x="6178402" y="4419599"/>
                  </a:lnTo>
                  <a:lnTo>
                    <a:pt x="6160674" y="4470399"/>
                  </a:lnTo>
                  <a:lnTo>
                    <a:pt x="6142373" y="4508499"/>
                  </a:lnTo>
                  <a:lnTo>
                    <a:pt x="6123504" y="4546599"/>
                  </a:lnTo>
                  <a:lnTo>
                    <a:pt x="6104070" y="4584699"/>
                  </a:lnTo>
                  <a:lnTo>
                    <a:pt x="6084077" y="4635499"/>
                  </a:lnTo>
                  <a:lnTo>
                    <a:pt x="6063530" y="4673599"/>
                  </a:lnTo>
                  <a:lnTo>
                    <a:pt x="6042435" y="4711699"/>
                  </a:lnTo>
                  <a:lnTo>
                    <a:pt x="6020795" y="4749799"/>
                  </a:lnTo>
                  <a:lnTo>
                    <a:pt x="5998616" y="4787899"/>
                  </a:lnTo>
                  <a:lnTo>
                    <a:pt x="5975904" y="4825999"/>
                  </a:lnTo>
                  <a:lnTo>
                    <a:pt x="5952662" y="4864099"/>
                  </a:lnTo>
                  <a:lnTo>
                    <a:pt x="5928895" y="4902199"/>
                  </a:lnTo>
                  <a:lnTo>
                    <a:pt x="5904610" y="4940299"/>
                  </a:lnTo>
                  <a:lnTo>
                    <a:pt x="5879811" y="4978399"/>
                  </a:lnTo>
                  <a:lnTo>
                    <a:pt x="5854502" y="5016499"/>
                  </a:lnTo>
                  <a:lnTo>
                    <a:pt x="5828689" y="5054599"/>
                  </a:lnTo>
                  <a:lnTo>
                    <a:pt x="5802376" y="5092699"/>
                  </a:lnTo>
                  <a:lnTo>
                    <a:pt x="5775570" y="5130799"/>
                  </a:lnTo>
                  <a:lnTo>
                    <a:pt x="5748274" y="5168899"/>
                  </a:lnTo>
                  <a:lnTo>
                    <a:pt x="5720493" y="5194299"/>
                  </a:lnTo>
                  <a:lnTo>
                    <a:pt x="5692233" y="5232399"/>
                  </a:lnTo>
                  <a:lnTo>
                    <a:pt x="5663499" y="5270499"/>
                  </a:lnTo>
                  <a:lnTo>
                    <a:pt x="5634295" y="5308599"/>
                  </a:lnTo>
                  <a:lnTo>
                    <a:pt x="5604626" y="5333999"/>
                  </a:lnTo>
                  <a:lnTo>
                    <a:pt x="5574498" y="5372099"/>
                  </a:lnTo>
                  <a:lnTo>
                    <a:pt x="5543915" y="5397499"/>
                  </a:lnTo>
                  <a:lnTo>
                    <a:pt x="5512883" y="5435599"/>
                  </a:lnTo>
                  <a:lnTo>
                    <a:pt x="5481406" y="5460999"/>
                  </a:lnTo>
                  <a:lnTo>
                    <a:pt x="5449489" y="5499099"/>
                  </a:lnTo>
                  <a:lnTo>
                    <a:pt x="5417138" y="5524499"/>
                  </a:lnTo>
                  <a:lnTo>
                    <a:pt x="5384357" y="5562599"/>
                  </a:lnTo>
                  <a:lnTo>
                    <a:pt x="5317525" y="5613399"/>
                  </a:lnTo>
                  <a:lnTo>
                    <a:pt x="5283484" y="5651499"/>
                  </a:lnTo>
                  <a:lnTo>
                    <a:pt x="5249034" y="5676899"/>
                  </a:lnTo>
                  <a:lnTo>
                    <a:pt x="5178923" y="5727699"/>
                  </a:lnTo>
                  <a:lnTo>
                    <a:pt x="5143272" y="5765799"/>
                  </a:lnTo>
                  <a:lnTo>
                    <a:pt x="5070807" y="5816599"/>
                  </a:lnTo>
                  <a:lnTo>
                    <a:pt x="4996820" y="5867399"/>
                  </a:lnTo>
                  <a:lnTo>
                    <a:pt x="4883077" y="5943599"/>
                  </a:lnTo>
                  <a:lnTo>
                    <a:pt x="4844446" y="5956299"/>
                  </a:lnTo>
                  <a:lnTo>
                    <a:pt x="4726469" y="6032499"/>
                  </a:lnTo>
                  <a:lnTo>
                    <a:pt x="4686466" y="6045199"/>
                  </a:lnTo>
                  <a:lnTo>
                    <a:pt x="4646133" y="6070599"/>
                  </a:lnTo>
                  <a:lnTo>
                    <a:pt x="4605475" y="6083299"/>
                  </a:lnTo>
                  <a:lnTo>
                    <a:pt x="4564496" y="6108699"/>
                  </a:lnTo>
                  <a:lnTo>
                    <a:pt x="4523201" y="6121399"/>
                  </a:lnTo>
                  <a:lnTo>
                    <a:pt x="4481596" y="6146799"/>
                  </a:lnTo>
                  <a:lnTo>
                    <a:pt x="4439685" y="6159499"/>
                  </a:lnTo>
                  <a:lnTo>
                    <a:pt x="4397474" y="6184899"/>
                  </a:lnTo>
                  <a:lnTo>
                    <a:pt x="4269086" y="6222999"/>
                  </a:lnTo>
                  <a:lnTo>
                    <a:pt x="4225722" y="6248399"/>
                  </a:lnTo>
                  <a:lnTo>
                    <a:pt x="3959921" y="6324599"/>
                  </a:lnTo>
                  <a:close/>
                </a:path>
                <a:path w="6421755" h="6400800">
                  <a:moveTo>
                    <a:pt x="49660" y="3225799"/>
                  </a:moveTo>
                  <a:lnTo>
                    <a:pt x="25438" y="3225799"/>
                  </a:lnTo>
                  <a:lnTo>
                    <a:pt x="33146" y="3213099"/>
                  </a:lnTo>
                  <a:lnTo>
                    <a:pt x="45343" y="3213099"/>
                  </a:lnTo>
                  <a:lnTo>
                    <a:pt x="3596" y="3187699"/>
                  </a:lnTo>
                  <a:lnTo>
                    <a:pt x="8965" y="3174999"/>
                  </a:lnTo>
                  <a:lnTo>
                    <a:pt x="44447" y="3174999"/>
                  </a:lnTo>
                  <a:lnTo>
                    <a:pt x="48113" y="3187699"/>
                  </a:lnTo>
                  <a:lnTo>
                    <a:pt x="49418" y="3200399"/>
                  </a:lnTo>
                  <a:lnTo>
                    <a:pt x="49539" y="3213099"/>
                  </a:lnTo>
                  <a:lnTo>
                    <a:pt x="49660" y="3225799"/>
                  </a:lnTo>
                  <a:close/>
                </a:path>
                <a:path w="6421755" h="6400800">
                  <a:moveTo>
                    <a:pt x="49418" y="3200399"/>
                  </a:moveTo>
                  <a:lnTo>
                    <a:pt x="48113" y="3187699"/>
                  </a:lnTo>
                  <a:lnTo>
                    <a:pt x="44447" y="3174999"/>
                  </a:lnTo>
                  <a:lnTo>
                    <a:pt x="49600" y="3174999"/>
                  </a:lnTo>
                  <a:lnTo>
                    <a:pt x="49509" y="3187699"/>
                  </a:lnTo>
                  <a:lnTo>
                    <a:pt x="49418" y="3200399"/>
                  </a:lnTo>
                  <a:close/>
                </a:path>
                <a:path w="6421755" h="6400800">
                  <a:moveTo>
                    <a:pt x="45343" y="3213099"/>
                  </a:moveTo>
                  <a:lnTo>
                    <a:pt x="4554" y="3213099"/>
                  </a:lnTo>
                  <a:lnTo>
                    <a:pt x="929" y="3200399"/>
                  </a:lnTo>
                  <a:lnTo>
                    <a:pt x="24469" y="3200399"/>
                  </a:lnTo>
                  <a:lnTo>
                    <a:pt x="45343" y="3213099"/>
                  </a:lnTo>
                  <a:close/>
                </a:path>
                <a:path w="6421755" h="6400800">
                  <a:moveTo>
                    <a:pt x="25438" y="3225799"/>
                  </a:moveTo>
                  <a:lnTo>
                    <a:pt x="17429" y="3225799"/>
                  </a:lnTo>
                  <a:lnTo>
                    <a:pt x="10169" y="3213099"/>
                  </a:lnTo>
                  <a:lnTo>
                    <a:pt x="33146" y="3213099"/>
                  </a:lnTo>
                  <a:lnTo>
                    <a:pt x="25438" y="3225799"/>
                  </a:lnTo>
                  <a:close/>
                </a:path>
                <a:path w="6421755" h="6400800">
                  <a:moveTo>
                    <a:pt x="3162453" y="6362699"/>
                  </a:moveTo>
                  <a:lnTo>
                    <a:pt x="2643760" y="6362699"/>
                  </a:lnTo>
                  <a:lnTo>
                    <a:pt x="2506766" y="6324599"/>
                  </a:lnTo>
                  <a:lnTo>
                    <a:pt x="2781874" y="6324599"/>
                  </a:lnTo>
                  <a:lnTo>
                    <a:pt x="2828743" y="6337299"/>
                  </a:lnTo>
                  <a:lnTo>
                    <a:pt x="2875823" y="6337299"/>
                  </a:lnTo>
                  <a:lnTo>
                    <a:pt x="2923109" y="6349999"/>
                  </a:lnTo>
                  <a:lnTo>
                    <a:pt x="3114213" y="6349999"/>
                  </a:lnTo>
                  <a:lnTo>
                    <a:pt x="3162453" y="6362699"/>
                  </a:lnTo>
                  <a:close/>
                </a:path>
                <a:path w="6421755" h="6400800">
                  <a:moveTo>
                    <a:pt x="3777735" y="6362699"/>
                  </a:moveTo>
                  <a:lnTo>
                    <a:pt x="3259284" y="6362699"/>
                  </a:lnTo>
                  <a:lnTo>
                    <a:pt x="3307524" y="6349999"/>
                  </a:lnTo>
                  <a:lnTo>
                    <a:pt x="3498628" y="6349999"/>
                  </a:lnTo>
                  <a:lnTo>
                    <a:pt x="3545915" y="6337299"/>
                  </a:lnTo>
                  <a:lnTo>
                    <a:pt x="3592995" y="6337299"/>
                  </a:lnTo>
                  <a:lnTo>
                    <a:pt x="3639863" y="6324599"/>
                  </a:lnTo>
                  <a:lnTo>
                    <a:pt x="3914731" y="6324599"/>
                  </a:lnTo>
                  <a:lnTo>
                    <a:pt x="3777735" y="6362699"/>
                  </a:lnTo>
                  <a:close/>
                </a:path>
                <a:path w="6421755" h="6400800">
                  <a:moveTo>
                    <a:pt x="3685265" y="6375399"/>
                  </a:moveTo>
                  <a:lnTo>
                    <a:pt x="2736228" y="6375399"/>
                  </a:lnTo>
                  <a:lnTo>
                    <a:pt x="2689884" y="6362699"/>
                  </a:lnTo>
                  <a:lnTo>
                    <a:pt x="3731611" y="6362699"/>
                  </a:lnTo>
                  <a:lnTo>
                    <a:pt x="3685265" y="6375399"/>
                  </a:lnTo>
                  <a:close/>
                </a:path>
                <a:path w="6421755" h="6400800">
                  <a:moveTo>
                    <a:pt x="3591932" y="6388099"/>
                  </a:moveTo>
                  <a:lnTo>
                    <a:pt x="2829561" y="6388099"/>
                  </a:lnTo>
                  <a:lnTo>
                    <a:pt x="2782789" y="6375399"/>
                  </a:lnTo>
                  <a:lnTo>
                    <a:pt x="3638704" y="6375399"/>
                  </a:lnTo>
                  <a:lnTo>
                    <a:pt x="3591932" y="6388099"/>
                  </a:lnTo>
                  <a:close/>
                </a:path>
                <a:path w="6421755" h="6400800">
                  <a:moveTo>
                    <a:pt x="3210745" y="6400799"/>
                  </a:moveTo>
                  <a:lnTo>
                    <a:pt x="2923719" y="6400799"/>
                  </a:lnTo>
                  <a:lnTo>
                    <a:pt x="2876539" y="6388099"/>
                  </a:lnTo>
                  <a:lnTo>
                    <a:pt x="3210745" y="6388099"/>
                  </a:lnTo>
                  <a:lnTo>
                    <a:pt x="3210745" y="6400799"/>
                  </a:lnTo>
                  <a:close/>
                </a:path>
                <a:path w="6421755" h="6400800">
                  <a:moveTo>
                    <a:pt x="3497773" y="6400799"/>
                  </a:moveTo>
                  <a:lnTo>
                    <a:pt x="3210745" y="6400799"/>
                  </a:lnTo>
                  <a:lnTo>
                    <a:pt x="3210745" y="6388099"/>
                  </a:lnTo>
                  <a:lnTo>
                    <a:pt x="3544953" y="6388099"/>
                  </a:lnTo>
                  <a:lnTo>
                    <a:pt x="3497773" y="6400799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3645325"/>
              <a:ext cx="6441126" cy="54804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38213" y="1950125"/>
              <a:ext cx="1404540" cy="14045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35228" y="4145273"/>
              <a:ext cx="1404614" cy="140461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43067" y="541395"/>
            <a:ext cx="5427345" cy="1873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16535">
              <a:lnSpc>
                <a:spcPct val="116000"/>
              </a:lnSpc>
              <a:spcBef>
                <a:spcPts val="90"/>
              </a:spcBef>
              <a:tabLst>
                <a:tab pos="3591560" algn="l"/>
              </a:tabLst>
            </a:pPr>
            <a:r>
              <a:rPr sz="5250" spc="595" dirty="0">
                <a:solidFill>
                  <a:srgbClr val="F6F2F1"/>
                </a:solidFill>
                <a:latin typeface="Microsoft Sans Serif" panose="020B0604020202020204"/>
                <a:cs typeface="Microsoft Sans Serif" panose="020B0604020202020204"/>
              </a:rPr>
              <a:t>CLIENT-</a:t>
            </a:r>
            <a:r>
              <a:rPr sz="5250" spc="475" dirty="0">
                <a:solidFill>
                  <a:srgbClr val="F6F2F1"/>
                </a:solidFill>
                <a:latin typeface="Microsoft Sans Serif" panose="020B0604020202020204"/>
                <a:cs typeface="Microsoft Sans Serif" panose="020B0604020202020204"/>
              </a:rPr>
              <a:t>SIDE </a:t>
            </a:r>
            <a:r>
              <a:rPr sz="5250" spc="600" dirty="0">
                <a:solidFill>
                  <a:srgbClr val="F6F2F1"/>
                </a:solidFill>
                <a:latin typeface="Microsoft Sans Serif" panose="020B0604020202020204"/>
                <a:cs typeface="Microsoft Sans Serif" panose="020B0604020202020204"/>
              </a:rPr>
              <a:t>(MOBILE</a:t>
            </a:r>
            <a:r>
              <a:rPr sz="5250" dirty="0">
                <a:solidFill>
                  <a:srgbClr val="F6F2F1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5250" spc="475" dirty="0">
                <a:solidFill>
                  <a:srgbClr val="F6F2F1"/>
                </a:solidFill>
                <a:latin typeface="Microsoft Sans Serif" panose="020B0604020202020204"/>
                <a:cs typeface="Microsoft Sans Serif" panose="020B0604020202020204"/>
              </a:rPr>
              <a:t>APP)</a:t>
            </a:r>
            <a:endParaRPr sz="5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541466" y="5296610"/>
            <a:ext cx="790575" cy="625475"/>
          </a:xfrm>
          <a:custGeom>
            <a:avLst/>
            <a:gdLst/>
            <a:ahLst/>
            <a:cxnLst/>
            <a:rect l="l" t="t" r="r" b="b"/>
            <a:pathLst>
              <a:path w="790575" h="625475">
                <a:moveTo>
                  <a:pt x="731380" y="469290"/>
                </a:moveTo>
                <a:lnTo>
                  <a:pt x="730656" y="464096"/>
                </a:lnTo>
                <a:lnTo>
                  <a:pt x="722376" y="457796"/>
                </a:lnTo>
                <a:lnTo>
                  <a:pt x="656056" y="407301"/>
                </a:lnTo>
                <a:lnTo>
                  <a:pt x="650709" y="408127"/>
                </a:lnTo>
                <a:lnTo>
                  <a:pt x="647941" y="411949"/>
                </a:lnTo>
                <a:lnTo>
                  <a:pt x="639622" y="422846"/>
                </a:lnTo>
                <a:lnTo>
                  <a:pt x="630770" y="433324"/>
                </a:lnTo>
                <a:lnTo>
                  <a:pt x="621423" y="443331"/>
                </a:lnTo>
                <a:lnTo>
                  <a:pt x="611593" y="452856"/>
                </a:lnTo>
                <a:lnTo>
                  <a:pt x="606221" y="457796"/>
                </a:lnTo>
                <a:lnTo>
                  <a:pt x="597535" y="454012"/>
                </a:lnTo>
                <a:lnTo>
                  <a:pt x="597535" y="303568"/>
                </a:lnTo>
                <a:lnTo>
                  <a:pt x="588581" y="309981"/>
                </a:lnTo>
                <a:lnTo>
                  <a:pt x="554964" y="331622"/>
                </a:lnTo>
                <a:lnTo>
                  <a:pt x="512559" y="353847"/>
                </a:lnTo>
                <a:lnTo>
                  <a:pt x="502234" y="358546"/>
                </a:lnTo>
                <a:lnTo>
                  <a:pt x="502234" y="511937"/>
                </a:lnTo>
                <a:lnTo>
                  <a:pt x="499656" y="515264"/>
                </a:lnTo>
                <a:lnTo>
                  <a:pt x="493890" y="516788"/>
                </a:lnTo>
                <a:lnTo>
                  <a:pt x="484441" y="519049"/>
                </a:lnTo>
                <a:lnTo>
                  <a:pt x="479399" y="515048"/>
                </a:lnTo>
                <a:lnTo>
                  <a:pt x="479399" y="367982"/>
                </a:lnTo>
                <a:lnTo>
                  <a:pt x="468172" y="372211"/>
                </a:lnTo>
                <a:lnTo>
                  <a:pt x="422681" y="386372"/>
                </a:lnTo>
                <a:lnTo>
                  <a:pt x="384086" y="395185"/>
                </a:lnTo>
                <a:lnTo>
                  <a:pt x="384086" y="517245"/>
                </a:lnTo>
                <a:lnTo>
                  <a:pt x="379298" y="521195"/>
                </a:lnTo>
                <a:lnTo>
                  <a:pt x="368173" y="519049"/>
                </a:lnTo>
                <a:lnTo>
                  <a:pt x="362445" y="517740"/>
                </a:lnTo>
                <a:lnTo>
                  <a:pt x="353009" y="515264"/>
                </a:lnTo>
                <a:lnTo>
                  <a:pt x="350443" y="511937"/>
                </a:lnTo>
                <a:lnTo>
                  <a:pt x="350443" y="457796"/>
                </a:lnTo>
                <a:lnTo>
                  <a:pt x="350443" y="400634"/>
                </a:lnTo>
                <a:lnTo>
                  <a:pt x="346113" y="401193"/>
                </a:lnTo>
                <a:lnTo>
                  <a:pt x="341414" y="401853"/>
                </a:lnTo>
                <a:lnTo>
                  <a:pt x="324954" y="403542"/>
                </a:lnTo>
                <a:lnTo>
                  <a:pt x="310819" y="404660"/>
                </a:lnTo>
                <a:lnTo>
                  <a:pt x="312242" y="404660"/>
                </a:lnTo>
                <a:lnTo>
                  <a:pt x="294322" y="405625"/>
                </a:lnTo>
                <a:lnTo>
                  <a:pt x="289610" y="405828"/>
                </a:lnTo>
                <a:lnTo>
                  <a:pt x="280987" y="406082"/>
                </a:lnTo>
                <a:lnTo>
                  <a:pt x="272999" y="406222"/>
                </a:lnTo>
                <a:lnTo>
                  <a:pt x="255130" y="406222"/>
                </a:lnTo>
                <a:lnTo>
                  <a:pt x="255130" y="454012"/>
                </a:lnTo>
                <a:lnTo>
                  <a:pt x="246456" y="457796"/>
                </a:lnTo>
                <a:lnTo>
                  <a:pt x="216966" y="427621"/>
                </a:lnTo>
                <a:lnTo>
                  <a:pt x="201904" y="408127"/>
                </a:lnTo>
                <a:lnTo>
                  <a:pt x="196621" y="407301"/>
                </a:lnTo>
                <a:lnTo>
                  <a:pt x="122021" y="464096"/>
                </a:lnTo>
                <a:lnTo>
                  <a:pt x="121297" y="469290"/>
                </a:lnTo>
                <a:lnTo>
                  <a:pt x="125730" y="475272"/>
                </a:lnTo>
                <a:lnTo>
                  <a:pt x="160985" y="515772"/>
                </a:lnTo>
                <a:lnTo>
                  <a:pt x="197053" y="547420"/>
                </a:lnTo>
                <a:lnTo>
                  <a:pt x="236982" y="574306"/>
                </a:lnTo>
                <a:lnTo>
                  <a:pt x="280314" y="595998"/>
                </a:lnTo>
                <a:lnTo>
                  <a:pt x="326618" y="612038"/>
                </a:lnTo>
                <a:lnTo>
                  <a:pt x="375437" y="621995"/>
                </a:lnTo>
                <a:lnTo>
                  <a:pt x="426339" y="625411"/>
                </a:lnTo>
                <a:lnTo>
                  <a:pt x="478510" y="621817"/>
                </a:lnTo>
                <a:lnTo>
                  <a:pt x="528485" y="611365"/>
                </a:lnTo>
                <a:lnTo>
                  <a:pt x="575779" y="594525"/>
                </a:lnTo>
                <a:lnTo>
                  <a:pt x="619925" y="571792"/>
                </a:lnTo>
                <a:lnTo>
                  <a:pt x="660450" y="543636"/>
                </a:lnTo>
                <a:lnTo>
                  <a:pt x="685126" y="521195"/>
                </a:lnTo>
                <a:lnTo>
                  <a:pt x="687489" y="519049"/>
                </a:lnTo>
                <a:lnTo>
                  <a:pt x="696849" y="510540"/>
                </a:lnTo>
                <a:lnTo>
                  <a:pt x="728649" y="472973"/>
                </a:lnTo>
                <a:lnTo>
                  <a:pt x="731380" y="469290"/>
                </a:lnTo>
                <a:close/>
              </a:path>
              <a:path w="790575" h="625475">
                <a:moveTo>
                  <a:pt x="790575" y="0"/>
                </a:moveTo>
                <a:lnTo>
                  <a:pt x="707440" y="66776"/>
                </a:lnTo>
                <a:lnTo>
                  <a:pt x="747039" y="70472"/>
                </a:lnTo>
                <a:lnTo>
                  <a:pt x="743381" y="75857"/>
                </a:lnTo>
                <a:lnTo>
                  <a:pt x="720204" y="108318"/>
                </a:lnTo>
                <a:lnTo>
                  <a:pt x="717448" y="111963"/>
                </a:lnTo>
                <a:lnTo>
                  <a:pt x="714730" y="115620"/>
                </a:lnTo>
                <a:lnTo>
                  <a:pt x="711911" y="119214"/>
                </a:lnTo>
                <a:lnTo>
                  <a:pt x="709142" y="122847"/>
                </a:lnTo>
                <a:lnTo>
                  <a:pt x="707745" y="124637"/>
                </a:lnTo>
                <a:lnTo>
                  <a:pt x="702106" y="131787"/>
                </a:lnTo>
                <a:lnTo>
                  <a:pt x="700659" y="133553"/>
                </a:lnTo>
                <a:lnTo>
                  <a:pt x="696366" y="138861"/>
                </a:lnTo>
                <a:lnTo>
                  <a:pt x="689851" y="146735"/>
                </a:lnTo>
                <a:lnTo>
                  <a:pt x="683234" y="154520"/>
                </a:lnTo>
                <a:lnTo>
                  <a:pt x="675767" y="163042"/>
                </a:lnTo>
                <a:lnTo>
                  <a:pt x="674992" y="163880"/>
                </a:lnTo>
                <a:lnTo>
                  <a:pt x="669696" y="169760"/>
                </a:lnTo>
                <a:lnTo>
                  <a:pt x="668172" y="171437"/>
                </a:lnTo>
                <a:lnTo>
                  <a:pt x="666610" y="173088"/>
                </a:lnTo>
                <a:lnTo>
                  <a:pt x="662025" y="178079"/>
                </a:lnTo>
                <a:lnTo>
                  <a:pt x="658863" y="181305"/>
                </a:lnTo>
                <a:lnTo>
                  <a:pt x="655751" y="184581"/>
                </a:lnTo>
                <a:lnTo>
                  <a:pt x="646226" y="194208"/>
                </a:lnTo>
                <a:lnTo>
                  <a:pt x="636511" y="203606"/>
                </a:lnTo>
                <a:lnTo>
                  <a:pt x="626618" y="212801"/>
                </a:lnTo>
                <a:lnTo>
                  <a:pt x="614870" y="223253"/>
                </a:lnTo>
                <a:lnTo>
                  <a:pt x="613143" y="224688"/>
                </a:lnTo>
                <a:lnTo>
                  <a:pt x="606298" y="230505"/>
                </a:lnTo>
                <a:lnTo>
                  <a:pt x="599325" y="236143"/>
                </a:lnTo>
                <a:lnTo>
                  <a:pt x="597611" y="237578"/>
                </a:lnTo>
                <a:lnTo>
                  <a:pt x="597535" y="229641"/>
                </a:lnTo>
                <a:lnTo>
                  <a:pt x="591947" y="225615"/>
                </a:lnTo>
                <a:lnTo>
                  <a:pt x="504532" y="254749"/>
                </a:lnTo>
                <a:lnTo>
                  <a:pt x="502234" y="257937"/>
                </a:lnTo>
                <a:lnTo>
                  <a:pt x="502234" y="298919"/>
                </a:lnTo>
                <a:lnTo>
                  <a:pt x="481812" y="308838"/>
                </a:lnTo>
                <a:lnTo>
                  <a:pt x="479399" y="309880"/>
                </a:lnTo>
                <a:lnTo>
                  <a:pt x="479399" y="89192"/>
                </a:lnTo>
                <a:lnTo>
                  <a:pt x="473024" y="85128"/>
                </a:lnTo>
                <a:lnTo>
                  <a:pt x="385965" y="126111"/>
                </a:lnTo>
                <a:lnTo>
                  <a:pt x="384086" y="129057"/>
                </a:lnTo>
                <a:lnTo>
                  <a:pt x="384086" y="343103"/>
                </a:lnTo>
                <a:lnTo>
                  <a:pt x="380568" y="344055"/>
                </a:lnTo>
                <a:lnTo>
                  <a:pt x="354304" y="350062"/>
                </a:lnTo>
                <a:lnTo>
                  <a:pt x="350443" y="350786"/>
                </a:lnTo>
                <a:lnTo>
                  <a:pt x="350443" y="178892"/>
                </a:lnTo>
                <a:lnTo>
                  <a:pt x="344068" y="174853"/>
                </a:lnTo>
                <a:lnTo>
                  <a:pt x="256997" y="215823"/>
                </a:lnTo>
                <a:lnTo>
                  <a:pt x="255130" y="218757"/>
                </a:lnTo>
                <a:lnTo>
                  <a:pt x="255130" y="363435"/>
                </a:lnTo>
                <a:lnTo>
                  <a:pt x="244678" y="364083"/>
                </a:lnTo>
                <a:lnTo>
                  <a:pt x="242417" y="364261"/>
                </a:lnTo>
                <a:lnTo>
                  <a:pt x="240157" y="364375"/>
                </a:lnTo>
                <a:lnTo>
                  <a:pt x="226542" y="364959"/>
                </a:lnTo>
                <a:lnTo>
                  <a:pt x="223139" y="365112"/>
                </a:lnTo>
                <a:lnTo>
                  <a:pt x="206082" y="365531"/>
                </a:lnTo>
                <a:lnTo>
                  <a:pt x="201536" y="365582"/>
                </a:lnTo>
                <a:lnTo>
                  <a:pt x="196977" y="365582"/>
                </a:lnTo>
                <a:lnTo>
                  <a:pt x="187858" y="365645"/>
                </a:lnTo>
                <a:lnTo>
                  <a:pt x="186728" y="365671"/>
                </a:lnTo>
                <a:lnTo>
                  <a:pt x="171894" y="365467"/>
                </a:lnTo>
                <a:lnTo>
                  <a:pt x="167335" y="365417"/>
                </a:lnTo>
                <a:lnTo>
                  <a:pt x="166192" y="365366"/>
                </a:lnTo>
                <a:lnTo>
                  <a:pt x="150202" y="364896"/>
                </a:lnTo>
                <a:lnTo>
                  <a:pt x="149047" y="364883"/>
                </a:lnTo>
                <a:lnTo>
                  <a:pt x="137629" y="364337"/>
                </a:lnTo>
                <a:lnTo>
                  <a:pt x="133057" y="364121"/>
                </a:lnTo>
                <a:lnTo>
                  <a:pt x="128473" y="363956"/>
                </a:lnTo>
                <a:lnTo>
                  <a:pt x="123901" y="363626"/>
                </a:lnTo>
                <a:lnTo>
                  <a:pt x="82677" y="360591"/>
                </a:lnTo>
                <a:lnTo>
                  <a:pt x="32219" y="355358"/>
                </a:lnTo>
                <a:lnTo>
                  <a:pt x="25336" y="354584"/>
                </a:lnTo>
                <a:lnTo>
                  <a:pt x="23025" y="354342"/>
                </a:lnTo>
                <a:lnTo>
                  <a:pt x="20726" y="354037"/>
                </a:lnTo>
                <a:lnTo>
                  <a:pt x="9245" y="352602"/>
                </a:lnTo>
                <a:lnTo>
                  <a:pt x="4648" y="352044"/>
                </a:lnTo>
                <a:lnTo>
                  <a:pt x="0" y="351536"/>
                </a:lnTo>
                <a:lnTo>
                  <a:pt x="4432" y="352971"/>
                </a:lnTo>
                <a:lnTo>
                  <a:pt x="8864" y="354368"/>
                </a:lnTo>
                <a:lnTo>
                  <a:pt x="22161" y="358533"/>
                </a:lnTo>
                <a:lnTo>
                  <a:pt x="26631" y="359765"/>
                </a:lnTo>
                <a:lnTo>
                  <a:pt x="31089" y="361048"/>
                </a:lnTo>
                <a:lnTo>
                  <a:pt x="43408" y="364490"/>
                </a:lnTo>
                <a:lnTo>
                  <a:pt x="53530" y="367080"/>
                </a:lnTo>
                <a:lnTo>
                  <a:pt x="60286" y="368795"/>
                </a:lnTo>
                <a:lnTo>
                  <a:pt x="62547" y="369354"/>
                </a:lnTo>
                <a:lnTo>
                  <a:pt x="64795" y="369951"/>
                </a:lnTo>
                <a:lnTo>
                  <a:pt x="67068" y="370446"/>
                </a:lnTo>
                <a:lnTo>
                  <a:pt x="80683" y="373557"/>
                </a:lnTo>
                <a:lnTo>
                  <a:pt x="85801" y="374700"/>
                </a:lnTo>
                <a:lnTo>
                  <a:pt x="128765" y="382739"/>
                </a:lnTo>
                <a:lnTo>
                  <a:pt x="148399" y="385648"/>
                </a:lnTo>
                <a:lnTo>
                  <a:pt x="164642" y="387680"/>
                </a:lnTo>
                <a:lnTo>
                  <a:pt x="165798" y="387858"/>
                </a:lnTo>
                <a:lnTo>
                  <a:pt x="170459" y="388327"/>
                </a:lnTo>
                <a:lnTo>
                  <a:pt x="186778" y="389966"/>
                </a:lnTo>
                <a:lnTo>
                  <a:pt x="189115" y="390118"/>
                </a:lnTo>
                <a:lnTo>
                  <a:pt x="191452" y="390296"/>
                </a:lnTo>
                <a:lnTo>
                  <a:pt x="196126" y="390639"/>
                </a:lnTo>
                <a:lnTo>
                  <a:pt x="200799" y="391020"/>
                </a:lnTo>
                <a:lnTo>
                  <a:pt x="205486" y="391325"/>
                </a:lnTo>
                <a:lnTo>
                  <a:pt x="219544" y="392036"/>
                </a:lnTo>
                <a:lnTo>
                  <a:pt x="233641" y="392480"/>
                </a:lnTo>
                <a:lnTo>
                  <a:pt x="247751" y="392684"/>
                </a:lnTo>
                <a:lnTo>
                  <a:pt x="261874" y="392595"/>
                </a:lnTo>
                <a:lnTo>
                  <a:pt x="276009" y="392239"/>
                </a:lnTo>
                <a:lnTo>
                  <a:pt x="280720" y="392036"/>
                </a:lnTo>
                <a:lnTo>
                  <a:pt x="285432" y="391756"/>
                </a:lnTo>
                <a:lnTo>
                  <a:pt x="294868" y="391274"/>
                </a:lnTo>
                <a:lnTo>
                  <a:pt x="296049" y="391160"/>
                </a:lnTo>
                <a:lnTo>
                  <a:pt x="297218" y="391071"/>
                </a:lnTo>
                <a:lnTo>
                  <a:pt x="311353" y="389953"/>
                </a:lnTo>
                <a:lnTo>
                  <a:pt x="323113" y="388721"/>
                </a:lnTo>
                <a:lnTo>
                  <a:pt x="327825" y="388264"/>
                </a:lnTo>
                <a:lnTo>
                  <a:pt x="332511" y="387604"/>
                </a:lnTo>
                <a:lnTo>
                  <a:pt x="388581" y="377812"/>
                </a:lnTo>
                <a:lnTo>
                  <a:pt x="443547" y="362432"/>
                </a:lnTo>
                <a:lnTo>
                  <a:pt x="496722" y="341299"/>
                </a:lnTo>
                <a:lnTo>
                  <a:pt x="547293" y="314452"/>
                </a:lnTo>
                <a:lnTo>
                  <a:pt x="583018" y="290652"/>
                </a:lnTo>
                <a:lnTo>
                  <a:pt x="616597" y="264033"/>
                </a:lnTo>
                <a:lnTo>
                  <a:pt x="641070" y="241503"/>
                </a:lnTo>
                <a:lnTo>
                  <a:pt x="644499" y="238226"/>
                </a:lnTo>
                <a:lnTo>
                  <a:pt x="647788" y="234823"/>
                </a:lnTo>
                <a:lnTo>
                  <a:pt x="652780" y="229743"/>
                </a:lnTo>
                <a:lnTo>
                  <a:pt x="660895" y="221119"/>
                </a:lnTo>
                <a:lnTo>
                  <a:pt x="661670" y="220230"/>
                </a:lnTo>
                <a:lnTo>
                  <a:pt x="662470" y="219354"/>
                </a:lnTo>
                <a:lnTo>
                  <a:pt x="668032" y="213220"/>
                </a:lnTo>
                <a:lnTo>
                  <a:pt x="694283" y="181305"/>
                </a:lnTo>
                <a:lnTo>
                  <a:pt x="724128" y="138658"/>
                </a:lnTo>
                <a:lnTo>
                  <a:pt x="748284" y="97815"/>
                </a:lnTo>
                <a:lnTo>
                  <a:pt x="759307" y="76885"/>
                </a:lnTo>
                <a:lnTo>
                  <a:pt x="784415" y="108318"/>
                </a:lnTo>
                <a:lnTo>
                  <a:pt x="790575" y="44170"/>
                </a:lnTo>
                <a:lnTo>
                  <a:pt x="790575" y="0"/>
                </a:lnTo>
                <a:close/>
              </a:path>
            </a:pathLst>
          </a:custGeom>
          <a:solidFill>
            <a:srgbClr val="F1F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291697" y="5950820"/>
            <a:ext cx="1294765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1F4F5"/>
                </a:solidFill>
                <a:latin typeface="Verdana" panose="020B0604030504040204"/>
                <a:cs typeface="Verdana" panose="020B0604030504040204"/>
              </a:rPr>
              <a:t>BORCELLE</a:t>
            </a:r>
            <a:endParaRPr sz="1850">
              <a:latin typeface="Verdana" panose="020B0604030504040204"/>
              <a:cs typeface="Verdana" panose="020B060403050404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58197" y="2270812"/>
            <a:ext cx="7085330" cy="6584950"/>
            <a:chOff x="9358197" y="2270812"/>
            <a:chExt cx="7085330" cy="6584950"/>
          </a:xfrm>
        </p:grpSpPr>
        <p:sp>
          <p:nvSpPr>
            <p:cNvPr id="12" name="object 12"/>
            <p:cNvSpPr/>
            <p:nvPr/>
          </p:nvSpPr>
          <p:spPr>
            <a:xfrm>
              <a:off x="14503946" y="4365129"/>
              <a:ext cx="1939289" cy="4489450"/>
            </a:xfrm>
            <a:custGeom>
              <a:avLst/>
              <a:gdLst/>
              <a:ahLst/>
              <a:cxnLst/>
              <a:rect l="l" t="t" r="r" b="b"/>
              <a:pathLst>
                <a:path w="1939290" h="4489450">
                  <a:moveTo>
                    <a:pt x="607822" y="3676548"/>
                  </a:moveTo>
                  <a:lnTo>
                    <a:pt x="606615" y="3674008"/>
                  </a:lnTo>
                  <a:lnTo>
                    <a:pt x="602957" y="3667658"/>
                  </a:lnTo>
                  <a:lnTo>
                    <a:pt x="597522" y="3665118"/>
                  </a:lnTo>
                  <a:lnTo>
                    <a:pt x="583387" y="3665118"/>
                  </a:lnTo>
                  <a:lnTo>
                    <a:pt x="558800" y="3695598"/>
                  </a:lnTo>
                  <a:lnTo>
                    <a:pt x="551205" y="3707028"/>
                  </a:lnTo>
                  <a:lnTo>
                    <a:pt x="543661" y="3717188"/>
                  </a:lnTo>
                  <a:lnTo>
                    <a:pt x="539648" y="3723538"/>
                  </a:lnTo>
                  <a:lnTo>
                    <a:pt x="539115" y="3729888"/>
                  </a:lnTo>
                  <a:lnTo>
                    <a:pt x="542061" y="3736238"/>
                  </a:lnTo>
                  <a:lnTo>
                    <a:pt x="559549" y="3746398"/>
                  </a:lnTo>
                  <a:lnTo>
                    <a:pt x="562559" y="3745128"/>
                  </a:lnTo>
                  <a:lnTo>
                    <a:pt x="565429" y="3743858"/>
                  </a:lnTo>
                  <a:lnTo>
                    <a:pt x="568388" y="3742588"/>
                  </a:lnTo>
                  <a:lnTo>
                    <a:pt x="570788" y="3740048"/>
                  </a:lnTo>
                  <a:lnTo>
                    <a:pt x="572617" y="3737508"/>
                  </a:lnTo>
                  <a:lnTo>
                    <a:pt x="580402" y="3727348"/>
                  </a:lnTo>
                  <a:lnTo>
                    <a:pt x="588276" y="3715918"/>
                  </a:lnTo>
                  <a:lnTo>
                    <a:pt x="596125" y="3703218"/>
                  </a:lnTo>
                  <a:lnTo>
                    <a:pt x="603859" y="3691788"/>
                  </a:lnTo>
                  <a:lnTo>
                    <a:pt x="605650" y="3689248"/>
                  </a:lnTo>
                  <a:lnTo>
                    <a:pt x="606640" y="3685438"/>
                  </a:lnTo>
                  <a:lnTo>
                    <a:pt x="606717" y="3684168"/>
                  </a:lnTo>
                  <a:lnTo>
                    <a:pt x="606856" y="3681628"/>
                  </a:lnTo>
                  <a:lnTo>
                    <a:pt x="606971" y="3680358"/>
                  </a:lnTo>
                  <a:lnTo>
                    <a:pt x="607301" y="3677818"/>
                  </a:lnTo>
                  <a:lnTo>
                    <a:pt x="607822" y="3676548"/>
                  </a:lnTo>
                  <a:close/>
                </a:path>
                <a:path w="1939290" h="4489450">
                  <a:moveTo>
                    <a:pt x="678903" y="4231538"/>
                  </a:moveTo>
                  <a:lnTo>
                    <a:pt x="673455" y="4213758"/>
                  </a:lnTo>
                  <a:lnTo>
                    <a:pt x="650392" y="4164952"/>
                  </a:lnTo>
                  <a:lnTo>
                    <a:pt x="650392" y="4237888"/>
                  </a:lnTo>
                  <a:lnTo>
                    <a:pt x="649478" y="4240428"/>
                  </a:lnTo>
                  <a:lnTo>
                    <a:pt x="649109" y="4241698"/>
                  </a:lnTo>
                  <a:lnTo>
                    <a:pt x="648119" y="4244238"/>
                  </a:lnTo>
                  <a:lnTo>
                    <a:pt x="646506" y="4245508"/>
                  </a:lnTo>
                  <a:lnTo>
                    <a:pt x="644245" y="4246778"/>
                  </a:lnTo>
                  <a:lnTo>
                    <a:pt x="637946" y="4245508"/>
                  </a:lnTo>
                  <a:lnTo>
                    <a:pt x="629615" y="4245508"/>
                  </a:lnTo>
                  <a:lnTo>
                    <a:pt x="588911" y="4215028"/>
                  </a:lnTo>
                  <a:lnTo>
                    <a:pt x="546684" y="4195978"/>
                  </a:lnTo>
                  <a:lnTo>
                    <a:pt x="464159" y="4184548"/>
                  </a:lnTo>
                  <a:lnTo>
                    <a:pt x="412483" y="4188358"/>
                  </a:lnTo>
                  <a:lnTo>
                    <a:pt x="361556" y="4198518"/>
                  </a:lnTo>
                  <a:lnTo>
                    <a:pt x="311797" y="4212348"/>
                  </a:lnTo>
                  <a:lnTo>
                    <a:pt x="311797" y="4255668"/>
                  </a:lnTo>
                  <a:lnTo>
                    <a:pt x="310616" y="4263288"/>
                  </a:lnTo>
                  <a:lnTo>
                    <a:pt x="302615" y="4268368"/>
                  </a:lnTo>
                  <a:lnTo>
                    <a:pt x="286397" y="4273448"/>
                  </a:lnTo>
                  <a:lnTo>
                    <a:pt x="285686" y="4272178"/>
                  </a:lnTo>
                  <a:lnTo>
                    <a:pt x="284251" y="4269638"/>
                  </a:lnTo>
                  <a:lnTo>
                    <a:pt x="281990" y="4264558"/>
                  </a:lnTo>
                  <a:lnTo>
                    <a:pt x="278904" y="4259478"/>
                  </a:lnTo>
                  <a:lnTo>
                    <a:pt x="307619" y="4246778"/>
                  </a:lnTo>
                  <a:lnTo>
                    <a:pt x="311797" y="4255668"/>
                  </a:lnTo>
                  <a:lnTo>
                    <a:pt x="311797" y="4212348"/>
                  </a:lnTo>
                  <a:lnTo>
                    <a:pt x="311277" y="4212488"/>
                  </a:lnTo>
                  <a:lnTo>
                    <a:pt x="300151" y="4217568"/>
                  </a:lnTo>
                  <a:lnTo>
                    <a:pt x="288975" y="4221378"/>
                  </a:lnTo>
                  <a:lnTo>
                    <a:pt x="277533" y="4226458"/>
                  </a:lnTo>
                  <a:lnTo>
                    <a:pt x="265633" y="4230268"/>
                  </a:lnTo>
                  <a:lnTo>
                    <a:pt x="239204" y="4174452"/>
                  </a:lnTo>
                  <a:lnTo>
                    <a:pt x="239204" y="4245508"/>
                  </a:lnTo>
                  <a:lnTo>
                    <a:pt x="215734" y="4256938"/>
                  </a:lnTo>
                  <a:lnTo>
                    <a:pt x="191973" y="4267098"/>
                  </a:lnTo>
                  <a:lnTo>
                    <a:pt x="143611" y="4284878"/>
                  </a:lnTo>
                  <a:lnTo>
                    <a:pt x="132930" y="4287418"/>
                  </a:lnTo>
                  <a:lnTo>
                    <a:pt x="116573" y="4287418"/>
                  </a:lnTo>
                  <a:lnTo>
                    <a:pt x="75158" y="4274718"/>
                  </a:lnTo>
                  <a:lnTo>
                    <a:pt x="50660" y="4253128"/>
                  </a:lnTo>
                  <a:lnTo>
                    <a:pt x="47421" y="4249318"/>
                  </a:lnTo>
                  <a:lnTo>
                    <a:pt x="41732" y="4240428"/>
                  </a:lnTo>
                  <a:lnTo>
                    <a:pt x="39331" y="4235348"/>
                  </a:lnTo>
                  <a:lnTo>
                    <a:pt x="37376" y="4230268"/>
                  </a:lnTo>
                  <a:lnTo>
                    <a:pt x="35204" y="4225188"/>
                  </a:lnTo>
                  <a:lnTo>
                    <a:pt x="33489" y="4220108"/>
                  </a:lnTo>
                  <a:lnTo>
                    <a:pt x="30975" y="4208678"/>
                  </a:lnTo>
                  <a:lnTo>
                    <a:pt x="30187" y="4203598"/>
                  </a:lnTo>
                  <a:lnTo>
                    <a:pt x="29591" y="4193438"/>
                  </a:lnTo>
                  <a:lnTo>
                    <a:pt x="29705" y="4189628"/>
                  </a:lnTo>
                  <a:lnTo>
                    <a:pt x="29781" y="4187088"/>
                  </a:lnTo>
                  <a:lnTo>
                    <a:pt x="42557" y="4146448"/>
                  </a:lnTo>
                  <a:lnTo>
                    <a:pt x="68224" y="4118508"/>
                  </a:lnTo>
                  <a:lnTo>
                    <a:pt x="72847" y="4114698"/>
                  </a:lnTo>
                  <a:lnTo>
                    <a:pt x="93230" y="4104538"/>
                  </a:lnTo>
                  <a:lnTo>
                    <a:pt x="114350" y="4093108"/>
                  </a:lnTo>
                  <a:lnTo>
                    <a:pt x="136004" y="4084218"/>
                  </a:lnTo>
                  <a:lnTo>
                    <a:pt x="158013" y="4072788"/>
                  </a:lnTo>
                  <a:lnTo>
                    <a:pt x="239204" y="4245508"/>
                  </a:lnTo>
                  <a:lnTo>
                    <a:pt x="239204" y="4174452"/>
                  </a:lnTo>
                  <a:lnTo>
                    <a:pt x="191084" y="4072788"/>
                  </a:lnTo>
                  <a:lnTo>
                    <a:pt x="187477" y="4065168"/>
                  </a:lnTo>
                  <a:lnTo>
                    <a:pt x="216166" y="4044848"/>
                  </a:lnTo>
                  <a:lnTo>
                    <a:pt x="272338" y="4006748"/>
                  </a:lnTo>
                  <a:lnTo>
                    <a:pt x="334302" y="3953408"/>
                  </a:lnTo>
                  <a:lnTo>
                    <a:pt x="364172" y="3917848"/>
                  </a:lnTo>
                  <a:lnTo>
                    <a:pt x="387362" y="3875938"/>
                  </a:lnTo>
                  <a:lnTo>
                    <a:pt x="402577" y="3830218"/>
                  </a:lnTo>
                  <a:lnTo>
                    <a:pt x="405828" y="3804818"/>
                  </a:lnTo>
                  <a:lnTo>
                    <a:pt x="406374" y="3793388"/>
                  </a:lnTo>
                  <a:lnTo>
                    <a:pt x="406298" y="3781958"/>
                  </a:lnTo>
                  <a:lnTo>
                    <a:pt x="405993" y="3775608"/>
                  </a:lnTo>
                  <a:lnTo>
                    <a:pt x="406031" y="3774338"/>
                  </a:lnTo>
                  <a:lnTo>
                    <a:pt x="406158" y="3769258"/>
                  </a:lnTo>
                  <a:lnTo>
                    <a:pt x="408355" y="3762908"/>
                  </a:lnTo>
                  <a:lnTo>
                    <a:pt x="414197" y="3759098"/>
                  </a:lnTo>
                  <a:lnTo>
                    <a:pt x="421868" y="3759098"/>
                  </a:lnTo>
                  <a:lnTo>
                    <a:pt x="426961" y="3762908"/>
                  </a:lnTo>
                  <a:lnTo>
                    <a:pt x="430453" y="3767988"/>
                  </a:lnTo>
                  <a:lnTo>
                    <a:pt x="433336" y="3774338"/>
                  </a:lnTo>
                  <a:lnTo>
                    <a:pt x="576033" y="4077868"/>
                  </a:lnTo>
                  <a:lnTo>
                    <a:pt x="643267" y="4220108"/>
                  </a:lnTo>
                  <a:lnTo>
                    <a:pt x="644334" y="4222648"/>
                  </a:lnTo>
                  <a:lnTo>
                    <a:pt x="645109" y="4225188"/>
                  </a:lnTo>
                  <a:lnTo>
                    <a:pt x="650392" y="4237888"/>
                  </a:lnTo>
                  <a:lnTo>
                    <a:pt x="650392" y="4164952"/>
                  </a:lnTo>
                  <a:lnTo>
                    <a:pt x="600849" y="4060088"/>
                  </a:lnTo>
                  <a:lnTo>
                    <a:pt x="597446" y="4052468"/>
                  </a:lnTo>
                  <a:lnTo>
                    <a:pt x="594258" y="4044848"/>
                  </a:lnTo>
                  <a:lnTo>
                    <a:pt x="591096" y="4038498"/>
                  </a:lnTo>
                  <a:lnTo>
                    <a:pt x="609739" y="4020718"/>
                  </a:lnTo>
                  <a:lnTo>
                    <a:pt x="616089" y="4009288"/>
                  </a:lnTo>
                  <a:lnTo>
                    <a:pt x="620318" y="4001668"/>
                  </a:lnTo>
                  <a:lnTo>
                    <a:pt x="622935" y="3982618"/>
                  </a:lnTo>
                  <a:lnTo>
                    <a:pt x="617715" y="3963568"/>
                  </a:lnTo>
                  <a:lnTo>
                    <a:pt x="616077" y="3961028"/>
                  </a:lnTo>
                  <a:lnTo>
                    <a:pt x="606285" y="3945788"/>
                  </a:lnTo>
                  <a:lnTo>
                    <a:pt x="592721" y="3937343"/>
                  </a:lnTo>
                  <a:lnTo>
                    <a:pt x="592721" y="3983888"/>
                  </a:lnTo>
                  <a:lnTo>
                    <a:pt x="591743" y="3992778"/>
                  </a:lnTo>
                  <a:lnTo>
                    <a:pt x="586638" y="4000398"/>
                  </a:lnTo>
                  <a:lnTo>
                    <a:pt x="577215" y="4009288"/>
                  </a:lnTo>
                  <a:lnTo>
                    <a:pt x="555371" y="3962298"/>
                  </a:lnTo>
                  <a:lnTo>
                    <a:pt x="567232" y="3961028"/>
                  </a:lnTo>
                  <a:lnTo>
                    <a:pt x="576783" y="3962298"/>
                  </a:lnTo>
                  <a:lnTo>
                    <a:pt x="584212" y="3966108"/>
                  </a:lnTo>
                  <a:lnTo>
                    <a:pt x="589749" y="3973728"/>
                  </a:lnTo>
                  <a:lnTo>
                    <a:pt x="592721" y="3983888"/>
                  </a:lnTo>
                  <a:lnTo>
                    <a:pt x="592721" y="3937343"/>
                  </a:lnTo>
                  <a:lnTo>
                    <a:pt x="589991" y="3935628"/>
                  </a:lnTo>
                  <a:lnTo>
                    <a:pt x="579259" y="3933088"/>
                  </a:lnTo>
                  <a:lnTo>
                    <a:pt x="568515" y="3930548"/>
                  </a:lnTo>
                  <a:lnTo>
                    <a:pt x="541553" y="3933088"/>
                  </a:lnTo>
                  <a:lnTo>
                    <a:pt x="512876" y="3872128"/>
                  </a:lnTo>
                  <a:lnTo>
                    <a:pt x="498856" y="3842918"/>
                  </a:lnTo>
                  <a:lnTo>
                    <a:pt x="484860" y="3812438"/>
                  </a:lnTo>
                  <a:lnTo>
                    <a:pt x="470776" y="3783228"/>
                  </a:lnTo>
                  <a:lnTo>
                    <a:pt x="451573" y="3745128"/>
                  </a:lnTo>
                  <a:lnTo>
                    <a:pt x="416941" y="3728618"/>
                  </a:lnTo>
                  <a:lnTo>
                    <a:pt x="412064" y="3728618"/>
                  </a:lnTo>
                  <a:lnTo>
                    <a:pt x="380517" y="3750208"/>
                  </a:lnTo>
                  <a:lnTo>
                    <a:pt x="375119" y="3769258"/>
                  </a:lnTo>
                  <a:lnTo>
                    <a:pt x="375450" y="3774338"/>
                  </a:lnTo>
                  <a:lnTo>
                    <a:pt x="375500" y="3775608"/>
                  </a:lnTo>
                  <a:lnTo>
                    <a:pt x="371881" y="3832758"/>
                  </a:lnTo>
                  <a:lnTo>
                    <a:pt x="348043" y="3884828"/>
                  </a:lnTo>
                  <a:lnTo>
                    <a:pt x="322453" y="3921658"/>
                  </a:lnTo>
                  <a:lnTo>
                    <a:pt x="292430" y="3953408"/>
                  </a:lnTo>
                  <a:lnTo>
                    <a:pt x="258495" y="3982618"/>
                  </a:lnTo>
                  <a:lnTo>
                    <a:pt x="221195" y="4006748"/>
                  </a:lnTo>
                  <a:lnTo>
                    <a:pt x="185445" y="4025798"/>
                  </a:lnTo>
                  <a:lnTo>
                    <a:pt x="75603" y="4079138"/>
                  </a:lnTo>
                  <a:lnTo>
                    <a:pt x="35775" y="4107078"/>
                  </a:lnTo>
                  <a:lnTo>
                    <a:pt x="10083" y="4145178"/>
                  </a:lnTo>
                  <a:lnTo>
                    <a:pt x="0" y="4188358"/>
                  </a:lnTo>
                  <a:lnTo>
                    <a:pt x="7010" y="4235348"/>
                  </a:lnTo>
                  <a:lnTo>
                    <a:pt x="25323" y="4269638"/>
                  </a:lnTo>
                  <a:lnTo>
                    <a:pt x="53555" y="4296308"/>
                  </a:lnTo>
                  <a:lnTo>
                    <a:pt x="96240" y="4315358"/>
                  </a:lnTo>
                  <a:lnTo>
                    <a:pt x="119456" y="4317898"/>
                  </a:lnTo>
                  <a:lnTo>
                    <a:pt x="127254" y="4317898"/>
                  </a:lnTo>
                  <a:lnTo>
                    <a:pt x="142836" y="4316628"/>
                  </a:lnTo>
                  <a:lnTo>
                    <a:pt x="150507" y="4315358"/>
                  </a:lnTo>
                  <a:lnTo>
                    <a:pt x="158038" y="4312818"/>
                  </a:lnTo>
                  <a:lnTo>
                    <a:pt x="166001" y="4310278"/>
                  </a:lnTo>
                  <a:lnTo>
                    <a:pt x="169913" y="4314088"/>
                  </a:lnTo>
                  <a:lnTo>
                    <a:pt x="173964" y="4320438"/>
                  </a:lnTo>
                  <a:lnTo>
                    <a:pt x="182956" y="4334408"/>
                  </a:lnTo>
                  <a:lnTo>
                    <a:pt x="192100" y="4348378"/>
                  </a:lnTo>
                  <a:lnTo>
                    <a:pt x="210527" y="4377588"/>
                  </a:lnTo>
                  <a:lnTo>
                    <a:pt x="239229" y="4422038"/>
                  </a:lnTo>
                  <a:lnTo>
                    <a:pt x="253619" y="4443628"/>
                  </a:lnTo>
                  <a:lnTo>
                    <a:pt x="268097" y="4466488"/>
                  </a:lnTo>
                  <a:lnTo>
                    <a:pt x="270624" y="4470298"/>
                  </a:lnTo>
                  <a:lnTo>
                    <a:pt x="308902" y="4489348"/>
                  </a:lnTo>
                  <a:lnTo>
                    <a:pt x="313778" y="4489348"/>
                  </a:lnTo>
                  <a:lnTo>
                    <a:pt x="318592" y="4488078"/>
                  </a:lnTo>
                  <a:lnTo>
                    <a:pt x="323265" y="4488078"/>
                  </a:lnTo>
                  <a:lnTo>
                    <a:pt x="327736" y="4486808"/>
                  </a:lnTo>
                  <a:lnTo>
                    <a:pt x="336283" y="4482998"/>
                  </a:lnTo>
                  <a:lnTo>
                    <a:pt x="340118" y="4480458"/>
                  </a:lnTo>
                  <a:lnTo>
                    <a:pt x="346951" y="4472838"/>
                  </a:lnTo>
                  <a:lnTo>
                    <a:pt x="349758" y="4470298"/>
                  </a:lnTo>
                  <a:lnTo>
                    <a:pt x="354164" y="4461408"/>
                  </a:lnTo>
                  <a:lnTo>
                    <a:pt x="355142" y="4458868"/>
                  </a:lnTo>
                  <a:lnTo>
                    <a:pt x="355638" y="4457598"/>
                  </a:lnTo>
                  <a:lnTo>
                    <a:pt x="356387" y="4452518"/>
                  </a:lnTo>
                  <a:lnTo>
                    <a:pt x="356463" y="4451248"/>
                  </a:lnTo>
                  <a:lnTo>
                    <a:pt x="356984" y="4442358"/>
                  </a:lnTo>
                  <a:lnTo>
                    <a:pt x="356235" y="4432198"/>
                  </a:lnTo>
                  <a:lnTo>
                    <a:pt x="354139" y="4422038"/>
                  </a:lnTo>
                  <a:lnTo>
                    <a:pt x="350710" y="4413148"/>
                  </a:lnTo>
                  <a:lnTo>
                    <a:pt x="338493" y="4385208"/>
                  </a:lnTo>
                  <a:lnTo>
                    <a:pt x="327939" y="4362107"/>
                  </a:lnTo>
                  <a:lnTo>
                    <a:pt x="327939" y="4444898"/>
                  </a:lnTo>
                  <a:lnTo>
                    <a:pt x="324878" y="4451248"/>
                  </a:lnTo>
                  <a:lnTo>
                    <a:pt x="318452" y="4456328"/>
                  </a:lnTo>
                  <a:lnTo>
                    <a:pt x="309740" y="4458868"/>
                  </a:lnTo>
                  <a:lnTo>
                    <a:pt x="302298" y="4457598"/>
                  </a:lnTo>
                  <a:lnTo>
                    <a:pt x="295910" y="4452518"/>
                  </a:lnTo>
                  <a:lnTo>
                    <a:pt x="290347" y="4444898"/>
                  </a:lnTo>
                  <a:lnTo>
                    <a:pt x="266979" y="4409338"/>
                  </a:lnTo>
                  <a:lnTo>
                    <a:pt x="243433" y="4372508"/>
                  </a:lnTo>
                  <a:lnTo>
                    <a:pt x="203098" y="4310278"/>
                  </a:lnTo>
                  <a:lnTo>
                    <a:pt x="195681" y="4298848"/>
                  </a:lnTo>
                  <a:lnTo>
                    <a:pt x="219341" y="4287418"/>
                  </a:lnTo>
                  <a:lnTo>
                    <a:pt x="250888" y="4272178"/>
                  </a:lnTo>
                  <a:lnTo>
                    <a:pt x="253098" y="4275988"/>
                  </a:lnTo>
                  <a:lnTo>
                    <a:pt x="255270" y="4279798"/>
                  </a:lnTo>
                  <a:lnTo>
                    <a:pt x="256921" y="4283608"/>
                  </a:lnTo>
                  <a:lnTo>
                    <a:pt x="324091" y="4425848"/>
                  </a:lnTo>
                  <a:lnTo>
                    <a:pt x="327672" y="4436008"/>
                  </a:lnTo>
                  <a:lnTo>
                    <a:pt x="327939" y="4444898"/>
                  </a:lnTo>
                  <a:lnTo>
                    <a:pt x="327939" y="4362107"/>
                  </a:lnTo>
                  <a:lnTo>
                    <a:pt x="325729" y="4357268"/>
                  </a:lnTo>
                  <a:lnTo>
                    <a:pt x="312724" y="4330598"/>
                  </a:lnTo>
                  <a:lnTo>
                    <a:pt x="299783" y="4302658"/>
                  </a:lnTo>
                  <a:lnTo>
                    <a:pt x="326110" y="4287418"/>
                  </a:lnTo>
                  <a:lnTo>
                    <a:pt x="339813" y="4273448"/>
                  </a:lnTo>
                  <a:lnTo>
                    <a:pt x="343408" y="4258208"/>
                  </a:lnTo>
                  <a:lnTo>
                    <a:pt x="341274" y="4246778"/>
                  </a:lnTo>
                  <a:lnTo>
                    <a:pt x="339382" y="4236618"/>
                  </a:lnTo>
                  <a:lnTo>
                    <a:pt x="340944" y="4235348"/>
                  </a:lnTo>
                  <a:lnTo>
                    <a:pt x="342633" y="4234078"/>
                  </a:lnTo>
                  <a:lnTo>
                    <a:pt x="344436" y="4234078"/>
                  </a:lnTo>
                  <a:lnTo>
                    <a:pt x="357517" y="4230268"/>
                  </a:lnTo>
                  <a:lnTo>
                    <a:pt x="383667" y="4222648"/>
                  </a:lnTo>
                  <a:lnTo>
                    <a:pt x="423316" y="4217568"/>
                  </a:lnTo>
                  <a:lnTo>
                    <a:pt x="463410" y="4215028"/>
                  </a:lnTo>
                  <a:lnTo>
                    <a:pt x="503936" y="4217568"/>
                  </a:lnTo>
                  <a:lnTo>
                    <a:pt x="544334" y="4226458"/>
                  </a:lnTo>
                  <a:lnTo>
                    <a:pt x="581367" y="4245508"/>
                  </a:lnTo>
                  <a:lnTo>
                    <a:pt x="602957" y="4263288"/>
                  </a:lnTo>
                  <a:lnTo>
                    <a:pt x="617461" y="4273448"/>
                  </a:lnTo>
                  <a:lnTo>
                    <a:pt x="632637" y="4278528"/>
                  </a:lnTo>
                  <a:lnTo>
                    <a:pt x="647776" y="4278528"/>
                  </a:lnTo>
                  <a:lnTo>
                    <a:pt x="662216" y="4272178"/>
                  </a:lnTo>
                  <a:lnTo>
                    <a:pt x="673150" y="4260748"/>
                  </a:lnTo>
                  <a:lnTo>
                    <a:pt x="678764" y="4246778"/>
                  </a:lnTo>
                  <a:lnTo>
                    <a:pt x="678776" y="4244238"/>
                  </a:lnTo>
                  <a:lnTo>
                    <a:pt x="678903" y="4231538"/>
                  </a:lnTo>
                  <a:close/>
                </a:path>
                <a:path w="1939290" h="4489450">
                  <a:moveTo>
                    <a:pt x="765467" y="3890276"/>
                  </a:moveTo>
                  <a:lnTo>
                    <a:pt x="765111" y="3888130"/>
                  </a:lnTo>
                  <a:lnTo>
                    <a:pt x="765048" y="3887546"/>
                  </a:lnTo>
                  <a:lnTo>
                    <a:pt x="764349" y="3880942"/>
                  </a:lnTo>
                  <a:lnTo>
                    <a:pt x="760742" y="3875748"/>
                  </a:lnTo>
                  <a:lnTo>
                    <a:pt x="754278" y="3872522"/>
                  </a:lnTo>
                  <a:lnTo>
                    <a:pt x="747966" y="3869601"/>
                  </a:lnTo>
                  <a:lnTo>
                    <a:pt x="741883" y="3869982"/>
                  </a:lnTo>
                  <a:lnTo>
                    <a:pt x="735990" y="3873665"/>
                  </a:lnTo>
                  <a:lnTo>
                    <a:pt x="712851" y="3887546"/>
                  </a:lnTo>
                  <a:lnTo>
                    <a:pt x="689800" y="3901744"/>
                  </a:lnTo>
                  <a:lnTo>
                    <a:pt x="687755" y="3902938"/>
                  </a:lnTo>
                  <a:lnTo>
                    <a:pt x="686015" y="3904462"/>
                  </a:lnTo>
                  <a:lnTo>
                    <a:pt x="683145" y="3908221"/>
                  </a:lnTo>
                  <a:lnTo>
                    <a:pt x="682129" y="3910292"/>
                  </a:lnTo>
                  <a:lnTo>
                    <a:pt x="682028" y="3910685"/>
                  </a:lnTo>
                  <a:lnTo>
                    <a:pt x="680923" y="3914864"/>
                  </a:lnTo>
                  <a:lnTo>
                    <a:pt x="680783" y="3917175"/>
                  </a:lnTo>
                  <a:lnTo>
                    <a:pt x="680897" y="3918026"/>
                  </a:lnTo>
                  <a:lnTo>
                    <a:pt x="681418" y="3921861"/>
                  </a:lnTo>
                  <a:lnTo>
                    <a:pt x="682180" y="3924046"/>
                  </a:lnTo>
                  <a:lnTo>
                    <a:pt x="683374" y="3926078"/>
                  </a:lnTo>
                  <a:lnTo>
                    <a:pt x="684949" y="3928846"/>
                  </a:lnTo>
                  <a:lnTo>
                    <a:pt x="687108" y="3931005"/>
                  </a:lnTo>
                  <a:lnTo>
                    <a:pt x="692632" y="3934155"/>
                  </a:lnTo>
                  <a:lnTo>
                    <a:pt x="694969" y="3934752"/>
                  </a:lnTo>
                  <a:lnTo>
                    <a:pt x="702068" y="3934752"/>
                  </a:lnTo>
                  <a:lnTo>
                    <a:pt x="705116" y="3933825"/>
                  </a:lnTo>
                  <a:lnTo>
                    <a:pt x="707923" y="3932085"/>
                  </a:lnTo>
                  <a:lnTo>
                    <a:pt x="731443" y="3918026"/>
                  </a:lnTo>
                  <a:lnTo>
                    <a:pt x="762254" y="3895052"/>
                  </a:lnTo>
                  <a:lnTo>
                    <a:pt x="762863" y="3893972"/>
                  </a:lnTo>
                  <a:lnTo>
                    <a:pt x="764108" y="3892016"/>
                  </a:lnTo>
                  <a:lnTo>
                    <a:pt x="765467" y="3890276"/>
                  </a:lnTo>
                  <a:close/>
                </a:path>
                <a:path w="1939290" h="4489450">
                  <a:moveTo>
                    <a:pt x="826782" y="4179887"/>
                  </a:moveTo>
                  <a:lnTo>
                    <a:pt x="824623" y="4173004"/>
                  </a:lnTo>
                  <a:lnTo>
                    <a:pt x="822363" y="4166438"/>
                  </a:lnTo>
                  <a:lnTo>
                    <a:pt x="817867" y="4162310"/>
                  </a:lnTo>
                  <a:lnTo>
                    <a:pt x="811136" y="4160609"/>
                  </a:lnTo>
                  <a:lnTo>
                    <a:pt x="798144" y="4157027"/>
                  </a:lnTo>
                  <a:lnTo>
                    <a:pt x="758888" y="4146740"/>
                  </a:lnTo>
                  <a:lnTo>
                    <a:pt x="756627" y="4146105"/>
                  </a:lnTo>
                  <a:lnTo>
                    <a:pt x="754316" y="4145927"/>
                  </a:lnTo>
                  <a:lnTo>
                    <a:pt x="737565" y="4157027"/>
                  </a:lnTo>
                  <a:lnTo>
                    <a:pt x="737006" y="4159008"/>
                  </a:lnTo>
                  <a:lnTo>
                    <a:pt x="736104" y="4162044"/>
                  </a:lnTo>
                  <a:lnTo>
                    <a:pt x="736053" y="4165092"/>
                  </a:lnTo>
                  <a:lnTo>
                    <a:pt x="737603" y="4171238"/>
                  </a:lnTo>
                  <a:lnTo>
                    <a:pt x="739114" y="4173893"/>
                  </a:lnTo>
                  <a:lnTo>
                    <a:pt x="741337" y="4176141"/>
                  </a:lnTo>
                  <a:lnTo>
                    <a:pt x="743699" y="4178439"/>
                  </a:lnTo>
                  <a:lnTo>
                    <a:pt x="746277" y="4179887"/>
                  </a:lnTo>
                  <a:lnTo>
                    <a:pt x="746036" y="4179887"/>
                  </a:lnTo>
                  <a:lnTo>
                    <a:pt x="749668" y="4180814"/>
                  </a:lnTo>
                  <a:lnTo>
                    <a:pt x="776071" y="4188066"/>
                  </a:lnTo>
                  <a:lnTo>
                    <a:pt x="789635" y="4191597"/>
                  </a:lnTo>
                  <a:lnTo>
                    <a:pt x="803275" y="4194975"/>
                  </a:lnTo>
                  <a:lnTo>
                    <a:pt x="806894" y="4195584"/>
                  </a:lnTo>
                  <a:lnTo>
                    <a:pt x="810463" y="4195368"/>
                  </a:lnTo>
                  <a:lnTo>
                    <a:pt x="813981" y="4194352"/>
                  </a:lnTo>
                  <a:lnTo>
                    <a:pt x="815200" y="4194060"/>
                  </a:lnTo>
                  <a:lnTo>
                    <a:pt x="817460" y="4193590"/>
                  </a:lnTo>
                  <a:lnTo>
                    <a:pt x="819607" y="4193362"/>
                  </a:lnTo>
                  <a:lnTo>
                    <a:pt x="820915" y="4191597"/>
                  </a:lnTo>
                  <a:lnTo>
                    <a:pt x="825538" y="4186097"/>
                  </a:lnTo>
                  <a:lnTo>
                    <a:pt x="826782" y="4179887"/>
                  </a:lnTo>
                  <a:close/>
                </a:path>
                <a:path w="1939290" h="4489450">
                  <a:moveTo>
                    <a:pt x="1355737" y="647280"/>
                  </a:moveTo>
                  <a:lnTo>
                    <a:pt x="1327175" y="647280"/>
                  </a:lnTo>
                  <a:lnTo>
                    <a:pt x="1327175" y="675843"/>
                  </a:lnTo>
                  <a:lnTo>
                    <a:pt x="1327175" y="747903"/>
                  </a:lnTo>
                  <a:lnTo>
                    <a:pt x="1222413" y="747903"/>
                  </a:lnTo>
                  <a:lnTo>
                    <a:pt x="1222413" y="675843"/>
                  </a:lnTo>
                  <a:lnTo>
                    <a:pt x="1327175" y="675843"/>
                  </a:lnTo>
                  <a:lnTo>
                    <a:pt x="1327175" y="647280"/>
                  </a:lnTo>
                  <a:lnTo>
                    <a:pt x="1193850" y="647280"/>
                  </a:lnTo>
                  <a:lnTo>
                    <a:pt x="1193850" y="776465"/>
                  </a:lnTo>
                  <a:lnTo>
                    <a:pt x="1355737" y="776465"/>
                  </a:lnTo>
                  <a:lnTo>
                    <a:pt x="1355737" y="747903"/>
                  </a:lnTo>
                  <a:lnTo>
                    <a:pt x="1355737" y="675843"/>
                  </a:lnTo>
                  <a:lnTo>
                    <a:pt x="1355737" y="647280"/>
                  </a:lnTo>
                  <a:close/>
                </a:path>
                <a:path w="1939290" h="4489450">
                  <a:moveTo>
                    <a:pt x="1363091" y="350227"/>
                  </a:moveTo>
                  <a:lnTo>
                    <a:pt x="1349844" y="311899"/>
                  </a:lnTo>
                  <a:lnTo>
                    <a:pt x="1337830" y="297637"/>
                  </a:lnTo>
                  <a:lnTo>
                    <a:pt x="1337830" y="356920"/>
                  </a:lnTo>
                  <a:lnTo>
                    <a:pt x="1337716" y="361924"/>
                  </a:lnTo>
                  <a:lnTo>
                    <a:pt x="1337398" y="364896"/>
                  </a:lnTo>
                  <a:lnTo>
                    <a:pt x="1337322" y="365213"/>
                  </a:lnTo>
                  <a:lnTo>
                    <a:pt x="1337221" y="365721"/>
                  </a:lnTo>
                  <a:lnTo>
                    <a:pt x="1317625" y="401320"/>
                  </a:lnTo>
                  <a:lnTo>
                    <a:pt x="1282750" y="415861"/>
                  </a:lnTo>
                  <a:lnTo>
                    <a:pt x="1278585" y="415861"/>
                  </a:lnTo>
                  <a:lnTo>
                    <a:pt x="1236370" y="398957"/>
                  </a:lnTo>
                  <a:lnTo>
                    <a:pt x="1218704" y="364896"/>
                  </a:lnTo>
                  <a:lnTo>
                    <a:pt x="1218603" y="363982"/>
                  </a:lnTo>
                  <a:lnTo>
                    <a:pt x="1218361" y="361924"/>
                  </a:lnTo>
                  <a:lnTo>
                    <a:pt x="1218260" y="354253"/>
                  </a:lnTo>
                  <a:lnTo>
                    <a:pt x="1218590" y="350443"/>
                  </a:lnTo>
                  <a:lnTo>
                    <a:pt x="1218641" y="350227"/>
                  </a:lnTo>
                  <a:lnTo>
                    <a:pt x="1220025" y="342900"/>
                  </a:lnTo>
                  <a:lnTo>
                    <a:pt x="1235252" y="316725"/>
                  </a:lnTo>
                  <a:lnTo>
                    <a:pt x="1240840" y="311023"/>
                  </a:lnTo>
                  <a:lnTo>
                    <a:pt x="1247330" y="306603"/>
                  </a:lnTo>
                  <a:lnTo>
                    <a:pt x="1262303" y="300278"/>
                  </a:lnTo>
                  <a:lnTo>
                    <a:pt x="1262557" y="300278"/>
                  </a:lnTo>
                  <a:lnTo>
                    <a:pt x="1270000" y="298754"/>
                  </a:lnTo>
                  <a:lnTo>
                    <a:pt x="1286065" y="298754"/>
                  </a:lnTo>
                  <a:lnTo>
                    <a:pt x="1293749" y="300278"/>
                  </a:lnTo>
                  <a:lnTo>
                    <a:pt x="1328140" y="325272"/>
                  </a:lnTo>
                  <a:lnTo>
                    <a:pt x="1337830" y="356920"/>
                  </a:lnTo>
                  <a:lnTo>
                    <a:pt x="1337830" y="297637"/>
                  </a:lnTo>
                  <a:lnTo>
                    <a:pt x="1303794" y="276999"/>
                  </a:lnTo>
                  <a:lnTo>
                    <a:pt x="1276807" y="272859"/>
                  </a:lnTo>
                  <a:lnTo>
                    <a:pt x="1270304" y="272859"/>
                  </a:lnTo>
                  <a:lnTo>
                    <a:pt x="1224330" y="291261"/>
                  </a:lnTo>
                  <a:lnTo>
                    <a:pt x="1196467" y="332130"/>
                  </a:lnTo>
                  <a:lnTo>
                    <a:pt x="1192606" y="356920"/>
                  </a:lnTo>
                  <a:lnTo>
                    <a:pt x="1192669" y="358457"/>
                  </a:lnTo>
                  <a:lnTo>
                    <a:pt x="1192784" y="361086"/>
                  </a:lnTo>
                  <a:lnTo>
                    <a:pt x="1192898" y="363982"/>
                  </a:lnTo>
                  <a:lnTo>
                    <a:pt x="1206754" y="404368"/>
                  </a:lnTo>
                  <a:lnTo>
                    <a:pt x="1237665" y="431838"/>
                  </a:lnTo>
                  <a:lnTo>
                    <a:pt x="1268730" y="441312"/>
                  </a:lnTo>
                  <a:lnTo>
                    <a:pt x="1267053" y="441312"/>
                  </a:lnTo>
                  <a:lnTo>
                    <a:pt x="1277886" y="441794"/>
                  </a:lnTo>
                  <a:lnTo>
                    <a:pt x="1283830" y="441794"/>
                  </a:lnTo>
                  <a:lnTo>
                    <a:pt x="1329563" y="424903"/>
                  </a:lnTo>
                  <a:lnTo>
                    <a:pt x="1339570" y="415861"/>
                  </a:lnTo>
                  <a:lnTo>
                    <a:pt x="1341742" y="413740"/>
                  </a:lnTo>
                  <a:lnTo>
                    <a:pt x="1360271" y="380238"/>
                  </a:lnTo>
                  <a:lnTo>
                    <a:pt x="1363052" y="365721"/>
                  </a:lnTo>
                  <a:lnTo>
                    <a:pt x="1363091" y="350227"/>
                  </a:lnTo>
                  <a:close/>
                </a:path>
                <a:path w="1939290" h="4489450">
                  <a:moveTo>
                    <a:pt x="1427822" y="591743"/>
                  </a:moveTo>
                  <a:lnTo>
                    <a:pt x="1420774" y="573671"/>
                  </a:lnTo>
                  <a:lnTo>
                    <a:pt x="1417180" y="565226"/>
                  </a:lnTo>
                  <a:lnTo>
                    <a:pt x="1416443" y="563486"/>
                  </a:lnTo>
                  <a:lnTo>
                    <a:pt x="1392212" y="526669"/>
                  </a:lnTo>
                  <a:lnTo>
                    <a:pt x="1387424" y="521665"/>
                  </a:lnTo>
                  <a:lnTo>
                    <a:pt x="1387424" y="565226"/>
                  </a:lnTo>
                  <a:lnTo>
                    <a:pt x="1169047" y="565226"/>
                  </a:lnTo>
                  <a:lnTo>
                    <a:pt x="1194955" y="533146"/>
                  </a:lnTo>
                  <a:lnTo>
                    <a:pt x="1229842" y="511213"/>
                  </a:lnTo>
                  <a:lnTo>
                    <a:pt x="1269949" y="501777"/>
                  </a:lnTo>
                  <a:lnTo>
                    <a:pt x="1278242" y="501497"/>
                  </a:lnTo>
                  <a:lnTo>
                    <a:pt x="1286535" y="501777"/>
                  </a:lnTo>
                  <a:lnTo>
                    <a:pt x="1326642" y="511213"/>
                  </a:lnTo>
                  <a:lnTo>
                    <a:pt x="1361516" y="533146"/>
                  </a:lnTo>
                  <a:lnTo>
                    <a:pt x="1387424" y="565226"/>
                  </a:lnTo>
                  <a:lnTo>
                    <a:pt x="1387424" y="521665"/>
                  </a:lnTo>
                  <a:lnTo>
                    <a:pt x="1348968" y="492747"/>
                  </a:lnTo>
                  <a:lnTo>
                    <a:pt x="1307439" y="477977"/>
                  </a:lnTo>
                  <a:lnTo>
                    <a:pt x="1277531" y="474865"/>
                  </a:lnTo>
                  <a:lnTo>
                    <a:pt x="1269669" y="475157"/>
                  </a:lnTo>
                  <a:lnTo>
                    <a:pt x="1230490" y="482828"/>
                  </a:lnTo>
                  <a:lnTo>
                    <a:pt x="1188123" y="504774"/>
                  </a:lnTo>
                  <a:lnTo>
                    <a:pt x="1154506" y="538619"/>
                  </a:lnTo>
                  <a:lnTo>
                    <a:pt x="1135710" y="573671"/>
                  </a:lnTo>
                  <a:lnTo>
                    <a:pt x="1128560" y="591743"/>
                  </a:lnTo>
                  <a:lnTo>
                    <a:pt x="1427822" y="591743"/>
                  </a:lnTo>
                  <a:close/>
                </a:path>
                <a:path w="1939290" h="4489450">
                  <a:moveTo>
                    <a:pt x="1505800" y="237261"/>
                  </a:moveTo>
                  <a:lnTo>
                    <a:pt x="1490840" y="221373"/>
                  </a:lnTo>
                  <a:lnTo>
                    <a:pt x="1489138" y="221373"/>
                  </a:lnTo>
                  <a:lnTo>
                    <a:pt x="1406982" y="277952"/>
                  </a:lnTo>
                  <a:lnTo>
                    <a:pt x="1400556" y="289902"/>
                  </a:lnTo>
                  <a:lnTo>
                    <a:pt x="1400619" y="291884"/>
                  </a:lnTo>
                  <a:lnTo>
                    <a:pt x="1415084" y="305625"/>
                  </a:lnTo>
                  <a:lnTo>
                    <a:pt x="1417434" y="305625"/>
                  </a:lnTo>
                  <a:lnTo>
                    <a:pt x="1500962" y="248043"/>
                  </a:lnTo>
                  <a:lnTo>
                    <a:pt x="1505800" y="237261"/>
                  </a:lnTo>
                  <a:close/>
                </a:path>
                <a:path w="1939290" h="4489450">
                  <a:moveTo>
                    <a:pt x="1626870" y="517867"/>
                  </a:moveTo>
                  <a:lnTo>
                    <a:pt x="1598307" y="517867"/>
                  </a:lnTo>
                  <a:lnTo>
                    <a:pt x="1598307" y="546430"/>
                  </a:lnTo>
                  <a:lnTo>
                    <a:pt x="1598307" y="747903"/>
                  </a:lnTo>
                  <a:lnTo>
                    <a:pt x="1493545" y="747903"/>
                  </a:lnTo>
                  <a:lnTo>
                    <a:pt x="1493545" y="546430"/>
                  </a:lnTo>
                  <a:lnTo>
                    <a:pt x="1598307" y="546430"/>
                  </a:lnTo>
                  <a:lnTo>
                    <a:pt x="1598307" y="517867"/>
                  </a:lnTo>
                  <a:lnTo>
                    <a:pt x="1464995" y="517867"/>
                  </a:lnTo>
                  <a:lnTo>
                    <a:pt x="1464995" y="776465"/>
                  </a:lnTo>
                  <a:lnTo>
                    <a:pt x="1626870" y="776465"/>
                  </a:lnTo>
                  <a:lnTo>
                    <a:pt x="1626870" y="747903"/>
                  </a:lnTo>
                  <a:lnTo>
                    <a:pt x="1626870" y="546430"/>
                  </a:lnTo>
                  <a:lnTo>
                    <a:pt x="1626870" y="517867"/>
                  </a:lnTo>
                  <a:close/>
                </a:path>
                <a:path w="1939290" h="4489450">
                  <a:moveTo>
                    <a:pt x="1642313" y="139941"/>
                  </a:moveTo>
                  <a:lnTo>
                    <a:pt x="1627454" y="123405"/>
                  </a:lnTo>
                  <a:lnTo>
                    <a:pt x="1625765" y="123405"/>
                  </a:lnTo>
                  <a:lnTo>
                    <a:pt x="1541945" y="181165"/>
                  </a:lnTo>
                  <a:lnTo>
                    <a:pt x="1537106" y="191935"/>
                  </a:lnTo>
                  <a:lnTo>
                    <a:pt x="1537169" y="193929"/>
                  </a:lnTo>
                  <a:lnTo>
                    <a:pt x="1551647" y="207759"/>
                  </a:lnTo>
                  <a:lnTo>
                    <a:pt x="1554048" y="207759"/>
                  </a:lnTo>
                  <a:lnTo>
                    <a:pt x="1637563" y="150075"/>
                  </a:lnTo>
                  <a:lnTo>
                    <a:pt x="1641881" y="142595"/>
                  </a:lnTo>
                  <a:lnTo>
                    <a:pt x="1641983" y="141973"/>
                  </a:lnTo>
                  <a:lnTo>
                    <a:pt x="1642313" y="139941"/>
                  </a:lnTo>
                  <a:close/>
                </a:path>
                <a:path w="1939290" h="4489450">
                  <a:moveTo>
                    <a:pt x="1871421" y="382104"/>
                  </a:moveTo>
                  <a:lnTo>
                    <a:pt x="1842871" y="382104"/>
                  </a:lnTo>
                  <a:lnTo>
                    <a:pt x="1842871" y="410667"/>
                  </a:lnTo>
                  <a:lnTo>
                    <a:pt x="1842871" y="747903"/>
                  </a:lnTo>
                  <a:lnTo>
                    <a:pt x="1738096" y="747903"/>
                  </a:lnTo>
                  <a:lnTo>
                    <a:pt x="1738109" y="410667"/>
                  </a:lnTo>
                  <a:lnTo>
                    <a:pt x="1842871" y="410667"/>
                  </a:lnTo>
                  <a:lnTo>
                    <a:pt x="1842871" y="382104"/>
                  </a:lnTo>
                  <a:lnTo>
                    <a:pt x="1709547" y="382104"/>
                  </a:lnTo>
                  <a:lnTo>
                    <a:pt x="1709547" y="776465"/>
                  </a:lnTo>
                  <a:lnTo>
                    <a:pt x="1871421" y="776465"/>
                  </a:lnTo>
                  <a:lnTo>
                    <a:pt x="1871421" y="747903"/>
                  </a:lnTo>
                  <a:lnTo>
                    <a:pt x="1871421" y="410667"/>
                  </a:lnTo>
                  <a:lnTo>
                    <a:pt x="1871421" y="382104"/>
                  </a:lnTo>
                  <a:close/>
                </a:path>
                <a:path w="1939290" h="4489450">
                  <a:moveTo>
                    <a:pt x="1874215" y="77355"/>
                  </a:moveTo>
                  <a:lnTo>
                    <a:pt x="1860956" y="39027"/>
                  </a:lnTo>
                  <a:lnTo>
                    <a:pt x="1848954" y="24777"/>
                  </a:lnTo>
                  <a:lnTo>
                    <a:pt x="1848954" y="84048"/>
                  </a:lnTo>
                  <a:lnTo>
                    <a:pt x="1848840" y="89065"/>
                  </a:lnTo>
                  <a:lnTo>
                    <a:pt x="1828749" y="128460"/>
                  </a:lnTo>
                  <a:lnTo>
                    <a:pt x="1793875" y="143002"/>
                  </a:lnTo>
                  <a:lnTo>
                    <a:pt x="1789709" y="143002"/>
                  </a:lnTo>
                  <a:lnTo>
                    <a:pt x="1747481" y="126098"/>
                  </a:lnTo>
                  <a:lnTo>
                    <a:pt x="1729828" y="92036"/>
                  </a:lnTo>
                  <a:lnTo>
                    <a:pt x="1729727" y="91122"/>
                  </a:lnTo>
                  <a:lnTo>
                    <a:pt x="1729486" y="89065"/>
                  </a:lnTo>
                  <a:lnTo>
                    <a:pt x="1729384" y="81381"/>
                  </a:lnTo>
                  <a:lnTo>
                    <a:pt x="1729714" y="77584"/>
                  </a:lnTo>
                  <a:lnTo>
                    <a:pt x="1746377" y="43865"/>
                  </a:lnTo>
                  <a:lnTo>
                    <a:pt x="1751965" y="38150"/>
                  </a:lnTo>
                  <a:lnTo>
                    <a:pt x="1758442" y="33731"/>
                  </a:lnTo>
                  <a:lnTo>
                    <a:pt x="1773428" y="27406"/>
                  </a:lnTo>
                  <a:lnTo>
                    <a:pt x="1773682" y="27406"/>
                  </a:lnTo>
                  <a:lnTo>
                    <a:pt x="1781124" y="25895"/>
                  </a:lnTo>
                  <a:lnTo>
                    <a:pt x="1797189" y="25895"/>
                  </a:lnTo>
                  <a:lnTo>
                    <a:pt x="1804873" y="27406"/>
                  </a:lnTo>
                  <a:lnTo>
                    <a:pt x="1839264" y="52412"/>
                  </a:lnTo>
                  <a:lnTo>
                    <a:pt x="1848954" y="84048"/>
                  </a:lnTo>
                  <a:lnTo>
                    <a:pt x="1848954" y="24777"/>
                  </a:lnTo>
                  <a:lnTo>
                    <a:pt x="1814918" y="4140"/>
                  </a:lnTo>
                  <a:lnTo>
                    <a:pt x="1787918" y="0"/>
                  </a:lnTo>
                  <a:lnTo>
                    <a:pt x="1781416" y="0"/>
                  </a:lnTo>
                  <a:lnTo>
                    <a:pt x="1735442" y="18389"/>
                  </a:lnTo>
                  <a:lnTo>
                    <a:pt x="1707578" y="59270"/>
                  </a:lnTo>
                  <a:lnTo>
                    <a:pt x="1703717" y="84048"/>
                  </a:lnTo>
                  <a:lnTo>
                    <a:pt x="1703781" y="85598"/>
                  </a:lnTo>
                  <a:lnTo>
                    <a:pt x="1703895" y="88226"/>
                  </a:lnTo>
                  <a:lnTo>
                    <a:pt x="1704022" y="91122"/>
                  </a:lnTo>
                  <a:lnTo>
                    <a:pt x="1704073" y="92354"/>
                  </a:lnTo>
                  <a:lnTo>
                    <a:pt x="1704174" y="92849"/>
                  </a:lnTo>
                  <a:lnTo>
                    <a:pt x="1707261" y="108839"/>
                  </a:lnTo>
                  <a:lnTo>
                    <a:pt x="1710016" y="116662"/>
                  </a:lnTo>
                  <a:lnTo>
                    <a:pt x="1734947" y="149783"/>
                  </a:lnTo>
                  <a:lnTo>
                    <a:pt x="1772373" y="167360"/>
                  </a:lnTo>
                  <a:lnTo>
                    <a:pt x="1779841" y="168440"/>
                  </a:lnTo>
                  <a:lnTo>
                    <a:pt x="1778165" y="168440"/>
                  </a:lnTo>
                  <a:lnTo>
                    <a:pt x="1788998" y="168935"/>
                  </a:lnTo>
                  <a:lnTo>
                    <a:pt x="1794954" y="168935"/>
                  </a:lnTo>
                  <a:lnTo>
                    <a:pt x="1840674" y="152044"/>
                  </a:lnTo>
                  <a:lnTo>
                    <a:pt x="1865325" y="122758"/>
                  </a:lnTo>
                  <a:lnTo>
                    <a:pt x="1874177" y="92849"/>
                  </a:lnTo>
                  <a:lnTo>
                    <a:pt x="1874215" y="77355"/>
                  </a:lnTo>
                  <a:close/>
                </a:path>
                <a:path w="1939290" h="4489450">
                  <a:moveTo>
                    <a:pt x="1938947" y="318897"/>
                  </a:moveTo>
                  <a:lnTo>
                    <a:pt x="1922195" y="279920"/>
                  </a:lnTo>
                  <a:lnTo>
                    <a:pt x="1898548" y="248424"/>
                  </a:lnTo>
                  <a:lnTo>
                    <a:pt x="1898548" y="292366"/>
                  </a:lnTo>
                  <a:lnTo>
                    <a:pt x="1680171" y="292366"/>
                  </a:lnTo>
                  <a:lnTo>
                    <a:pt x="1706079" y="260286"/>
                  </a:lnTo>
                  <a:lnTo>
                    <a:pt x="1740966" y="238366"/>
                  </a:lnTo>
                  <a:lnTo>
                    <a:pt x="1781073" y="228917"/>
                  </a:lnTo>
                  <a:lnTo>
                    <a:pt x="1789366" y="228650"/>
                  </a:lnTo>
                  <a:lnTo>
                    <a:pt x="1797659" y="228917"/>
                  </a:lnTo>
                  <a:lnTo>
                    <a:pt x="1837766" y="238366"/>
                  </a:lnTo>
                  <a:lnTo>
                    <a:pt x="1872640" y="260286"/>
                  </a:lnTo>
                  <a:lnTo>
                    <a:pt x="1898548" y="292366"/>
                  </a:lnTo>
                  <a:lnTo>
                    <a:pt x="1898548" y="248424"/>
                  </a:lnTo>
                  <a:lnTo>
                    <a:pt x="1893925" y="243713"/>
                  </a:lnTo>
                  <a:lnTo>
                    <a:pt x="1885276" y="236156"/>
                  </a:lnTo>
                  <a:lnTo>
                    <a:pt x="1876031" y="229222"/>
                  </a:lnTo>
                  <a:lnTo>
                    <a:pt x="1875129" y="228650"/>
                  </a:lnTo>
                  <a:lnTo>
                    <a:pt x="1866277" y="223012"/>
                  </a:lnTo>
                  <a:lnTo>
                    <a:pt x="1823377" y="206019"/>
                  </a:lnTo>
                  <a:lnTo>
                    <a:pt x="1789341" y="202158"/>
                  </a:lnTo>
                  <a:lnTo>
                    <a:pt x="1777796" y="202590"/>
                  </a:lnTo>
                  <a:lnTo>
                    <a:pt x="1733042" y="212940"/>
                  </a:lnTo>
                  <a:lnTo>
                    <a:pt x="1693405" y="236156"/>
                  </a:lnTo>
                  <a:lnTo>
                    <a:pt x="1662493" y="270129"/>
                  </a:lnTo>
                  <a:lnTo>
                    <a:pt x="1639633" y="318897"/>
                  </a:lnTo>
                  <a:lnTo>
                    <a:pt x="1938947" y="318897"/>
                  </a:lnTo>
                  <a:close/>
                </a:path>
              </a:pathLst>
            </a:custGeom>
            <a:solidFill>
              <a:srgbClr val="F1F4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29039" y="7989290"/>
              <a:ext cx="895196" cy="86613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542004" y="2270812"/>
              <a:ext cx="784225" cy="765810"/>
            </a:xfrm>
            <a:custGeom>
              <a:avLst/>
              <a:gdLst/>
              <a:ahLst/>
              <a:cxnLst/>
              <a:rect l="l" t="t" r="r" b="b"/>
              <a:pathLst>
                <a:path w="784225" h="765810">
                  <a:moveTo>
                    <a:pt x="750002" y="765809"/>
                  </a:moveTo>
                  <a:lnTo>
                    <a:pt x="33705" y="765809"/>
                  </a:lnTo>
                  <a:lnTo>
                    <a:pt x="28748" y="764539"/>
                  </a:lnTo>
                  <a:lnTo>
                    <a:pt x="19225" y="760729"/>
                  </a:lnTo>
                  <a:lnTo>
                    <a:pt x="15023" y="756919"/>
                  </a:lnTo>
                  <a:lnTo>
                    <a:pt x="7735" y="750569"/>
                  </a:lnTo>
                  <a:lnTo>
                    <a:pt x="4927" y="745489"/>
                  </a:lnTo>
                  <a:lnTo>
                    <a:pt x="985" y="736599"/>
                  </a:lnTo>
                  <a:lnTo>
                    <a:pt x="0" y="731519"/>
                  </a:lnTo>
                  <a:lnTo>
                    <a:pt x="1" y="33019"/>
                  </a:lnTo>
                  <a:lnTo>
                    <a:pt x="987" y="27939"/>
                  </a:lnTo>
                  <a:lnTo>
                    <a:pt x="4931" y="19049"/>
                  </a:lnTo>
                  <a:lnTo>
                    <a:pt x="7738" y="13969"/>
                  </a:lnTo>
                  <a:lnTo>
                    <a:pt x="15025" y="7619"/>
                  </a:lnTo>
                  <a:lnTo>
                    <a:pt x="19228" y="3809"/>
                  </a:lnTo>
                  <a:lnTo>
                    <a:pt x="28749" y="0"/>
                  </a:lnTo>
                  <a:lnTo>
                    <a:pt x="48968" y="0"/>
                  </a:lnTo>
                  <a:lnTo>
                    <a:pt x="58489" y="3809"/>
                  </a:lnTo>
                  <a:lnTo>
                    <a:pt x="62691" y="7619"/>
                  </a:lnTo>
                  <a:lnTo>
                    <a:pt x="69978" y="13969"/>
                  </a:lnTo>
                  <a:lnTo>
                    <a:pt x="72786" y="19049"/>
                  </a:lnTo>
                  <a:lnTo>
                    <a:pt x="36342" y="19049"/>
                  </a:lnTo>
                  <a:lnTo>
                    <a:pt x="33921" y="20319"/>
                  </a:lnTo>
                  <a:lnTo>
                    <a:pt x="19878" y="35559"/>
                  </a:lnTo>
                  <a:lnTo>
                    <a:pt x="19885" y="728979"/>
                  </a:lnTo>
                  <a:lnTo>
                    <a:pt x="20372" y="731519"/>
                  </a:lnTo>
                  <a:lnTo>
                    <a:pt x="22303" y="736599"/>
                  </a:lnTo>
                  <a:lnTo>
                    <a:pt x="23676" y="737869"/>
                  </a:lnTo>
                  <a:lnTo>
                    <a:pt x="27232" y="741679"/>
                  </a:lnTo>
                  <a:lnTo>
                    <a:pt x="29282" y="742949"/>
                  </a:lnTo>
                  <a:lnTo>
                    <a:pt x="33925" y="745489"/>
                  </a:lnTo>
                  <a:lnTo>
                    <a:pt x="778777" y="745489"/>
                  </a:lnTo>
                  <a:lnTo>
                    <a:pt x="775969" y="750569"/>
                  </a:lnTo>
                  <a:lnTo>
                    <a:pt x="768682" y="756919"/>
                  </a:lnTo>
                  <a:lnTo>
                    <a:pt x="764480" y="760729"/>
                  </a:lnTo>
                  <a:lnTo>
                    <a:pt x="754959" y="764539"/>
                  </a:lnTo>
                  <a:lnTo>
                    <a:pt x="750002" y="765809"/>
                  </a:lnTo>
                  <a:close/>
                </a:path>
                <a:path w="784225" h="765810">
                  <a:moveTo>
                    <a:pt x="388600" y="377189"/>
                  </a:moveTo>
                  <a:lnTo>
                    <a:pt x="374850" y="377189"/>
                  </a:lnTo>
                  <a:lnTo>
                    <a:pt x="357097" y="375919"/>
                  </a:lnTo>
                  <a:lnTo>
                    <a:pt x="305884" y="363219"/>
                  </a:lnTo>
                  <a:lnTo>
                    <a:pt x="260598" y="336549"/>
                  </a:lnTo>
                  <a:lnTo>
                    <a:pt x="229450" y="303529"/>
                  </a:lnTo>
                  <a:lnTo>
                    <a:pt x="225491" y="298449"/>
                  </a:lnTo>
                  <a:lnTo>
                    <a:pt x="206462" y="261619"/>
                  </a:lnTo>
                  <a:lnTo>
                    <a:pt x="196230" y="222249"/>
                  </a:lnTo>
                  <a:lnTo>
                    <a:pt x="195371" y="213359"/>
                  </a:lnTo>
                  <a:lnTo>
                    <a:pt x="195248" y="212089"/>
                  </a:lnTo>
                  <a:lnTo>
                    <a:pt x="195126" y="210819"/>
                  </a:lnTo>
                  <a:lnTo>
                    <a:pt x="195003" y="209549"/>
                  </a:lnTo>
                  <a:lnTo>
                    <a:pt x="194880" y="208279"/>
                  </a:lnTo>
                  <a:lnTo>
                    <a:pt x="194825" y="186689"/>
                  </a:lnTo>
                  <a:lnTo>
                    <a:pt x="195027" y="184149"/>
                  </a:lnTo>
                  <a:lnTo>
                    <a:pt x="195128" y="182879"/>
                  </a:lnTo>
                  <a:lnTo>
                    <a:pt x="195229" y="181609"/>
                  </a:lnTo>
                  <a:lnTo>
                    <a:pt x="203810" y="139699"/>
                  </a:lnTo>
                  <a:lnTo>
                    <a:pt x="221226" y="102869"/>
                  </a:lnTo>
                  <a:lnTo>
                    <a:pt x="233018" y="86359"/>
                  </a:lnTo>
                  <a:lnTo>
                    <a:pt x="241928" y="74929"/>
                  </a:lnTo>
                  <a:lnTo>
                    <a:pt x="246669" y="69849"/>
                  </a:lnTo>
                  <a:lnTo>
                    <a:pt x="256721" y="60959"/>
                  </a:lnTo>
                  <a:lnTo>
                    <a:pt x="261999" y="57149"/>
                  </a:lnTo>
                  <a:lnTo>
                    <a:pt x="273061" y="48259"/>
                  </a:lnTo>
                  <a:lnTo>
                    <a:pt x="278809" y="44449"/>
                  </a:lnTo>
                  <a:lnTo>
                    <a:pt x="290736" y="38099"/>
                  </a:lnTo>
                  <a:lnTo>
                    <a:pt x="296876" y="34289"/>
                  </a:lnTo>
                  <a:lnTo>
                    <a:pt x="315966" y="26669"/>
                  </a:lnTo>
                  <a:lnTo>
                    <a:pt x="329145" y="22859"/>
                  </a:lnTo>
                  <a:lnTo>
                    <a:pt x="356200" y="17779"/>
                  </a:lnTo>
                  <a:lnTo>
                    <a:pt x="369943" y="16509"/>
                  </a:lnTo>
                  <a:lnTo>
                    <a:pt x="376817" y="16509"/>
                  </a:lnTo>
                  <a:lnTo>
                    <a:pt x="390573" y="17779"/>
                  </a:lnTo>
                  <a:lnTo>
                    <a:pt x="397409" y="17779"/>
                  </a:lnTo>
                  <a:lnTo>
                    <a:pt x="417705" y="21589"/>
                  </a:lnTo>
                  <a:lnTo>
                    <a:pt x="430947" y="25399"/>
                  </a:lnTo>
                  <a:lnTo>
                    <a:pt x="450163" y="33019"/>
                  </a:lnTo>
                  <a:lnTo>
                    <a:pt x="456353" y="36829"/>
                  </a:lnTo>
                  <a:lnTo>
                    <a:pt x="465984" y="41909"/>
                  </a:lnTo>
                  <a:lnTo>
                    <a:pt x="371455" y="41909"/>
                  </a:lnTo>
                  <a:lnTo>
                    <a:pt x="365553" y="43179"/>
                  </a:lnTo>
                  <a:lnTo>
                    <a:pt x="353778" y="43179"/>
                  </a:lnTo>
                  <a:lnTo>
                    <a:pt x="314012" y="54609"/>
                  </a:lnTo>
                  <a:lnTo>
                    <a:pt x="274007" y="80009"/>
                  </a:lnTo>
                  <a:lnTo>
                    <a:pt x="246174" y="111759"/>
                  </a:lnTo>
                  <a:lnTo>
                    <a:pt x="226785" y="152399"/>
                  </a:lnTo>
                  <a:lnTo>
                    <a:pt x="220514" y="190499"/>
                  </a:lnTo>
                  <a:lnTo>
                    <a:pt x="220283" y="204469"/>
                  </a:lnTo>
                  <a:lnTo>
                    <a:pt x="220419" y="207009"/>
                  </a:lnTo>
                  <a:lnTo>
                    <a:pt x="220486" y="208279"/>
                  </a:lnTo>
                  <a:lnTo>
                    <a:pt x="231260" y="255269"/>
                  </a:lnTo>
                  <a:lnTo>
                    <a:pt x="251607" y="290829"/>
                  </a:lnTo>
                  <a:lnTo>
                    <a:pt x="259116" y="299719"/>
                  </a:lnTo>
                  <a:lnTo>
                    <a:pt x="263119" y="304799"/>
                  </a:lnTo>
                  <a:lnTo>
                    <a:pt x="271624" y="312419"/>
                  </a:lnTo>
                  <a:lnTo>
                    <a:pt x="276098" y="316229"/>
                  </a:lnTo>
                  <a:lnTo>
                    <a:pt x="285487" y="323849"/>
                  </a:lnTo>
                  <a:lnTo>
                    <a:pt x="290372" y="326389"/>
                  </a:lnTo>
                  <a:lnTo>
                    <a:pt x="300524" y="332739"/>
                  </a:lnTo>
                  <a:lnTo>
                    <a:pt x="350641" y="350519"/>
                  </a:lnTo>
                  <a:lnTo>
                    <a:pt x="356491" y="350519"/>
                  </a:lnTo>
                  <a:lnTo>
                    <a:pt x="368286" y="351789"/>
                  </a:lnTo>
                  <a:lnTo>
                    <a:pt x="466693" y="351789"/>
                  </a:lnTo>
                  <a:lnTo>
                    <a:pt x="460711" y="355599"/>
                  </a:lnTo>
                  <a:lnTo>
                    <a:pt x="448359" y="361949"/>
                  </a:lnTo>
                  <a:lnTo>
                    <a:pt x="429062" y="369569"/>
                  </a:lnTo>
                  <a:lnTo>
                    <a:pt x="422467" y="370839"/>
                  </a:lnTo>
                  <a:lnTo>
                    <a:pt x="409055" y="374649"/>
                  </a:lnTo>
                  <a:lnTo>
                    <a:pt x="402281" y="375919"/>
                  </a:lnTo>
                  <a:lnTo>
                    <a:pt x="388600" y="377189"/>
                  </a:lnTo>
                  <a:close/>
                </a:path>
                <a:path w="784225" h="765810">
                  <a:moveTo>
                    <a:pt x="778777" y="745489"/>
                  </a:moveTo>
                  <a:lnTo>
                    <a:pt x="749788" y="745489"/>
                  </a:lnTo>
                  <a:lnTo>
                    <a:pt x="754439" y="742949"/>
                  </a:lnTo>
                  <a:lnTo>
                    <a:pt x="756491" y="741679"/>
                  </a:lnTo>
                  <a:lnTo>
                    <a:pt x="760051" y="737869"/>
                  </a:lnTo>
                  <a:lnTo>
                    <a:pt x="761423" y="736599"/>
                  </a:lnTo>
                  <a:lnTo>
                    <a:pt x="763349" y="731519"/>
                  </a:lnTo>
                  <a:lnTo>
                    <a:pt x="763831" y="728979"/>
                  </a:lnTo>
                  <a:lnTo>
                    <a:pt x="763831" y="723899"/>
                  </a:lnTo>
                  <a:lnTo>
                    <a:pt x="763349" y="721359"/>
                  </a:lnTo>
                  <a:lnTo>
                    <a:pt x="761423" y="716279"/>
                  </a:lnTo>
                  <a:lnTo>
                    <a:pt x="760051" y="715009"/>
                  </a:lnTo>
                  <a:lnTo>
                    <a:pt x="756491" y="711199"/>
                  </a:lnTo>
                  <a:lnTo>
                    <a:pt x="754439" y="709929"/>
                  </a:lnTo>
                  <a:lnTo>
                    <a:pt x="749788" y="707389"/>
                  </a:lnTo>
                  <a:lnTo>
                    <a:pt x="57840" y="707389"/>
                  </a:lnTo>
                  <a:lnTo>
                    <a:pt x="57838" y="35559"/>
                  </a:lnTo>
                  <a:lnTo>
                    <a:pt x="43795" y="20319"/>
                  </a:lnTo>
                  <a:lnTo>
                    <a:pt x="41374" y="19049"/>
                  </a:lnTo>
                  <a:lnTo>
                    <a:pt x="72786" y="19049"/>
                  </a:lnTo>
                  <a:lnTo>
                    <a:pt x="76730" y="27939"/>
                  </a:lnTo>
                  <a:lnTo>
                    <a:pt x="77716" y="33019"/>
                  </a:lnTo>
                  <a:lnTo>
                    <a:pt x="77716" y="687069"/>
                  </a:lnTo>
                  <a:lnTo>
                    <a:pt x="750002" y="687069"/>
                  </a:lnTo>
                  <a:lnTo>
                    <a:pt x="782721" y="716279"/>
                  </a:lnTo>
                  <a:lnTo>
                    <a:pt x="783707" y="721359"/>
                  </a:lnTo>
                  <a:lnTo>
                    <a:pt x="783707" y="731519"/>
                  </a:lnTo>
                  <a:lnTo>
                    <a:pt x="782721" y="736599"/>
                  </a:lnTo>
                  <a:lnTo>
                    <a:pt x="778777" y="745489"/>
                  </a:lnTo>
                  <a:close/>
                </a:path>
                <a:path w="784225" h="765810">
                  <a:moveTo>
                    <a:pt x="466693" y="351789"/>
                  </a:moveTo>
                  <a:lnTo>
                    <a:pt x="391901" y="351789"/>
                  </a:lnTo>
                  <a:lnTo>
                    <a:pt x="420819" y="345439"/>
                  </a:lnTo>
                  <a:lnTo>
                    <a:pt x="426427" y="342899"/>
                  </a:lnTo>
                  <a:lnTo>
                    <a:pt x="437431" y="339089"/>
                  </a:lnTo>
                  <a:lnTo>
                    <a:pt x="442790" y="336549"/>
                  </a:lnTo>
                  <a:lnTo>
                    <a:pt x="453224" y="331469"/>
                  </a:lnTo>
                  <a:lnTo>
                    <a:pt x="458265" y="327659"/>
                  </a:lnTo>
                  <a:lnTo>
                    <a:pt x="467992" y="321309"/>
                  </a:lnTo>
                  <a:lnTo>
                    <a:pt x="497399" y="292099"/>
                  </a:lnTo>
                  <a:lnTo>
                    <a:pt x="504287" y="281939"/>
                  </a:lnTo>
                  <a:lnTo>
                    <a:pt x="507445" y="278129"/>
                  </a:lnTo>
                  <a:lnTo>
                    <a:pt x="525460" y="233679"/>
                  </a:lnTo>
                  <a:lnTo>
                    <a:pt x="529676" y="203199"/>
                  </a:lnTo>
                  <a:lnTo>
                    <a:pt x="529740" y="201929"/>
                  </a:lnTo>
                  <a:lnTo>
                    <a:pt x="529815" y="193039"/>
                  </a:lnTo>
                  <a:lnTo>
                    <a:pt x="529207" y="184149"/>
                  </a:lnTo>
                  <a:lnTo>
                    <a:pt x="529120" y="182879"/>
                  </a:lnTo>
                  <a:lnTo>
                    <a:pt x="519305" y="140969"/>
                  </a:lnTo>
                  <a:lnTo>
                    <a:pt x="495704" y="100329"/>
                  </a:lnTo>
                  <a:lnTo>
                    <a:pt x="491915" y="95249"/>
                  </a:lnTo>
                  <a:lnTo>
                    <a:pt x="483819" y="87629"/>
                  </a:lnTo>
                  <a:lnTo>
                    <a:pt x="479538" y="82549"/>
                  </a:lnTo>
                  <a:lnTo>
                    <a:pt x="470508" y="74929"/>
                  </a:lnTo>
                  <a:lnTo>
                    <a:pt x="465789" y="72389"/>
                  </a:lnTo>
                  <a:lnTo>
                    <a:pt x="455944" y="64769"/>
                  </a:lnTo>
                  <a:lnTo>
                    <a:pt x="450850" y="62229"/>
                  </a:lnTo>
                  <a:lnTo>
                    <a:pt x="440319" y="57149"/>
                  </a:lnTo>
                  <a:lnTo>
                    <a:pt x="434917" y="54609"/>
                  </a:lnTo>
                  <a:lnTo>
                    <a:pt x="423838" y="50799"/>
                  </a:lnTo>
                  <a:lnTo>
                    <a:pt x="418198" y="48259"/>
                  </a:lnTo>
                  <a:lnTo>
                    <a:pt x="400912" y="44449"/>
                  </a:lnTo>
                  <a:lnTo>
                    <a:pt x="389179" y="43179"/>
                  </a:lnTo>
                  <a:lnTo>
                    <a:pt x="383287" y="43179"/>
                  </a:lnTo>
                  <a:lnTo>
                    <a:pt x="377371" y="41909"/>
                  </a:lnTo>
                  <a:lnTo>
                    <a:pt x="465984" y="41909"/>
                  </a:lnTo>
                  <a:lnTo>
                    <a:pt x="468391" y="43179"/>
                  </a:lnTo>
                  <a:lnTo>
                    <a:pt x="500948" y="68579"/>
                  </a:lnTo>
                  <a:lnTo>
                    <a:pt x="526917" y="100329"/>
                  </a:lnTo>
                  <a:lnTo>
                    <a:pt x="530499" y="106679"/>
                  </a:lnTo>
                  <a:lnTo>
                    <a:pt x="536991" y="118109"/>
                  </a:lnTo>
                  <a:lnTo>
                    <a:pt x="550661" y="157479"/>
                  </a:lnTo>
                  <a:lnTo>
                    <a:pt x="554325" y="180339"/>
                  </a:lnTo>
                  <a:lnTo>
                    <a:pt x="554449" y="181609"/>
                  </a:lnTo>
                  <a:lnTo>
                    <a:pt x="554572" y="182879"/>
                  </a:lnTo>
                  <a:lnTo>
                    <a:pt x="554696" y="184149"/>
                  </a:lnTo>
                  <a:lnTo>
                    <a:pt x="554778" y="186689"/>
                  </a:lnTo>
                  <a:lnTo>
                    <a:pt x="554901" y="190499"/>
                  </a:lnTo>
                  <a:lnTo>
                    <a:pt x="554978" y="204469"/>
                  </a:lnTo>
                  <a:lnTo>
                    <a:pt x="554057" y="215899"/>
                  </a:lnTo>
                  <a:lnTo>
                    <a:pt x="553954" y="217169"/>
                  </a:lnTo>
                  <a:lnTo>
                    <a:pt x="553852" y="218439"/>
                  </a:lnTo>
                  <a:lnTo>
                    <a:pt x="544274" y="259079"/>
                  </a:lnTo>
                  <a:lnTo>
                    <a:pt x="525844" y="295909"/>
                  </a:lnTo>
                  <a:lnTo>
                    <a:pt x="521978" y="300989"/>
                  </a:lnTo>
                  <a:lnTo>
                    <a:pt x="513594" y="312419"/>
                  </a:lnTo>
                  <a:lnTo>
                    <a:pt x="509103" y="317499"/>
                  </a:lnTo>
                  <a:lnTo>
                    <a:pt x="499525" y="327659"/>
                  </a:lnTo>
                  <a:lnTo>
                    <a:pt x="494469" y="331469"/>
                  </a:lnTo>
                  <a:lnTo>
                    <a:pt x="483823" y="340359"/>
                  </a:lnTo>
                  <a:lnTo>
                    <a:pt x="478268" y="345439"/>
                  </a:lnTo>
                  <a:lnTo>
                    <a:pt x="466693" y="351789"/>
                  </a:lnTo>
                  <a:close/>
                </a:path>
                <a:path w="784225" h="765810">
                  <a:moveTo>
                    <a:pt x="420273" y="234949"/>
                  </a:moveTo>
                  <a:lnTo>
                    <a:pt x="385441" y="234949"/>
                  </a:lnTo>
                  <a:lnTo>
                    <a:pt x="388194" y="233679"/>
                  </a:lnTo>
                  <a:lnTo>
                    <a:pt x="390453" y="231139"/>
                  </a:lnTo>
                  <a:lnTo>
                    <a:pt x="392795" y="228599"/>
                  </a:lnTo>
                  <a:lnTo>
                    <a:pt x="393954" y="226059"/>
                  </a:lnTo>
                  <a:lnTo>
                    <a:pt x="393930" y="220979"/>
                  </a:lnTo>
                  <a:lnTo>
                    <a:pt x="393367" y="218439"/>
                  </a:lnTo>
                  <a:lnTo>
                    <a:pt x="392241" y="217169"/>
                  </a:lnTo>
                  <a:lnTo>
                    <a:pt x="391818" y="215899"/>
                  </a:lnTo>
                  <a:lnTo>
                    <a:pt x="391354" y="215899"/>
                  </a:lnTo>
                  <a:lnTo>
                    <a:pt x="388520" y="212089"/>
                  </a:lnTo>
                  <a:lnTo>
                    <a:pt x="385634" y="210819"/>
                  </a:lnTo>
                  <a:lnTo>
                    <a:pt x="360883" y="210819"/>
                  </a:lnTo>
                  <a:lnTo>
                    <a:pt x="354656" y="209549"/>
                  </a:lnTo>
                  <a:lnTo>
                    <a:pt x="348813" y="207009"/>
                  </a:lnTo>
                  <a:lnTo>
                    <a:pt x="345407" y="204469"/>
                  </a:lnTo>
                  <a:lnTo>
                    <a:pt x="342323" y="201929"/>
                  </a:lnTo>
                  <a:lnTo>
                    <a:pt x="338875" y="198119"/>
                  </a:lnTo>
                  <a:lnTo>
                    <a:pt x="333863" y="193039"/>
                  </a:lnTo>
                  <a:lnTo>
                    <a:pt x="330572" y="186689"/>
                  </a:lnTo>
                  <a:lnTo>
                    <a:pt x="327431" y="172719"/>
                  </a:lnTo>
                  <a:lnTo>
                    <a:pt x="327507" y="171449"/>
                  </a:lnTo>
                  <a:lnTo>
                    <a:pt x="327582" y="170179"/>
                  </a:lnTo>
                  <a:lnTo>
                    <a:pt x="327657" y="168909"/>
                  </a:lnTo>
                  <a:lnTo>
                    <a:pt x="327732" y="167639"/>
                  </a:lnTo>
                  <a:lnTo>
                    <a:pt x="327807" y="166369"/>
                  </a:lnTo>
                  <a:lnTo>
                    <a:pt x="353850" y="134619"/>
                  </a:lnTo>
                  <a:lnTo>
                    <a:pt x="361036" y="133349"/>
                  </a:lnTo>
                  <a:lnTo>
                    <a:pt x="361036" y="123189"/>
                  </a:lnTo>
                  <a:lnTo>
                    <a:pt x="371219" y="111759"/>
                  </a:lnTo>
                  <a:lnTo>
                    <a:pt x="372975" y="110489"/>
                  </a:lnTo>
                  <a:lnTo>
                    <a:pt x="376625" y="110489"/>
                  </a:lnTo>
                  <a:lnTo>
                    <a:pt x="378381" y="111759"/>
                  </a:lnTo>
                  <a:lnTo>
                    <a:pt x="381754" y="113029"/>
                  </a:lnTo>
                  <a:lnTo>
                    <a:pt x="388564" y="133349"/>
                  </a:lnTo>
                  <a:lnTo>
                    <a:pt x="396328" y="134619"/>
                  </a:lnTo>
                  <a:lnTo>
                    <a:pt x="403086" y="137159"/>
                  </a:lnTo>
                  <a:lnTo>
                    <a:pt x="408838" y="143509"/>
                  </a:lnTo>
                  <a:lnTo>
                    <a:pt x="409931" y="143509"/>
                  </a:lnTo>
                  <a:lnTo>
                    <a:pt x="416090" y="149859"/>
                  </a:lnTo>
                  <a:lnTo>
                    <a:pt x="419830" y="157479"/>
                  </a:lnTo>
                  <a:lnTo>
                    <a:pt x="420233" y="160019"/>
                  </a:lnTo>
                  <a:lnTo>
                    <a:pt x="364201" y="160019"/>
                  </a:lnTo>
                  <a:lnTo>
                    <a:pt x="361452" y="161289"/>
                  </a:lnTo>
                  <a:lnTo>
                    <a:pt x="359148" y="163829"/>
                  </a:lnTo>
                  <a:lnTo>
                    <a:pt x="358498" y="163829"/>
                  </a:lnTo>
                  <a:lnTo>
                    <a:pt x="357934" y="165099"/>
                  </a:lnTo>
                  <a:lnTo>
                    <a:pt x="357459" y="165099"/>
                  </a:lnTo>
                  <a:lnTo>
                    <a:pt x="355010" y="168909"/>
                  </a:lnTo>
                  <a:lnTo>
                    <a:pt x="354904" y="173989"/>
                  </a:lnTo>
                  <a:lnTo>
                    <a:pt x="359374" y="181609"/>
                  </a:lnTo>
                  <a:lnTo>
                    <a:pt x="362794" y="182879"/>
                  </a:lnTo>
                  <a:lnTo>
                    <a:pt x="382194" y="182879"/>
                  </a:lnTo>
                  <a:lnTo>
                    <a:pt x="390033" y="184149"/>
                  </a:lnTo>
                  <a:lnTo>
                    <a:pt x="397283" y="186689"/>
                  </a:lnTo>
                  <a:lnTo>
                    <a:pt x="403946" y="190499"/>
                  </a:lnTo>
                  <a:lnTo>
                    <a:pt x="410020" y="194309"/>
                  </a:lnTo>
                  <a:lnTo>
                    <a:pt x="410815" y="195579"/>
                  </a:lnTo>
                  <a:lnTo>
                    <a:pt x="415692" y="200659"/>
                  </a:lnTo>
                  <a:lnTo>
                    <a:pt x="418909" y="207009"/>
                  </a:lnTo>
                  <a:lnTo>
                    <a:pt x="420465" y="213359"/>
                  </a:lnTo>
                  <a:lnTo>
                    <a:pt x="421209" y="217169"/>
                  </a:lnTo>
                  <a:lnTo>
                    <a:pt x="421570" y="219709"/>
                  </a:lnTo>
                  <a:lnTo>
                    <a:pt x="421543" y="231139"/>
                  </a:lnTo>
                  <a:lnTo>
                    <a:pt x="420273" y="234949"/>
                  </a:lnTo>
                  <a:close/>
                </a:path>
                <a:path w="784225" h="765810">
                  <a:moveTo>
                    <a:pt x="411299" y="184149"/>
                  </a:moveTo>
                  <a:lnTo>
                    <a:pt x="404071" y="184149"/>
                  </a:lnTo>
                  <a:lnTo>
                    <a:pt x="400933" y="182879"/>
                  </a:lnTo>
                  <a:lnTo>
                    <a:pt x="395610" y="177799"/>
                  </a:lnTo>
                  <a:lnTo>
                    <a:pt x="394127" y="175259"/>
                  </a:lnTo>
                  <a:lnTo>
                    <a:pt x="394025" y="173989"/>
                  </a:lnTo>
                  <a:lnTo>
                    <a:pt x="393923" y="172719"/>
                  </a:lnTo>
                  <a:lnTo>
                    <a:pt x="390353" y="163829"/>
                  </a:lnTo>
                  <a:lnTo>
                    <a:pt x="388074" y="161289"/>
                  </a:lnTo>
                  <a:lnTo>
                    <a:pt x="385355" y="160019"/>
                  </a:lnTo>
                  <a:lnTo>
                    <a:pt x="420233" y="160019"/>
                  </a:lnTo>
                  <a:lnTo>
                    <a:pt x="421444" y="167639"/>
                  </a:lnTo>
                  <a:lnTo>
                    <a:pt x="421345" y="173989"/>
                  </a:lnTo>
                  <a:lnTo>
                    <a:pt x="421243" y="175259"/>
                  </a:lnTo>
                  <a:lnTo>
                    <a:pt x="419760" y="177799"/>
                  </a:lnTo>
                  <a:lnTo>
                    <a:pt x="414437" y="182879"/>
                  </a:lnTo>
                  <a:lnTo>
                    <a:pt x="411299" y="184149"/>
                  </a:lnTo>
                  <a:close/>
                </a:path>
                <a:path w="784225" h="765810">
                  <a:moveTo>
                    <a:pt x="378381" y="283209"/>
                  </a:moveTo>
                  <a:lnTo>
                    <a:pt x="371219" y="283209"/>
                  </a:lnTo>
                  <a:lnTo>
                    <a:pt x="367847" y="281939"/>
                  </a:lnTo>
                  <a:lnTo>
                    <a:pt x="361036" y="271779"/>
                  </a:lnTo>
                  <a:lnTo>
                    <a:pt x="361036" y="261619"/>
                  </a:lnTo>
                  <a:lnTo>
                    <a:pt x="356759" y="260349"/>
                  </a:lnTo>
                  <a:lnTo>
                    <a:pt x="352714" y="259079"/>
                  </a:lnTo>
                  <a:lnTo>
                    <a:pt x="348902" y="257809"/>
                  </a:lnTo>
                  <a:lnTo>
                    <a:pt x="345443" y="255269"/>
                  </a:lnTo>
                  <a:lnTo>
                    <a:pt x="342366" y="253999"/>
                  </a:lnTo>
                  <a:lnTo>
                    <a:pt x="339670" y="250189"/>
                  </a:lnTo>
                  <a:lnTo>
                    <a:pt x="334591" y="245109"/>
                  </a:lnTo>
                  <a:lnTo>
                    <a:pt x="330959" y="237489"/>
                  </a:lnTo>
                  <a:lnTo>
                    <a:pt x="328773" y="231139"/>
                  </a:lnTo>
                  <a:lnTo>
                    <a:pt x="328032" y="222249"/>
                  </a:lnTo>
                  <a:lnTo>
                    <a:pt x="328337" y="219709"/>
                  </a:lnTo>
                  <a:lnTo>
                    <a:pt x="329821" y="215899"/>
                  </a:lnTo>
                  <a:lnTo>
                    <a:pt x="335144" y="210819"/>
                  </a:lnTo>
                  <a:lnTo>
                    <a:pt x="338281" y="209549"/>
                  </a:lnTo>
                  <a:lnTo>
                    <a:pt x="345510" y="209549"/>
                  </a:lnTo>
                  <a:lnTo>
                    <a:pt x="348648" y="210819"/>
                  </a:lnTo>
                  <a:lnTo>
                    <a:pt x="353971" y="215899"/>
                  </a:lnTo>
                  <a:lnTo>
                    <a:pt x="355454" y="219709"/>
                  </a:lnTo>
                  <a:lnTo>
                    <a:pt x="355759" y="222249"/>
                  </a:lnTo>
                  <a:lnTo>
                    <a:pt x="355725" y="226059"/>
                  </a:lnTo>
                  <a:lnTo>
                    <a:pt x="356854" y="228599"/>
                  </a:lnTo>
                  <a:lnTo>
                    <a:pt x="361447" y="233679"/>
                  </a:lnTo>
                  <a:lnTo>
                    <a:pt x="364229" y="234949"/>
                  </a:lnTo>
                  <a:lnTo>
                    <a:pt x="420273" y="234949"/>
                  </a:lnTo>
                  <a:lnTo>
                    <a:pt x="419426" y="237489"/>
                  </a:lnTo>
                  <a:lnTo>
                    <a:pt x="415198" y="243839"/>
                  </a:lnTo>
                  <a:lnTo>
                    <a:pt x="413717" y="246379"/>
                  </a:lnTo>
                  <a:lnTo>
                    <a:pt x="411991" y="248919"/>
                  </a:lnTo>
                  <a:lnTo>
                    <a:pt x="404056" y="256539"/>
                  </a:lnTo>
                  <a:lnTo>
                    <a:pt x="396904" y="260349"/>
                  </a:lnTo>
                  <a:lnTo>
                    <a:pt x="388564" y="261619"/>
                  </a:lnTo>
                  <a:lnTo>
                    <a:pt x="388564" y="271779"/>
                  </a:lnTo>
                  <a:lnTo>
                    <a:pt x="381754" y="281939"/>
                  </a:lnTo>
                  <a:lnTo>
                    <a:pt x="378381" y="283209"/>
                  </a:lnTo>
                  <a:close/>
                </a:path>
                <a:path w="784225" h="765810">
                  <a:moveTo>
                    <a:pt x="277061" y="499109"/>
                  </a:moveTo>
                  <a:lnTo>
                    <a:pt x="270352" y="499109"/>
                  </a:lnTo>
                  <a:lnTo>
                    <a:pt x="264034" y="496569"/>
                  </a:lnTo>
                  <a:lnTo>
                    <a:pt x="261814" y="494029"/>
                  </a:lnTo>
                  <a:lnTo>
                    <a:pt x="260534" y="490219"/>
                  </a:lnTo>
                  <a:lnTo>
                    <a:pt x="108324" y="306069"/>
                  </a:lnTo>
                  <a:lnTo>
                    <a:pt x="105045" y="294639"/>
                  </a:lnTo>
                  <a:lnTo>
                    <a:pt x="109713" y="285749"/>
                  </a:lnTo>
                  <a:lnTo>
                    <a:pt x="118641" y="281939"/>
                  </a:lnTo>
                  <a:lnTo>
                    <a:pt x="128141" y="285749"/>
                  </a:lnTo>
                  <a:lnTo>
                    <a:pt x="278492" y="468629"/>
                  </a:lnTo>
                  <a:lnTo>
                    <a:pt x="357543" y="468629"/>
                  </a:lnTo>
                  <a:lnTo>
                    <a:pt x="277061" y="499109"/>
                  </a:lnTo>
                  <a:close/>
                </a:path>
                <a:path w="784225" h="765810">
                  <a:moveTo>
                    <a:pt x="544022" y="441959"/>
                  </a:moveTo>
                  <a:lnTo>
                    <a:pt x="504023" y="441959"/>
                  </a:lnTo>
                  <a:lnTo>
                    <a:pt x="661662" y="284479"/>
                  </a:lnTo>
                  <a:lnTo>
                    <a:pt x="663166" y="283209"/>
                  </a:lnTo>
                  <a:lnTo>
                    <a:pt x="666576" y="281939"/>
                  </a:lnTo>
                  <a:lnTo>
                    <a:pt x="673816" y="281939"/>
                  </a:lnTo>
                  <a:lnTo>
                    <a:pt x="684109" y="293369"/>
                  </a:lnTo>
                  <a:lnTo>
                    <a:pt x="684109" y="297179"/>
                  </a:lnTo>
                  <a:lnTo>
                    <a:pt x="683756" y="299719"/>
                  </a:lnTo>
                  <a:lnTo>
                    <a:pt x="682344" y="302259"/>
                  </a:lnTo>
                  <a:lnTo>
                    <a:pt x="681339" y="304799"/>
                  </a:lnTo>
                  <a:lnTo>
                    <a:pt x="544022" y="441959"/>
                  </a:lnTo>
                  <a:close/>
                </a:path>
                <a:path w="784225" h="765810">
                  <a:moveTo>
                    <a:pt x="357543" y="468629"/>
                  </a:moveTo>
                  <a:lnTo>
                    <a:pt x="278492" y="468629"/>
                  </a:lnTo>
                  <a:lnTo>
                    <a:pt x="455337" y="401319"/>
                  </a:lnTo>
                  <a:lnTo>
                    <a:pt x="459392" y="401319"/>
                  </a:lnTo>
                  <a:lnTo>
                    <a:pt x="460972" y="400049"/>
                  </a:lnTo>
                  <a:lnTo>
                    <a:pt x="462684" y="398779"/>
                  </a:lnTo>
                  <a:lnTo>
                    <a:pt x="468207" y="398779"/>
                  </a:lnTo>
                  <a:lnTo>
                    <a:pt x="471871" y="400049"/>
                  </a:lnTo>
                  <a:lnTo>
                    <a:pt x="473562" y="400049"/>
                  </a:lnTo>
                  <a:lnTo>
                    <a:pt x="476660" y="402589"/>
                  </a:lnTo>
                  <a:lnTo>
                    <a:pt x="477953" y="403859"/>
                  </a:lnTo>
                  <a:lnTo>
                    <a:pt x="495333" y="429259"/>
                  </a:lnTo>
                  <a:lnTo>
                    <a:pt x="461499" y="429259"/>
                  </a:lnTo>
                  <a:lnTo>
                    <a:pt x="357543" y="468629"/>
                  </a:lnTo>
                  <a:close/>
                </a:path>
                <a:path w="784225" h="765810">
                  <a:moveTo>
                    <a:pt x="397280" y="588009"/>
                  </a:moveTo>
                  <a:lnTo>
                    <a:pt x="358403" y="588009"/>
                  </a:lnTo>
                  <a:lnTo>
                    <a:pt x="484028" y="462279"/>
                  </a:lnTo>
                  <a:lnTo>
                    <a:pt x="461499" y="429259"/>
                  </a:lnTo>
                  <a:lnTo>
                    <a:pt x="495333" y="429259"/>
                  </a:lnTo>
                  <a:lnTo>
                    <a:pt x="504023" y="441959"/>
                  </a:lnTo>
                  <a:lnTo>
                    <a:pt x="544022" y="441959"/>
                  </a:lnTo>
                  <a:lnTo>
                    <a:pt x="519864" y="466089"/>
                  </a:lnTo>
                  <a:lnTo>
                    <a:pt x="533578" y="486409"/>
                  </a:lnTo>
                  <a:lnTo>
                    <a:pt x="499879" y="486409"/>
                  </a:lnTo>
                  <a:lnTo>
                    <a:pt x="397280" y="588009"/>
                  </a:lnTo>
                  <a:close/>
                </a:path>
                <a:path w="784225" h="765810">
                  <a:moveTo>
                    <a:pt x="601980" y="629919"/>
                  </a:moveTo>
                  <a:lnTo>
                    <a:pt x="592600" y="623569"/>
                  </a:lnTo>
                  <a:lnTo>
                    <a:pt x="499879" y="486409"/>
                  </a:lnTo>
                  <a:lnTo>
                    <a:pt x="533578" y="486409"/>
                  </a:lnTo>
                  <a:lnTo>
                    <a:pt x="616720" y="609599"/>
                  </a:lnTo>
                  <a:lnTo>
                    <a:pt x="618582" y="619759"/>
                  </a:lnTo>
                  <a:lnTo>
                    <a:pt x="612154" y="627379"/>
                  </a:lnTo>
                  <a:lnTo>
                    <a:pt x="601980" y="629919"/>
                  </a:lnTo>
                  <a:close/>
                </a:path>
                <a:path w="784225" h="765810">
                  <a:moveTo>
                    <a:pt x="139526" y="651509"/>
                  </a:moveTo>
                  <a:lnTo>
                    <a:pt x="134109" y="651509"/>
                  </a:lnTo>
                  <a:lnTo>
                    <a:pt x="130579" y="650239"/>
                  </a:lnTo>
                  <a:lnTo>
                    <a:pt x="128970" y="650239"/>
                  </a:lnTo>
                  <a:lnTo>
                    <a:pt x="121934" y="637539"/>
                  </a:lnTo>
                  <a:lnTo>
                    <a:pt x="122032" y="636269"/>
                  </a:lnTo>
                  <a:lnTo>
                    <a:pt x="286700" y="535939"/>
                  </a:lnTo>
                  <a:lnTo>
                    <a:pt x="288094" y="534669"/>
                  </a:lnTo>
                  <a:lnTo>
                    <a:pt x="289603" y="533399"/>
                  </a:lnTo>
                  <a:lnTo>
                    <a:pt x="293008" y="532129"/>
                  </a:lnTo>
                  <a:lnTo>
                    <a:pt x="300229" y="532129"/>
                  </a:lnTo>
                  <a:lnTo>
                    <a:pt x="303635" y="533399"/>
                  </a:lnTo>
                  <a:lnTo>
                    <a:pt x="305143" y="534669"/>
                  </a:lnTo>
                  <a:lnTo>
                    <a:pt x="306457" y="535939"/>
                  </a:lnTo>
                  <a:lnTo>
                    <a:pt x="334330" y="563879"/>
                  </a:lnTo>
                  <a:lnTo>
                    <a:pt x="294750" y="563879"/>
                  </a:lnTo>
                  <a:lnTo>
                    <a:pt x="141228" y="650239"/>
                  </a:lnTo>
                  <a:lnTo>
                    <a:pt x="139526" y="651509"/>
                  </a:lnTo>
                  <a:close/>
                </a:path>
                <a:path w="784225" h="765810">
                  <a:moveTo>
                    <a:pt x="363476" y="623569"/>
                  </a:moveTo>
                  <a:lnTo>
                    <a:pt x="359446" y="622299"/>
                  </a:lnTo>
                  <a:lnTo>
                    <a:pt x="352795" y="622299"/>
                  </a:lnTo>
                  <a:lnTo>
                    <a:pt x="346960" y="618489"/>
                  </a:lnTo>
                  <a:lnTo>
                    <a:pt x="344952" y="615949"/>
                  </a:lnTo>
                  <a:lnTo>
                    <a:pt x="343854" y="612139"/>
                  </a:lnTo>
                  <a:lnTo>
                    <a:pt x="294750" y="563879"/>
                  </a:lnTo>
                  <a:lnTo>
                    <a:pt x="334330" y="563879"/>
                  </a:lnTo>
                  <a:lnTo>
                    <a:pt x="358403" y="588009"/>
                  </a:lnTo>
                  <a:lnTo>
                    <a:pt x="397280" y="588009"/>
                  </a:lnTo>
                  <a:lnTo>
                    <a:pt x="372912" y="612139"/>
                  </a:lnTo>
                  <a:lnTo>
                    <a:pt x="372324" y="614679"/>
                  </a:lnTo>
                  <a:lnTo>
                    <a:pt x="371254" y="617219"/>
                  </a:lnTo>
                  <a:lnTo>
                    <a:pt x="369702" y="618489"/>
                  </a:lnTo>
                  <a:lnTo>
                    <a:pt x="366894" y="622299"/>
                  </a:lnTo>
                  <a:lnTo>
                    <a:pt x="359446" y="622299"/>
                  </a:lnTo>
                  <a:lnTo>
                    <a:pt x="355984" y="623569"/>
                  </a:lnTo>
                  <a:lnTo>
                    <a:pt x="363476" y="623569"/>
                  </a:lnTo>
                  <a:close/>
                </a:path>
              </a:pathLst>
            </a:custGeom>
            <a:solidFill>
              <a:srgbClr val="F1F4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8197" y="4304344"/>
              <a:ext cx="977461" cy="98363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7618" y="3421478"/>
            <a:ext cx="8078470" cy="2082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3000"/>
              </a:lnSpc>
              <a:spcBef>
                <a:spcPts val="95"/>
              </a:spcBef>
              <a:tabLst>
                <a:tab pos="1759585" algn="l"/>
                <a:tab pos="2192020" algn="l"/>
                <a:tab pos="3054350" algn="l"/>
                <a:tab pos="3648075" algn="l"/>
                <a:tab pos="5758180" algn="l"/>
                <a:tab pos="6465570" algn="l"/>
                <a:tab pos="7876540" algn="l"/>
              </a:tabLst>
            </a:pP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Developed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Java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Android.The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provides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5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950" b="1" spc="-9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user-</a:t>
            </a:r>
            <a:r>
              <a:rPr sz="2950" b="1" spc="-6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friendly</a:t>
            </a:r>
            <a:r>
              <a:rPr sz="2950" b="1" spc="-1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3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2950" b="1" spc="-10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5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2950" b="1" spc="-10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XML.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2950" b="1" spc="-1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2950" b="1" spc="-7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Features: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0157" y="5478878"/>
            <a:ext cx="7766050" cy="4140200"/>
          </a:xfrm>
          <a:prstGeom prst="rect">
            <a:avLst/>
          </a:prstGeom>
        </p:spPr>
        <p:txBody>
          <a:bodyPr vert="horz" wrap="square" lIns="0" tIns="248285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955"/>
              </a:spcBef>
              <a:buFont typeface="Times New Roman" panose="02020603050405020304"/>
              <a:buAutoNum type="arabicPeriod"/>
              <a:tabLst>
                <a:tab pos="340360" algn="l"/>
              </a:tabLst>
            </a:pPr>
            <a:r>
              <a:rPr sz="2950" b="1" spc="-3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2950" b="1" spc="-114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daily</a:t>
            </a:r>
            <a:r>
              <a:rPr sz="2950" b="1" spc="-1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calories,</a:t>
            </a:r>
            <a:r>
              <a:rPr sz="2950" b="1" spc="-114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6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workouts,</a:t>
            </a:r>
            <a:r>
              <a:rPr sz="2950" b="1" spc="-1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6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water</a:t>
            </a:r>
            <a:r>
              <a:rPr sz="2950" b="1" spc="-1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intake.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340360" indent="-327660">
              <a:lnSpc>
                <a:spcPct val="100000"/>
              </a:lnSpc>
              <a:spcBef>
                <a:spcPts val="1860"/>
              </a:spcBef>
              <a:buFont typeface="Times New Roman" panose="02020603050405020304"/>
              <a:buAutoNum type="arabicPeriod"/>
              <a:tabLst>
                <a:tab pos="340360" algn="l"/>
              </a:tabLst>
            </a:pP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Set</a:t>
            </a:r>
            <a:r>
              <a:rPr sz="2950" b="1" spc="-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fitness</a:t>
            </a:r>
            <a:r>
              <a:rPr sz="2950" b="1" spc="-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goals.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340360" indent="-327660">
              <a:lnSpc>
                <a:spcPct val="100000"/>
              </a:lnSpc>
              <a:spcBef>
                <a:spcPts val="1860"/>
              </a:spcBef>
              <a:buFont typeface="Times New Roman" panose="02020603050405020304"/>
              <a:buAutoNum type="arabicPeriod"/>
              <a:tabLst>
                <a:tab pos="340360" algn="l"/>
              </a:tabLst>
            </a:pP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Engage</a:t>
            </a:r>
            <a:r>
              <a:rPr sz="2950" b="1" spc="-9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6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950" b="1" spc="-9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8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2950" b="1" spc="-9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8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spc="-9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professionals.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340360" indent="-327660">
              <a:lnSpc>
                <a:spcPct val="100000"/>
              </a:lnSpc>
              <a:spcBef>
                <a:spcPts val="1860"/>
              </a:spcBef>
              <a:buFont typeface="Times New Roman" panose="02020603050405020304"/>
              <a:buAutoNum type="arabicPeriod"/>
              <a:tabLst>
                <a:tab pos="340360" algn="l"/>
              </a:tabLst>
            </a:pPr>
            <a:r>
              <a:rPr sz="2950" b="1" spc="-4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950" b="1" spc="-13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950" b="1" spc="-1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6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synchronization</a:t>
            </a:r>
            <a:r>
              <a:rPr sz="2950" b="1" spc="-1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6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2950" b="1" spc="-1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Firebase.</a:t>
            </a:r>
            <a:endParaRPr sz="2950">
              <a:latin typeface="Times New Roman" panose="02020603050405020304"/>
              <a:cs typeface="Times New Roman" panose="02020603050405020304"/>
            </a:endParaRPr>
          </a:p>
          <a:p>
            <a:pPr marL="339725" marR="5080" indent="-327660">
              <a:lnSpc>
                <a:spcPct val="153000"/>
              </a:lnSpc>
              <a:buFont typeface="Times New Roman" panose="02020603050405020304"/>
              <a:buAutoNum type="arabicPeriod"/>
              <a:tabLst>
                <a:tab pos="340995" algn="l"/>
                <a:tab pos="1104900" algn="l"/>
                <a:tab pos="1830070" algn="l"/>
                <a:tab pos="2821305" algn="l"/>
                <a:tab pos="3671570" algn="l"/>
                <a:tab pos="4144645" algn="l"/>
                <a:tab pos="5725795" algn="l"/>
                <a:tab pos="6450965" algn="l"/>
              </a:tabLst>
            </a:pP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sends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Firebase,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2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950" b="1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50" b="1" spc="-9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retrieves 	</a:t>
            </a:r>
            <a:r>
              <a:rPr sz="2950" b="1" spc="-7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updates</a:t>
            </a:r>
            <a:r>
              <a:rPr sz="2950" b="1" spc="-4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3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2950" b="1" spc="-45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b="1" spc="-10" dirty="0">
                <a:solidFill>
                  <a:srgbClr val="F6F2F1"/>
                </a:solidFill>
                <a:latin typeface="Times New Roman" panose="02020603050405020304"/>
                <a:cs typeface="Times New Roman" panose="02020603050405020304"/>
              </a:rPr>
              <a:t>necessary.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789420" cy="10276840"/>
            <a:chOff x="0" y="0"/>
            <a:chExt cx="6789420" cy="1027684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4523075" cy="43832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8576" y="1030250"/>
              <a:ext cx="4930833" cy="924614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44609" y="3902170"/>
            <a:ext cx="5943390" cy="638482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31854" y="2541220"/>
            <a:ext cx="10250805" cy="2196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15"/>
              </a:spcBef>
              <a:buFont typeface="Times New Roman" panose="02020603050405020304"/>
              <a:buAutoNum type="arabicPeriod"/>
              <a:tabLst>
                <a:tab pos="384175" algn="l"/>
                <a:tab pos="2265680" algn="l"/>
                <a:tab pos="5377815" algn="l"/>
                <a:tab pos="7223125" algn="l"/>
                <a:tab pos="8337550" algn="l"/>
                <a:tab pos="9595485" algn="l"/>
              </a:tabLst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Authentication: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Handles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login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endParaRPr sz="3350">
              <a:latin typeface="Times New Roman" panose="02020603050405020304"/>
              <a:cs typeface="Times New Roman" panose="02020603050405020304"/>
            </a:endParaRPr>
          </a:p>
          <a:p>
            <a:pPr marL="384810">
              <a:lnSpc>
                <a:spcPct val="100000"/>
              </a:lnSpc>
              <a:spcBef>
                <a:spcPts val="2505"/>
              </a:spcBef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registration.</a:t>
            </a:r>
            <a:endParaRPr sz="3350">
              <a:latin typeface="Times New Roman" panose="02020603050405020304"/>
              <a:cs typeface="Times New Roman" panose="02020603050405020304"/>
            </a:endParaRPr>
          </a:p>
          <a:p>
            <a:pPr marL="384175" indent="-371475">
              <a:lnSpc>
                <a:spcPct val="100000"/>
              </a:lnSpc>
              <a:spcBef>
                <a:spcPts val="2505"/>
              </a:spcBef>
              <a:buFont typeface="Times New Roman" panose="02020603050405020304"/>
              <a:buAutoNum type="arabicPeriod" startAt="2"/>
              <a:tabLst>
                <a:tab pos="384175" algn="l"/>
              </a:tabLst>
            </a:pPr>
            <a:r>
              <a:rPr sz="3350" b="1" spc="-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</a:t>
            </a:r>
            <a:r>
              <a:rPr sz="3350" b="1" spc="-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Realtime</a:t>
            </a:r>
            <a:r>
              <a:rPr sz="3350" b="1" spc="-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Database:</a:t>
            </a:r>
            <a:r>
              <a:rPr sz="3350" b="1" spc="-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Stores</a:t>
            </a:r>
            <a:r>
              <a:rPr sz="3350" b="1" spc="-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350" b="1" spc="-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350" b="1" spc="-1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(calories,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65518" y="5855919"/>
            <a:ext cx="91694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(e.g.,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31854" y="5027244"/>
            <a:ext cx="9330690" cy="302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4810">
              <a:lnSpc>
                <a:spcPct val="100000"/>
              </a:lnSpc>
              <a:spcBef>
                <a:spcPts val="115"/>
              </a:spcBef>
            </a:pPr>
            <a:r>
              <a:rPr sz="3350" b="1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workouts,</a:t>
            </a:r>
            <a:r>
              <a:rPr sz="3350" b="1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8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hydration,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etc.)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syncs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3350" b="1" spc="-9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time.</a:t>
            </a:r>
            <a:endParaRPr sz="3350">
              <a:latin typeface="Times New Roman" panose="02020603050405020304"/>
              <a:cs typeface="Times New Roman" panose="02020603050405020304"/>
            </a:endParaRPr>
          </a:p>
          <a:p>
            <a:pPr marL="383540" marR="308610" indent="-371475">
              <a:lnSpc>
                <a:spcPct val="162000"/>
              </a:lnSpc>
              <a:spcBef>
                <a:spcPts val="5"/>
              </a:spcBef>
              <a:buFont typeface="Times New Roman" panose="02020603050405020304"/>
              <a:buAutoNum type="arabicPeriod" startAt="3"/>
              <a:tabLst>
                <a:tab pos="384810" algn="l"/>
                <a:tab pos="2214880" algn="l"/>
                <a:tab pos="3612515" algn="l"/>
                <a:tab pos="5447030" algn="l"/>
                <a:tab pos="6902450" algn="l"/>
                <a:tab pos="8295640" algn="l"/>
              </a:tabLst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Storage: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Stores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media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3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files 	</a:t>
            </a:r>
            <a:r>
              <a:rPr sz="3350" b="1" spc="-10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workout 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images,</a:t>
            </a:r>
            <a:r>
              <a:rPr sz="3350" b="1" spc="-19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food</a:t>
            </a:r>
            <a:r>
              <a:rPr sz="3350" b="1" spc="-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pictures).</a:t>
            </a:r>
            <a:endParaRPr sz="3350">
              <a:latin typeface="Times New Roman" panose="02020603050405020304"/>
              <a:cs typeface="Times New Roman" panose="02020603050405020304"/>
            </a:endParaRPr>
          </a:p>
          <a:p>
            <a:pPr marL="384175" indent="-371475">
              <a:lnSpc>
                <a:spcPct val="100000"/>
              </a:lnSpc>
              <a:spcBef>
                <a:spcPts val="2505"/>
              </a:spcBef>
              <a:buFont typeface="Times New Roman" panose="02020603050405020304"/>
              <a:buAutoNum type="arabicPeriod" startAt="3"/>
              <a:tabLst>
                <a:tab pos="384175" algn="l"/>
                <a:tab pos="2310765" algn="l"/>
                <a:tab pos="3804920" algn="l"/>
                <a:tab pos="6144895" algn="l"/>
                <a:tab pos="7964170" algn="l"/>
              </a:tabLst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Firebase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Cloud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Messaging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(FCM):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Sends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50623" y="7513270"/>
            <a:ext cx="831850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350" b="1" spc="-1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push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4371" y="8341945"/>
            <a:ext cx="9878060" cy="13677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371090" algn="l"/>
                <a:tab pos="2899410" algn="l"/>
                <a:tab pos="4300855" algn="l"/>
                <a:tab pos="5368290" algn="l"/>
                <a:tab pos="6181090" algn="l"/>
                <a:tab pos="7569200" algn="l"/>
                <a:tab pos="8614410" algn="l"/>
                <a:tab pos="9142730" algn="l"/>
              </a:tabLst>
            </a:pP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notifications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engage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remind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350" b="1" spc="-2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stay</a:t>
            </a:r>
            <a:endParaRPr sz="33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sz="33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3350" b="1" spc="-18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3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track</a:t>
            </a:r>
            <a:r>
              <a:rPr sz="3350" b="1" spc="-1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7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3350" b="1" spc="-14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6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3350" b="1" spc="-14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goals.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81874" y="888767"/>
            <a:ext cx="5361940" cy="828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250" b="1" spc="-90" dirty="0">
                <a:latin typeface="Times New Roman" panose="02020603050405020304"/>
                <a:cs typeface="Times New Roman" panose="02020603050405020304"/>
              </a:rPr>
              <a:t>Backend</a:t>
            </a:r>
            <a:r>
              <a:rPr sz="5250" b="1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250" b="1" spc="-75" dirty="0">
                <a:latin typeface="Times New Roman" panose="02020603050405020304"/>
                <a:cs typeface="Times New Roman" panose="02020603050405020304"/>
              </a:rPr>
              <a:t>(Firebase)</a:t>
            </a:r>
            <a:endParaRPr sz="52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6789748" cy="79502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79736" y="606348"/>
            <a:ext cx="6208262" cy="8115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1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122506"/>
            <a:ext cx="638429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5600" spc="1115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CHALLENGES </a:t>
            </a:r>
            <a:r>
              <a:rPr sz="5600" spc="1100" dirty="0">
                <a:solidFill>
                  <a:srgbClr val="000000"/>
                </a:solidFill>
                <a:latin typeface="Palatino Linotype" panose="02040502050505030304"/>
                <a:cs typeface="Palatino Linotype" panose="02040502050505030304"/>
              </a:rPr>
              <a:t>FACED</a:t>
            </a:r>
            <a:endParaRPr sz="5600" dirty="0">
              <a:latin typeface="Palatino Linotype" panose="02040502050505030304"/>
              <a:cs typeface="Palatino Linotype" panose="020405020505050303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083603"/>
            <a:ext cx="3502424" cy="8242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9611" y="3785733"/>
            <a:ext cx="17351375" cy="48006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27990" marR="5080" indent="-415925">
              <a:lnSpc>
                <a:spcPts val="4730"/>
              </a:lnSpc>
              <a:spcBef>
                <a:spcPts val="85"/>
              </a:spcBef>
              <a:buAutoNum type="arabicPeriod"/>
              <a:tabLst>
                <a:tab pos="428625" algn="l"/>
              </a:tabLst>
            </a:pPr>
            <a:r>
              <a:rPr sz="3750" spc="105" dirty="0">
                <a:latin typeface="Times New Roman" panose="02020603050405020304"/>
                <a:cs typeface="Times New Roman" panose="02020603050405020304"/>
              </a:rPr>
              <a:t>Firebase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14" dirty="0">
                <a:latin typeface="Times New Roman" panose="02020603050405020304"/>
                <a:cs typeface="Times New Roman" panose="02020603050405020304"/>
              </a:rPr>
              <a:t>Integration: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14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sz="3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55" dirty="0">
                <a:latin typeface="Times New Roman" panose="02020603050405020304"/>
                <a:cs typeface="Times New Roman" panose="02020603050405020304"/>
              </a:rPr>
              <a:t>smooth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3750" spc="8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7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90" dirty="0">
                <a:latin typeface="Times New Roman" panose="02020603050405020304"/>
                <a:cs typeface="Times New Roman" panose="02020603050405020304"/>
              </a:rPr>
              <a:t>synchronization</a:t>
            </a:r>
            <a:r>
              <a:rPr sz="37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2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-10" dirty="0">
                <a:latin typeface="Times New Roman" panose="02020603050405020304"/>
                <a:cs typeface="Times New Roman" panose="02020603050405020304"/>
              </a:rPr>
              <a:t>seamless 	</a:t>
            </a:r>
            <a:r>
              <a:rPr sz="3750" spc="8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7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14" dirty="0">
                <a:latin typeface="Times New Roman" panose="02020603050405020304"/>
                <a:cs typeface="Times New Roman" panose="02020603050405020304"/>
              </a:rPr>
              <a:t>authentication.</a:t>
            </a: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428625" indent="-41592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28625" algn="l"/>
                <a:tab pos="2136775" algn="l"/>
                <a:tab pos="3919220" algn="l"/>
                <a:tab pos="6204585" algn="l"/>
                <a:tab pos="6675755" algn="l"/>
                <a:tab pos="7749540" algn="l"/>
                <a:tab pos="9746615" algn="l"/>
                <a:tab pos="10786745" algn="l"/>
                <a:tab pos="11332210" algn="l"/>
                <a:tab pos="12515850" algn="l"/>
                <a:tab pos="14810740" algn="l"/>
                <a:tab pos="15810230" algn="l"/>
                <a:tab pos="16914495" algn="l"/>
              </a:tabLst>
            </a:pPr>
            <a:r>
              <a:rPr sz="3750" spc="220" dirty="0">
                <a:latin typeface="Times New Roman" panose="02020603050405020304"/>
                <a:cs typeface="Times New Roman" panose="02020603050405020304"/>
              </a:rPr>
              <a:t>UI/UX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60" dirty="0">
                <a:latin typeface="Times New Roman" panose="02020603050405020304"/>
                <a:cs typeface="Times New Roman" panose="02020603050405020304"/>
              </a:rPr>
              <a:t>Design: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65" dirty="0">
                <a:latin typeface="Times New Roman" panose="02020603050405020304"/>
                <a:cs typeface="Times New Roman" panose="02020603050405020304"/>
              </a:rPr>
              <a:t>Designing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65" dirty="0">
                <a:latin typeface="Times New Roman" panose="02020603050405020304"/>
                <a:cs typeface="Times New Roman" panose="02020603050405020304"/>
              </a:rPr>
              <a:t>user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70" dirty="0">
                <a:latin typeface="Times New Roman" panose="02020603050405020304"/>
                <a:cs typeface="Times New Roman" panose="02020603050405020304"/>
              </a:rPr>
              <a:t>interface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55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-2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70" dirty="0">
                <a:latin typeface="Times New Roman" panose="02020603050405020304"/>
                <a:cs typeface="Times New Roman" panose="02020603050405020304"/>
              </a:rPr>
              <a:t>both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85" dirty="0">
                <a:latin typeface="Times New Roman" panose="02020603050405020304"/>
                <a:cs typeface="Times New Roman" panose="02020603050405020304"/>
              </a:rPr>
              <a:t>functional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7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-20" dirty="0">
                <a:latin typeface="Times New Roman" panose="02020603050405020304"/>
                <a:cs typeface="Times New Roman" panose="02020603050405020304"/>
              </a:rPr>
              <a:t>easy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70" dirty="0">
                <a:latin typeface="Times New Roman" panose="02020603050405020304"/>
                <a:cs typeface="Times New Roman" panose="02020603050405020304"/>
              </a:rPr>
              <a:t>to</a:t>
            </a: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429260">
              <a:lnSpc>
                <a:spcPct val="100000"/>
              </a:lnSpc>
              <a:spcBef>
                <a:spcPts val="225"/>
              </a:spcBef>
            </a:pPr>
            <a:r>
              <a:rPr sz="3750" spc="-10" dirty="0">
                <a:latin typeface="Times New Roman" panose="02020603050405020304"/>
                <a:cs typeface="Times New Roman" panose="02020603050405020304"/>
              </a:rPr>
              <a:t>navigate.</a:t>
            </a: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427990" marR="5080" indent="-415925">
              <a:lnSpc>
                <a:spcPct val="105000"/>
              </a:lnSpc>
              <a:buAutoNum type="arabicPeriod" startAt="3"/>
              <a:tabLst>
                <a:tab pos="428625" algn="l"/>
              </a:tabLst>
            </a:pPr>
            <a:r>
              <a:rPr sz="3750" spc="160" dirty="0"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37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90" dirty="0">
                <a:latin typeface="Times New Roman" panose="02020603050405020304"/>
                <a:cs typeface="Times New Roman" panose="02020603050405020304"/>
              </a:rPr>
              <a:t>Performance:</a:t>
            </a:r>
            <a:r>
              <a:rPr sz="37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85" dirty="0">
                <a:latin typeface="Times New Roman" panose="02020603050405020304"/>
                <a:cs typeface="Times New Roman" panose="02020603050405020304"/>
              </a:rPr>
              <a:t>Optimizing</a:t>
            </a:r>
            <a:r>
              <a:rPr sz="37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70" dirty="0">
                <a:latin typeface="Times New Roman" panose="02020603050405020304"/>
                <a:cs typeface="Times New Roman" panose="02020603050405020304"/>
              </a:rPr>
              <a:t>app</a:t>
            </a:r>
            <a:r>
              <a:rPr sz="37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10" dirty="0">
                <a:latin typeface="Times New Roman" panose="02020603050405020304"/>
                <a:cs typeface="Times New Roman" panose="02020603050405020304"/>
              </a:rPr>
              <a:t>performance</a:t>
            </a:r>
            <a:r>
              <a:rPr sz="37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60" dirty="0">
                <a:latin typeface="Times New Roman" panose="02020603050405020304"/>
                <a:cs typeface="Times New Roman" panose="02020603050405020304"/>
              </a:rPr>
              <a:t>when</a:t>
            </a:r>
            <a:r>
              <a:rPr sz="37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14" dirty="0">
                <a:latin typeface="Times New Roman" panose="02020603050405020304"/>
                <a:cs typeface="Times New Roman" panose="02020603050405020304"/>
              </a:rPr>
              <a:t>handling</a:t>
            </a:r>
            <a:r>
              <a:rPr sz="37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large</a:t>
            </a:r>
            <a:r>
              <a:rPr sz="37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75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375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45" dirty="0">
                <a:latin typeface="Times New Roman" panose="02020603050405020304"/>
                <a:cs typeface="Times New Roman" panose="02020603050405020304"/>
              </a:rPr>
              <a:t>volumes 	</a:t>
            </a:r>
            <a:r>
              <a:rPr sz="3750" spc="19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85" dirty="0">
                <a:latin typeface="Times New Roman" panose="02020603050405020304"/>
                <a:cs typeface="Times New Roman" panose="02020603050405020304"/>
              </a:rPr>
              <a:t>ensuring</a:t>
            </a:r>
            <a:r>
              <a:rPr sz="37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00" dirty="0">
                <a:latin typeface="Times New Roman" panose="02020603050405020304"/>
                <a:cs typeface="Times New Roman" panose="02020603050405020304"/>
              </a:rPr>
              <a:t>fast</a:t>
            </a:r>
            <a:r>
              <a:rPr sz="37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40" dirty="0">
                <a:latin typeface="Times New Roman" panose="02020603050405020304"/>
                <a:cs typeface="Times New Roman" panose="02020603050405020304"/>
              </a:rPr>
              <a:t>load</a:t>
            </a:r>
            <a:r>
              <a:rPr sz="37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-10" dirty="0">
                <a:latin typeface="Times New Roman" panose="02020603050405020304"/>
                <a:cs typeface="Times New Roman" panose="02020603050405020304"/>
              </a:rPr>
              <a:t>times.</a:t>
            </a:r>
            <a:endParaRPr sz="3750">
              <a:latin typeface="Times New Roman" panose="02020603050405020304"/>
              <a:cs typeface="Times New Roman" panose="02020603050405020304"/>
            </a:endParaRPr>
          </a:p>
          <a:p>
            <a:pPr marL="427990" marR="5080" indent="-415925">
              <a:lnSpc>
                <a:spcPct val="105000"/>
              </a:lnSpc>
              <a:buAutoNum type="arabicPeriod" startAt="3"/>
              <a:tabLst>
                <a:tab pos="428625" algn="l"/>
                <a:tab pos="3175000" algn="l"/>
                <a:tab pos="5338445" algn="l"/>
                <a:tab pos="7381240" algn="l"/>
                <a:tab pos="7922895" algn="l"/>
                <a:tab pos="9361805" algn="l"/>
                <a:tab pos="11331575" algn="l"/>
                <a:tab pos="12223115" algn="l"/>
                <a:tab pos="13551535" algn="l"/>
                <a:tab pos="14277975" algn="l"/>
                <a:tab pos="16262350" algn="l"/>
              </a:tabLst>
            </a:pPr>
            <a:r>
              <a:rPr sz="3750" spc="125" dirty="0">
                <a:latin typeface="Times New Roman" panose="02020603050405020304"/>
                <a:cs typeface="Times New Roman" panose="02020603050405020304"/>
              </a:rPr>
              <a:t>Community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80" dirty="0">
                <a:latin typeface="Times New Roman" panose="02020603050405020304"/>
                <a:cs typeface="Times New Roman" panose="02020603050405020304"/>
              </a:rPr>
              <a:t>Features: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Building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6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-10" dirty="0">
                <a:latin typeface="Times New Roman" panose="02020603050405020304"/>
                <a:cs typeface="Times New Roman" panose="02020603050405020304"/>
              </a:rPr>
              <a:t>social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95" dirty="0">
                <a:latin typeface="Times New Roman" panose="02020603050405020304"/>
                <a:cs typeface="Times New Roman" panose="02020603050405020304"/>
              </a:rPr>
              <a:t>network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5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55" dirty="0">
                <a:latin typeface="Times New Roman" panose="02020603050405020304"/>
                <a:cs typeface="Times New Roman" panose="02020603050405020304"/>
              </a:rPr>
              <a:t>users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6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100" dirty="0">
                <a:latin typeface="Times New Roman" panose="02020603050405020304"/>
                <a:cs typeface="Times New Roman" panose="02020603050405020304"/>
              </a:rPr>
              <a:t>interact,</a:t>
            </a:r>
            <a:r>
              <a:rPr sz="37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750" spc="80" dirty="0">
                <a:latin typeface="Times New Roman" panose="02020603050405020304"/>
                <a:cs typeface="Times New Roman" panose="02020603050405020304"/>
              </a:rPr>
              <a:t>share 	</a:t>
            </a:r>
            <a:r>
              <a:rPr sz="3750" spc="45" dirty="0">
                <a:latin typeface="Times New Roman" panose="02020603050405020304"/>
                <a:cs typeface="Times New Roman" panose="02020603050405020304"/>
              </a:rPr>
              <a:t>achievements,</a:t>
            </a:r>
            <a:r>
              <a:rPr sz="37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19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37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60" dirty="0">
                <a:latin typeface="Times New Roman" panose="02020603050405020304"/>
                <a:cs typeface="Times New Roman" panose="02020603050405020304"/>
              </a:rPr>
              <a:t>get</a:t>
            </a:r>
            <a:r>
              <a:rPr sz="37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65" dirty="0">
                <a:latin typeface="Times New Roman" panose="02020603050405020304"/>
                <a:cs typeface="Times New Roman" panose="02020603050405020304"/>
              </a:rPr>
              <a:t>professional</a:t>
            </a:r>
            <a:r>
              <a:rPr sz="37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750" spc="-10" dirty="0">
                <a:latin typeface="Times New Roman" panose="02020603050405020304"/>
                <a:cs typeface="Times New Roman" panose="02020603050405020304"/>
              </a:rPr>
              <a:t>advice.</a:t>
            </a:r>
            <a:endParaRPr sz="37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522460" cy="10281285"/>
            <a:chOff x="0" y="0"/>
            <a:chExt cx="9522460" cy="1028128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0"/>
              <a:ext cx="4057649" cy="46432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18643"/>
              <a:ext cx="9522145" cy="896218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 marR="5080" indent="-361950">
              <a:lnSpc>
                <a:spcPct val="131000"/>
              </a:lnSpc>
              <a:spcBef>
                <a:spcPts val="95"/>
              </a:spcBef>
            </a:pPr>
            <a:r>
              <a:rPr b="0" dirty="0">
                <a:latin typeface="Times New Roman" panose="02020603050405020304"/>
                <a:cs typeface="Times New Roman" panose="02020603050405020304"/>
              </a:rPr>
              <a:t>1.</a:t>
            </a:r>
            <a:r>
              <a:rPr b="0" spc="-4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30" dirty="0"/>
              <a:t>1Integrating</a:t>
            </a:r>
            <a:r>
              <a:rPr spc="-110" dirty="0"/>
              <a:t> </a:t>
            </a:r>
            <a:r>
              <a:rPr spc="-10" dirty="0"/>
              <a:t>AI-</a:t>
            </a:r>
            <a:r>
              <a:rPr spc="-114" dirty="0"/>
              <a:t>driven</a:t>
            </a:r>
            <a:r>
              <a:rPr spc="-35" dirty="0"/>
              <a:t> </a:t>
            </a:r>
            <a:r>
              <a:rPr spc="-75" dirty="0"/>
              <a:t>recommendations</a:t>
            </a:r>
            <a:r>
              <a:rPr spc="-35" dirty="0"/>
              <a:t> </a:t>
            </a:r>
            <a:r>
              <a:rPr spc="-25" dirty="0"/>
              <a:t>for </a:t>
            </a:r>
            <a:r>
              <a:rPr spc="-65" dirty="0"/>
              <a:t>personalized</a:t>
            </a:r>
            <a:r>
              <a:rPr spc="-85" dirty="0"/>
              <a:t> </a:t>
            </a:r>
            <a:r>
              <a:rPr spc="-100" dirty="0"/>
              <a:t>workout</a:t>
            </a:r>
            <a:r>
              <a:rPr spc="-80" dirty="0"/>
              <a:t> </a:t>
            </a:r>
            <a:r>
              <a:rPr spc="-90" dirty="0"/>
              <a:t>and</a:t>
            </a:r>
            <a:r>
              <a:rPr spc="-80" dirty="0"/>
              <a:t> </a:t>
            </a:r>
            <a:r>
              <a:rPr spc="-85" dirty="0"/>
              <a:t>nutrition </a:t>
            </a:r>
            <a:r>
              <a:rPr spc="-10" dirty="0"/>
              <a:t>plans.</a:t>
            </a:r>
            <a:endParaRPr spc="-10" dirty="0"/>
          </a:p>
          <a:p>
            <a:pPr marL="372745" marR="5080" indent="-360680">
              <a:lnSpc>
                <a:spcPts val="5100"/>
              </a:lnSpc>
              <a:spcBef>
                <a:spcPts val="370"/>
              </a:spcBef>
              <a:buFont typeface="Times New Roman" panose="02020603050405020304"/>
              <a:buAutoNum type="arabicPeriod" startAt="2"/>
              <a:tabLst>
                <a:tab pos="374015" algn="l"/>
                <a:tab pos="2464435" algn="l"/>
                <a:tab pos="3037205" algn="l"/>
                <a:tab pos="3968750" algn="l"/>
                <a:tab pos="4541520" algn="l"/>
                <a:tab pos="5697855" algn="l"/>
                <a:tab pos="6132195" algn="l"/>
                <a:tab pos="7297420" algn="l"/>
              </a:tabLst>
            </a:pPr>
            <a:r>
              <a:rPr spc="-10" dirty="0"/>
              <a:t>Expanding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60" dirty="0"/>
              <a:t>iOS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reach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wider</a:t>
            </a:r>
            <a:r>
              <a:rPr dirty="0"/>
              <a:t>	</a:t>
            </a:r>
            <a:r>
              <a:rPr spc="-100" dirty="0"/>
              <a:t>user 	</a:t>
            </a:r>
            <a:r>
              <a:rPr spc="-10" dirty="0"/>
              <a:t>base.</a:t>
            </a:r>
            <a:endParaRPr spc="-10" dirty="0"/>
          </a:p>
          <a:p>
            <a:pPr marL="372745" marR="5080" indent="-360680">
              <a:lnSpc>
                <a:spcPts val="5100"/>
              </a:lnSpc>
              <a:buFont typeface="Times New Roman" panose="02020603050405020304"/>
              <a:buAutoNum type="arabicPeriod" startAt="2"/>
              <a:tabLst>
                <a:tab pos="374015" algn="l"/>
                <a:tab pos="1867535" algn="l"/>
                <a:tab pos="3408045" algn="l"/>
                <a:tab pos="4157345" algn="l"/>
                <a:tab pos="5928995" algn="l"/>
                <a:tab pos="7385050" algn="l"/>
              </a:tabLst>
            </a:pPr>
            <a:r>
              <a:rPr spc="-10" dirty="0"/>
              <a:t>Adding</a:t>
            </a:r>
            <a:r>
              <a:rPr dirty="0"/>
              <a:t>	</a:t>
            </a:r>
            <a:r>
              <a:rPr spc="-10" dirty="0"/>
              <a:t>support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10" dirty="0"/>
              <a:t>wearable</a:t>
            </a:r>
            <a:r>
              <a:rPr dirty="0"/>
              <a:t>	</a:t>
            </a:r>
            <a:r>
              <a:rPr spc="-10" dirty="0"/>
              <a:t>devices</a:t>
            </a:r>
            <a:r>
              <a:rPr dirty="0"/>
              <a:t>	</a:t>
            </a:r>
            <a:r>
              <a:rPr spc="-55" dirty="0"/>
              <a:t>like 	</a:t>
            </a:r>
            <a:r>
              <a:rPr spc="-10" dirty="0"/>
              <a:t>smartwatches.</a:t>
            </a:r>
            <a:endParaRPr spc="-10" dirty="0"/>
          </a:p>
          <a:p>
            <a:pPr marL="372745" marR="5080" indent="-360680">
              <a:lnSpc>
                <a:spcPts val="5100"/>
              </a:lnSpc>
              <a:buFont typeface="Times New Roman" panose="02020603050405020304"/>
              <a:buAutoNum type="arabicPeriod" startAt="2"/>
              <a:tabLst>
                <a:tab pos="374015" algn="l"/>
                <a:tab pos="2781935" algn="l"/>
                <a:tab pos="4185920" algn="l"/>
                <a:tab pos="5871845" algn="l"/>
                <a:tab pos="7660640" algn="l"/>
              </a:tabLst>
            </a:pPr>
            <a:r>
              <a:rPr spc="-10" dirty="0"/>
              <a:t>Introducing</a:t>
            </a:r>
            <a:r>
              <a:rPr dirty="0"/>
              <a:t>	</a:t>
            </a:r>
            <a:r>
              <a:rPr spc="-10" dirty="0"/>
              <a:t>social</a:t>
            </a:r>
            <a:r>
              <a:rPr dirty="0"/>
              <a:t>	</a:t>
            </a:r>
            <a:r>
              <a:rPr spc="-10" dirty="0"/>
              <a:t>sharing</a:t>
            </a:r>
            <a:r>
              <a:rPr dirty="0"/>
              <a:t>	</a:t>
            </a:r>
            <a:r>
              <a:rPr spc="-10" dirty="0"/>
              <a:t>features</a:t>
            </a:r>
            <a:r>
              <a:rPr dirty="0"/>
              <a:t>	</a:t>
            </a:r>
            <a:r>
              <a:rPr spc="-25" dirty="0"/>
              <a:t>to 	</a:t>
            </a:r>
            <a:r>
              <a:rPr spc="-50" dirty="0"/>
              <a:t>increase</a:t>
            </a:r>
            <a:r>
              <a:rPr spc="-105" dirty="0"/>
              <a:t> </a:t>
            </a:r>
            <a:r>
              <a:rPr spc="-90" dirty="0"/>
              <a:t>community</a:t>
            </a:r>
            <a:r>
              <a:rPr spc="-100" dirty="0"/>
              <a:t> </a:t>
            </a:r>
            <a:r>
              <a:rPr spc="-10" dirty="0"/>
              <a:t>engagement.</a:t>
            </a:r>
            <a:endParaRPr spc="-10" dirty="0"/>
          </a:p>
          <a:p>
            <a:pPr marL="372745" marR="5080" indent="-360680">
              <a:lnSpc>
                <a:spcPts val="5100"/>
              </a:lnSpc>
              <a:buFont typeface="Times New Roman" panose="02020603050405020304"/>
              <a:buAutoNum type="arabicPeriod" startAt="2"/>
              <a:tabLst>
                <a:tab pos="374015" algn="l"/>
                <a:tab pos="2755900" algn="l"/>
                <a:tab pos="5339715" algn="l"/>
                <a:tab pos="7270750" algn="l"/>
              </a:tabLst>
            </a:pPr>
            <a:r>
              <a:rPr spc="-10" dirty="0"/>
              <a:t>Enhancing</a:t>
            </a:r>
            <a:r>
              <a:rPr dirty="0"/>
              <a:t>	</a:t>
            </a:r>
            <a:r>
              <a:rPr spc="-10" dirty="0"/>
              <a:t>goal-setting</a:t>
            </a:r>
            <a:r>
              <a:rPr dirty="0"/>
              <a:t>	</a:t>
            </a:r>
            <a:r>
              <a:rPr spc="-10" dirty="0"/>
              <a:t>features</a:t>
            </a:r>
            <a:r>
              <a:rPr dirty="0"/>
              <a:t>	</a:t>
            </a:r>
            <a:r>
              <a:rPr spc="-105" dirty="0"/>
              <a:t>with 	</a:t>
            </a:r>
            <a:r>
              <a:rPr spc="-55" dirty="0"/>
              <a:t>automated</a:t>
            </a:r>
            <a:r>
              <a:rPr spc="-105" dirty="0"/>
              <a:t> </a:t>
            </a:r>
            <a:r>
              <a:rPr spc="-120" dirty="0"/>
              <a:t>reminders</a:t>
            </a:r>
            <a:r>
              <a:rPr spc="-80" dirty="0"/>
              <a:t> </a:t>
            </a:r>
            <a:r>
              <a:rPr spc="-90" dirty="0"/>
              <a:t>and</a:t>
            </a:r>
            <a:r>
              <a:rPr spc="-95" dirty="0"/>
              <a:t> </a:t>
            </a:r>
            <a:r>
              <a:rPr spc="-10" dirty="0"/>
              <a:t>challenges.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63178" y="1044679"/>
            <a:ext cx="6247130" cy="859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450" b="1" spc="-17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5450" b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5450" b="1" spc="-125" dirty="0">
                <a:latin typeface="Times New Roman" panose="02020603050405020304"/>
                <a:cs typeface="Times New Roman" panose="02020603050405020304"/>
              </a:rPr>
              <a:t>Enhancements</a:t>
            </a:r>
            <a:endParaRPr sz="545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99" y="0"/>
            <a:ext cx="9143999" cy="6984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817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293114" y="664729"/>
            <a:ext cx="397510" cy="29209"/>
          </a:xfrm>
          <a:custGeom>
            <a:avLst/>
            <a:gdLst/>
            <a:ahLst/>
            <a:cxnLst/>
            <a:rect l="l" t="t" r="r" b="b"/>
            <a:pathLst>
              <a:path w="397509" h="29209">
                <a:moveTo>
                  <a:pt x="397341" y="28996"/>
                </a:moveTo>
                <a:lnTo>
                  <a:pt x="0" y="28996"/>
                </a:lnTo>
                <a:lnTo>
                  <a:pt x="0" y="0"/>
                </a:lnTo>
                <a:lnTo>
                  <a:pt x="397341" y="0"/>
                </a:lnTo>
                <a:lnTo>
                  <a:pt x="397341" y="2899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6533" y="483511"/>
            <a:ext cx="529590" cy="239395"/>
          </a:xfrm>
          <a:custGeom>
            <a:avLst/>
            <a:gdLst/>
            <a:ahLst/>
            <a:cxnLst/>
            <a:rect l="l" t="t" r="r" b="b"/>
            <a:pathLst>
              <a:path w="529590" h="239395">
                <a:moveTo>
                  <a:pt x="158370" y="239017"/>
                </a:moveTo>
                <a:lnTo>
                  <a:pt x="80647" y="239017"/>
                </a:lnTo>
                <a:lnTo>
                  <a:pt x="76827" y="235197"/>
                </a:lnTo>
                <a:lnTo>
                  <a:pt x="76827" y="196336"/>
                </a:lnTo>
                <a:lnTo>
                  <a:pt x="29429" y="196336"/>
                </a:lnTo>
                <a:lnTo>
                  <a:pt x="25609" y="192516"/>
                </a:lnTo>
                <a:lnTo>
                  <a:pt x="25609" y="162190"/>
                </a:lnTo>
                <a:lnTo>
                  <a:pt x="3820" y="162190"/>
                </a:lnTo>
                <a:lnTo>
                  <a:pt x="0" y="158370"/>
                </a:lnTo>
                <a:lnTo>
                  <a:pt x="0" y="82781"/>
                </a:lnTo>
                <a:lnTo>
                  <a:pt x="3820" y="78961"/>
                </a:lnTo>
                <a:lnTo>
                  <a:pt x="25609" y="78961"/>
                </a:lnTo>
                <a:lnTo>
                  <a:pt x="25609" y="46501"/>
                </a:lnTo>
                <a:lnTo>
                  <a:pt x="29429" y="42681"/>
                </a:lnTo>
                <a:lnTo>
                  <a:pt x="76827" y="42681"/>
                </a:lnTo>
                <a:lnTo>
                  <a:pt x="76827" y="3820"/>
                </a:lnTo>
                <a:lnTo>
                  <a:pt x="80647" y="0"/>
                </a:lnTo>
                <a:lnTo>
                  <a:pt x="158370" y="0"/>
                </a:lnTo>
                <a:lnTo>
                  <a:pt x="162190" y="3820"/>
                </a:lnTo>
                <a:lnTo>
                  <a:pt x="162190" y="17072"/>
                </a:lnTo>
                <a:lnTo>
                  <a:pt x="93899" y="17072"/>
                </a:lnTo>
                <a:lnTo>
                  <a:pt x="93899" y="59754"/>
                </a:lnTo>
                <a:lnTo>
                  <a:pt x="42681" y="59754"/>
                </a:lnTo>
                <a:lnTo>
                  <a:pt x="42681" y="96034"/>
                </a:lnTo>
                <a:lnTo>
                  <a:pt x="17072" y="96034"/>
                </a:lnTo>
                <a:lnTo>
                  <a:pt x="17072" y="145118"/>
                </a:lnTo>
                <a:lnTo>
                  <a:pt x="42681" y="145118"/>
                </a:lnTo>
                <a:lnTo>
                  <a:pt x="42681" y="179263"/>
                </a:lnTo>
                <a:lnTo>
                  <a:pt x="93899" y="179263"/>
                </a:lnTo>
                <a:lnTo>
                  <a:pt x="93899" y="221945"/>
                </a:lnTo>
                <a:lnTo>
                  <a:pt x="162190" y="221945"/>
                </a:lnTo>
                <a:lnTo>
                  <a:pt x="162190" y="235197"/>
                </a:lnTo>
                <a:lnTo>
                  <a:pt x="158370" y="239017"/>
                </a:lnTo>
                <a:close/>
              </a:path>
              <a:path w="529590" h="239395">
                <a:moveTo>
                  <a:pt x="384136" y="85363"/>
                </a:moveTo>
                <a:lnTo>
                  <a:pt x="367063" y="85363"/>
                </a:lnTo>
                <a:lnTo>
                  <a:pt x="367063" y="3820"/>
                </a:lnTo>
                <a:lnTo>
                  <a:pt x="370883" y="0"/>
                </a:lnTo>
                <a:lnTo>
                  <a:pt x="448606" y="0"/>
                </a:lnTo>
                <a:lnTo>
                  <a:pt x="452426" y="3820"/>
                </a:lnTo>
                <a:lnTo>
                  <a:pt x="452426" y="17072"/>
                </a:lnTo>
                <a:lnTo>
                  <a:pt x="384136" y="17072"/>
                </a:lnTo>
                <a:lnTo>
                  <a:pt x="384136" y="85363"/>
                </a:lnTo>
                <a:close/>
              </a:path>
              <a:path w="529590" h="239395">
                <a:moveTo>
                  <a:pt x="162190" y="221945"/>
                </a:moveTo>
                <a:lnTo>
                  <a:pt x="145118" y="221945"/>
                </a:lnTo>
                <a:lnTo>
                  <a:pt x="145118" y="17072"/>
                </a:lnTo>
                <a:lnTo>
                  <a:pt x="162190" y="17072"/>
                </a:lnTo>
                <a:lnTo>
                  <a:pt x="162190" y="85363"/>
                </a:lnTo>
                <a:lnTo>
                  <a:pt x="384136" y="85363"/>
                </a:lnTo>
                <a:lnTo>
                  <a:pt x="384136" y="102436"/>
                </a:lnTo>
                <a:lnTo>
                  <a:pt x="162190" y="102436"/>
                </a:lnTo>
                <a:lnTo>
                  <a:pt x="162190" y="136581"/>
                </a:lnTo>
                <a:lnTo>
                  <a:pt x="384136" y="136581"/>
                </a:lnTo>
                <a:lnTo>
                  <a:pt x="384136" y="153654"/>
                </a:lnTo>
                <a:lnTo>
                  <a:pt x="162190" y="153654"/>
                </a:lnTo>
                <a:lnTo>
                  <a:pt x="162190" y="221945"/>
                </a:lnTo>
                <a:close/>
              </a:path>
              <a:path w="529590" h="239395">
                <a:moveTo>
                  <a:pt x="452426" y="221945"/>
                </a:moveTo>
                <a:lnTo>
                  <a:pt x="435354" y="221945"/>
                </a:lnTo>
                <a:lnTo>
                  <a:pt x="435354" y="17072"/>
                </a:lnTo>
                <a:lnTo>
                  <a:pt x="452426" y="17072"/>
                </a:lnTo>
                <a:lnTo>
                  <a:pt x="452426" y="42681"/>
                </a:lnTo>
                <a:lnTo>
                  <a:pt x="499824" y="42681"/>
                </a:lnTo>
                <a:lnTo>
                  <a:pt x="503644" y="46501"/>
                </a:lnTo>
                <a:lnTo>
                  <a:pt x="503644" y="59754"/>
                </a:lnTo>
                <a:lnTo>
                  <a:pt x="452426" y="59754"/>
                </a:lnTo>
                <a:lnTo>
                  <a:pt x="452426" y="179263"/>
                </a:lnTo>
                <a:lnTo>
                  <a:pt x="503644" y="179263"/>
                </a:lnTo>
                <a:lnTo>
                  <a:pt x="503644" y="192516"/>
                </a:lnTo>
                <a:lnTo>
                  <a:pt x="499824" y="196336"/>
                </a:lnTo>
                <a:lnTo>
                  <a:pt x="452426" y="196336"/>
                </a:lnTo>
                <a:lnTo>
                  <a:pt x="452426" y="221945"/>
                </a:lnTo>
                <a:close/>
              </a:path>
              <a:path w="529590" h="239395">
                <a:moveTo>
                  <a:pt x="93899" y="179263"/>
                </a:moveTo>
                <a:lnTo>
                  <a:pt x="76827" y="179263"/>
                </a:lnTo>
                <a:lnTo>
                  <a:pt x="76827" y="59754"/>
                </a:lnTo>
                <a:lnTo>
                  <a:pt x="93899" y="59754"/>
                </a:lnTo>
                <a:lnTo>
                  <a:pt x="93899" y="179263"/>
                </a:lnTo>
                <a:close/>
              </a:path>
              <a:path w="529590" h="239395">
                <a:moveTo>
                  <a:pt x="503644" y="179263"/>
                </a:moveTo>
                <a:lnTo>
                  <a:pt x="486572" y="179263"/>
                </a:lnTo>
                <a:lnTo>
                  <a:pt x="486572" y="59754"/>
                </a:lnTo>
                <a:lnTo>
                  <a:pt x="503644" y="59754"/>
                </a:lnTo>
                <a:lnTo>
                  <a:pt x="503644" y="76827"/>
                </a:lnTo>
                <a:lnTo>
                  <a:pt x="525434" y="76827"/>
                </a:lnTo>
                <a:lnTo>
                  <a:pt x="529254" y="80647"/>
                </a:lnTo>
                <a:lnTo>
                  <a:pt x="529254" y="93899"/>
                </a:lnTo>
                <a:lnTo>
                  <a:pt x="503644" y="93899"/>
                </a:lnTo>
                <a:lnTo>
                  <a:pt x="503644" y="142983"/>
                </a:lnTo>
                <a:lnTo>
                  <a:pt x="529254" y="142983"/>
                </a:lnTo>
                <a:lnTo>
                  <a:pt x="529254" y="156236"/>
                </a:lnTo>
                <a:lnTo>
                  <a:pt x="525434" y="160056"/>
                </a:lnTo>
                <a:lnTo>
                  <a:pt x="503644" y="160056"/>
                </a:lnTo>
                <a:lnTo>
                  <a:pt x="503644" y="179263"/>
                </a:lnTo>
                <a:close/>
              </a:path>
              <a:path w="529590" h="239395">
                <a:moveTo>
                  <a:pt x="529254" y="142983"/>
                </a:moveTo>
                <a:lnTo>
                  <a:pt x="512181" y="142983"/>
                </a:lnTo>
                <a:lnTo>
                  <a:pt x="512181" y="93899"/>
                </a:lnTo>
                <a:lnTo>
                  <a:pt x="529254" y="93899"/>
                </a:lnTo>
                <a:lnTo>
                  <a:pt x="529254" y="142983"/>
                </a:lnTo>
                <a:close/>
              </a:path>
              <a:path w="529590" h="239395">
                <a:moveTo>
                  <a:pt x="42681" y="145118"/>
                </a:moveTo>
                <a:lnTo>
                  <a:pt x="25609" y="145118"/>
                </a:lnTo>
                <a:lnTo>
                  <a:pt x="25609" y="96034"/>
                </a:lnTo>
                <a:lnTo>
                  <a:pt x="42681" y="96034"/>
                </a:lnTo>
                <a:lnTo>
                  <a:pt x="42681" y="145118"/>
                </a:lnTo>
                <a:close/>
              </a:path>
              <a:path w="529590" h="239395">
                <a:moveTo>
                  <a:pt x="384136" y="136581"/>
                </a:moveTo>
                <a:lnTo>
                  <a:pt x="367063" y="136581"/>
                </a:lnTo>
                <a:lnTo>
                  <a:pt x="367063" y="102436"/>
                </a:lnTo>
                <a:lnTo>
                  <a:pt x="384136" y="102436"/>
                </a:lnTo>
                <a:lnTo>
                  <a:pt x="384136" y="136581"/>
                </a:lnTo>
                <a:close/>
              </a:path>
              <a:path w="529590" h="239395">
                <a:moveTo>
                  <a:pt x="448606" y="239017"/>
                </a:moveTo>
                <a:lnTo>
                  <a:pt x="370883" y="239017"/>
                </a:lnTo>
                <a:lnTo>
                  <a:pt x="367063" y="235197"/>
                </a:lnTo>
                <a:lnTo>
                  <a:pt x="367063" y="153654"/>
                </a:lnTo>
                <a:lnTo>
                  <a:pt x="384136" y="153654"/>
                </a:lnTo>
                <a:lnTo>
                  <a:pt x="384136" y="221945"/>
                </a:lnTo>
                <a:lnTo>
                  <a:pt x="452426" y="221945"/>
                </a:lnTo>
                <a:lnTo>
                  <a:pt x="452426" y="235197"/>
                </a:lnTo>
                <a:lnTo>
                  <a:pt x="448606" y="239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9029700" y="1028700"/>
            <a:ext cx="9258300" cy="9258300"/>
            <a:chOff x="9029700" y="1028700"/>
            <a:chExt cx="9258300" cy="9258300"/>
          </a:xfrm>
        </p:grpSpPr>
        <p:sp>
          <p:nvSpPr>
            <p:cNvPr id="6" name="object 6"/>
            <p:cNvSpPr/>
            <p:nvPr/>
          </p:nvSpPr>
          <p:spPr>
            <a:xfrm>
              <a:off x="17259299" y="92583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1028700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028700" y="0"/>
                  </a:lnTo>
                  <a:lnTo>
                    <a:pt x="1028700" y="10287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029700" y="1028700"/>
              <a:ext cx="8229599" cy="82295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16907" y="450681"/>
            <a:ext cx="106909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BORCELLE</a:t>
            </a:r>
            <a:endParaRPr sz="1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789080"/>
            <a:ext cx="6384290" cy="1774975"/>
          </a:xfrm>
          <a:prstGeom prst="rect">
            <a:avLst/>
          </a:prstGeom>
        </p:spPr>
        <p:txBody>
          <a:bodyPr vert="horz" wrap="square" lIns="0" tIns="210949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35"/>
              </a:spcBef>
            </a:pPr>
            <a:r>
              <a:rPr spc="-600" dirty="0"/>
              <a:t> </a:t>
            </a:r>
            <a:r>
              <a:rPr lang="en-IN" spc="-16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  YOU</a:t>
            </a:r>
            <a:endParaRPr spc="-16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6810" y="4261722"/>
            <a:ext cx="7892889" cy="6379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871595" algn="l"/>
              </a:tabLst>
            </a:pPr>
            <a:r>
              <a:rPr lang="en-IN" sz="4050" b="1" spc="-55" dirty="0" err="1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Kousik</a:t>
            </a:r>
            <a:r>
              <a:rPr sz="40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lang="en-IN" sz="4050" b="1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   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AP221100113</a:t>
            </a: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40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3463" y="4869412"/>
            <a:ext cx="4234337" cy="3567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0700">
              <a:lnSpc>
                <a:spcPct val="142000"/>
              </a:lnSpc>
              <a:spcBef>
                <a:spcPts val="95"/>
              </a:spcBef>
            </a:pP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Shiva Kumar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lang="en-IN" sz="4050" b="1" spc="-65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marR="520700">
              <a:lnSpc>
                <a:spcPct val="142000"/>
              </a:lnSpc>
              <a:spcBef>
                <a:spcPts val="95"/>
              </a:spcBef>
            </a:pPr>
            <a:r>
              <a:rPr lang="en-IN" sz="4050" b="1" spc="-6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Keerthan</a:t>
            </a:r>
            <a:endParaRPr sz="40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6900"/>
              </a:lnSpc>
              <a:spcBef>
                <a:spcPts val="370"/>
              </a:spcBef>
            </a:pP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Somashekar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lang="en-IN" sz="4050" b="1" spc="-25" dirty="0">
              <a:solidFill>
                <a:srgbClr val="FFFF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ts val="6900"/>
              </a:lnSpc>
              <a:spcBef>
                <a:spcPts val="370"/>
              </a:spcBef>
            </a:pPr>
            <a:r>
              <a:rPr lang="en-IN" sz="4050" b="1" spc="-2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Sukesh</a:t>
            </a:r>
            <a:endParaRPr sz="40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83471" y="4907517"/>
            <a:ext cx="3760529" cy="3551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1450" algn="just">
              <a:lnSpc>
                <a:spcPct val="142000"/>
              </a:lnSpc>
              <a:spcBef>
                <a:spcPts val="95"/>
              </a:spcBef>
            </a:pP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AP221100113</a:t>
            </a: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44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AP221100113</a:t>
            </a: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63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AP22110011</a:t>
            </a:r>
            <a:r>
              <a:rPr lang="en-IN" altLang="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47</a:t>
            </a:r>
            <a:r>
              <a:rPr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 AP221100113</a:t>
            </a:r>
            <a:r>
              <a:rPr lang="en-IN" sz="4050" b="1" spc="-1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66</a:t>
            </a:r>
            <a:endParaRPr sz="40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3321</Words>
  <Application>WPS Slides</Application>
  <PresentationFormat>Custom</PresentationFormat>
  <Paragraphs>129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Trebuchet MS</vt:lpstr>
      <vt:lpstr>Times New Roman</vt:lpstr>
      <vt:lpstr>Verdana</vt:lpstr>
      <vt:lpstr>Microsoft Sans Serif</vt:lpstr>
      <vt:lpstr>Arial</vt:lpstr>
      <vt:lpstr>Palatino Linotype</vt:lpstr>
      <vt:lpstr>Times New Roman</vt:lpstr>
      <vt:lpstr>Microsoft YaHei</vt:lpstr>
      <vt:lpstr>Arial Unicode MS</vt:lpstr>
      <vt:lpstr>Calibri</vt:lpstr>
      <vt:lpstr>Office Theme</vt:lpstr>
      <vt:lpstr>F I TNESS TRACKER</vt:lpstr>
      <vt:lpstr>01/ INTRODUCTION</vt:lpstr>
      <vt:lpstr>Objectives</vt:lpstr>
      <vt:lpstr>System Overview</vt:lpstr>
      <vt:lpstr>TECHNOLOGIES USED</vt:lpstr>
      <vt:lpstr>Track daily calorie intake, workouts,    and    water consumption.</vt:lpstr>
      <vt:lpstr>CLIENT-SIDE (MOBILE	APP)</vt:lpstr>
      <vt:lpstr>Backend (Firebase)</vt:lpstr>
      <vt:lpstr>CHALLENGES FACED</vt:lpstr>
      <vt:lpstr>Future Enhancements</vt:lpstr>
      <vt:lpstr> THANK  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tracker</dc:title>
  <dc:creator>sameer ahmad shaik | AP22110011328</dc:creator>
  <cp:keywords>DAGl11v_YGA,BAGEwhQ1U4Q,0</cp:keywords>
  <cp:lastModifiedBy>keerthan reddy oduru  AP22110</cp:lastModifiedBy>
  <cp:revision>2</cp:revision>
  <dcterms:created xsi:type="dcterms:W3CDTF">2025-04-30T07:20:00Z</dcterms:created>
  <dcterms:modified xsi:type="dcterms:W3CDTF">2025-04-30T12:37:14Z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2025-04-27T05:30:00Z</vt:filetime>
  </property>
  <property fmtid="{D5CDD505-2E9C-101B-9397-08002B2CF9AE}" pid="3" name="Creator">
    <vt:lpwstr>Canva</vt:lpwstr>
  </property>
  <property fmtid="{D5CDD505-2E9C-101B-9397-08002B2CF9AE}" pid="4" name="LastSaved">
    <vt:filetime>2025-04-30T05:30:00Z</vt:filetime>
  </property>
  <property fmtid="{D5CDD505-2E9C-101B-9397-08002B2CF9AE}" pid="5" name="Producer">
    <vt:lpwstr>Canva</vt:lpwstr>
  </property>
  <property fmtid="{D5CDD505-2E9C-101B-9397-08002B2CF9AE}" pid="6" name="ICV">
    <vt:lpwstr>45AF49B9951C40C8B6F2D2A2BF5075AF_12</vt:lpwstr>
  </property>
  <property fmtid="{D5CDD505-2E9C-101B-9397-08002B2CF9AE}" pid="7" name="KSOProductBuildVer">
    <vt:lpwstr>2057-12.2.0.20796</vt:lpwstr>
  </property>
</Properties>
</file>